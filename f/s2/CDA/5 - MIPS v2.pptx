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4.xml" ContentType="application/vnd.openxmlformats-officedocument.presentationml.notesSlide+xml"/>
  <Override PartName="/ppt/ink/ink9.xml" ContentType="application/inkml+xml"/>
  <Override PartName="/ppt/notesSlides/notesSlide5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6.xml" ContentType="application/vnd.openxmlformats-officedocument.presentationml.notesSlide+xml"/>
  <Override PartName="/ppt/ink/ink16.xml" ContentType="application/inkml+xml"/>
  <Override PartName="/ppt/notesSlides/notesSlide7.xml" ContentType="application/vnd.openxmlformats-officedocument.presentationml.notesSlide+xml"/>
  <Override PartName="/ppt/ink/ink17.xml" ContentType="application/inkml+xml"/>
  <Override PartName="/ppt/notesSlides/notesSlide8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notesSlides/notesSlide9.xml" ContentType="application/vnd.openxmlformats-officedocument.presentationml.notesSlide+xml"/>
  <Override PartName="/ppt/ink/ink20.xml" ContentType="application/inkml+xml"/>
  <Override PartName="/ppt/notesSlides/notesSlide10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notesSlides/notesSlide11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3"/>
  </p:notesMasterIdLst>
  <p:sldIdLst>
    <p:sldId id="256" r:id="rId2"/>
    <p:sldId id="257" r:id="rId3"/>
    <p:sldId id="258" r:id="rId4"/>
    <p:sldId id="259" r:id="rId5"/>
    <p:sldId id="260" r:id="rId6"/>
    <p:sldId id="408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2" r:id="rId28"/>
    <p:sldId id="284" r:id="rId29"/>
    <p:sldId id="285" r:id="rId30"/>
    <p:sldId id="287" r:id="rId31"/>
    <p:sldId id="286" r:id="rId32"/>
    <p:sldId id="288" r:id="rId33"/>
    <p:sldId id="289" r:id="rId34"/>
    <p:sldId id="290" r:id="rId35"/>
    <p:sldId id="291" r:id="rId36"/>
    <p:sldId id="292" r:id="rId37"/>
    <p:sldId id="294" r:id="rId38"/>
    <p:sldId id="293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281" r:id="rId50"/>
    <p:sldId id="305" r:id="rId51"/>
    <p:sldId id="306" r:id="rId52"/>
    <p:sldId id="308" r:id="rId53"/>
    <p:sldId id="309" r:id="rId54"/>
    <p:sldId id="310" r:id="rId55"/>
    <p:sldId id="311" r:id="rId56"/>
    <p:sldId id="322" r:id="rId57"/>
    <p:sldId id="324" r:id="rId58"/>
    <p:sldId id="325" r:id="rId59"/>
    <p:sldId id="326" r:id="rId60"/>
    <p:sldId id="323" r:id="rId61"/>
    <p:sldId id="327" r:id="rId62"/>
    <p:sldId id="320" r:id="rId63"/>
    <p:sldId id="328" r:id="rId64"/>
    <p:sldId id="329" r:id="rId65"/>
    <p:sldId id="330" r:id="rId66"/>
    <p:sldId id="331" r:id="rId67"/>
    <p:sldId id="332" r:id="rId68"/>
    <p:sldId id="337" r:id="rId69"/>
    <p:sldId id="338" r:id="rId70"/>
    <p:sldId id="340" r:id="rId71"/>
    <p:sldId id="341" r:id="rId72"/>
    <p:sldId id="342" r:id="rId73"/>
    <p:sldId id="343" r:id="rId74"/>
    <p:sldId id="344" r:id="rId75"/>
    <p:sldId id="346" r:id="rId76"/>
    <p:sldId id="347" r:id="rId77"/>
    <p:sldId id="348" r:id="rId78"/>
    <p:sldId id="350" r:id="rId79"/>
    <p:sldId id="349" r:id="rId80"/>
    <p:sldId id="351" r:id="rId81"/>
    <p:sldId id="312" r:id="rId82"/>
    <p:sldId id="352" r:id="rId83"/>
    <p:sldId id="353" r:id="rId84"/>
    <p:sldId id="345" r:id="rId85"/>
    <p:sldId id="366" r:id="rId86"/>
    <p:sldId id="367" r:id="rId87"/>
    <p:sldId id="369" r:id="rId88"/>
    <p:sldId id="370" r:id="rId89"/>
    <p:sldId id="371" r:id="rId90"/>
    <p:sldId id="372" r:id="rId91"/>
    <p:sldId id="368" r:id="rId92"/>
    <p:sldId id="373" r:id="rId93"/>
    <p:sldId id="374" r:id="rId94"/>
    <p:sldId id="375" r:id="rId95"/>
    <p:sldId id="355" r:id="rId96"/>
    <p:sldId id="376" r:id="rId97"/>
    <p:sldId id="377" r:id="rId98"/>
    <p:sldId id="378" r:id="rId99"/>
    <p:sldId id="407" r:id="rId100"/>
    <p:sldId id="379" r:id="rId101"/>
    <p:sldId id="406" r:id="rId102"/>
    <p:sldId id="380" r:id="rId103"/>
    <p:sldId id="382" r:id="rId104"/>
    <p:sldId id="383" r:id="rId105"/>
    <p:sldId id="385" r:id="rId106"/>
    <p:sldId id="386" r:id="rId107"/>
    <p:sldId id="387" r:id="rId108"/>
    <p:sldId id="388" r:id="rId109"/>
    <p:sldId id="389" r:id="rId110"/>
    <p:sldId id="390" r:id="rId111"/>
    <p:sldId id="391" r:id="rId112"/>
    <p:sldId id="392" r:id="rId113"/>
    <p:sldId id="393" r:id="rId114"/>
    <p:sldId id="395" r:id="rId115"/>
    <p:sldId id="394" r:id="rId116"/>
    <p:sldId id="396" r:id="rId117"/>
    <p:sldId id="397" r:id="rId118"/>
    <p:sldId id="398" r:id="rId119"/>
    <p:sldId id="399" r:id="rId120"/>
    <p:sldId id="400" r:id="rId121"/>
    <p:sldId id="409" r:id="rId122"/>
    <p:sldId id="360" r:id="rId123"/>
    <p:sldId id="401" r:id="rId124"/>
    <p:sldId id="364" r:id="rId125"/>
    <p:sldId id="361" r:id="rId126"/>
    <p:sldId id="402" r:id="rId127"/>
    <p:sldId id="362" r:id="rId128"/>
    <p:sldId id="365" r:id="rId129"/>
    <p:sldId id="403" r:id="rId130"/>
    <p:sldId id="405" r:id="rId131"/>
    <p:sldId id="404" r:id="rId1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D06A6-EFC5-B642-B5DC-841778698873}" v="2" dt="2026-04-01T23:17:29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5"/>
  </p:normalViewPr>
  <p:slideViewPr>
    <p:cSldViewPr>
      <p:cViewPr varScale="1">
        <p:scale>
          <a:sx n="146" d="100"/>
          <a:sy n="146" d="100"/>
        </p:scale>
        <p:origin x="2384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microsoft.com/office/2016/11/relationships/changesInfo" Target="changesInfos/changesInfo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139" Type="http://schemas.microsoft.com/office/2015/10/relationships/revisionInfo" Target="revisionInfo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Aedo" userId="7a01ebc1-3a9a-45dd-a7c1-3868ef3caba0" providerId="ADAL" clId="{3A204A66-EB1A-5A2B-AC8B-8A516A9B257B}"/>
    <pc:docChg chg="custSel modSld sldOrd">
      <pc:chgData name="John Aedo" userId="7a01ebc1-3a9a-45dd-a7c1-3868ef3caba0" providerId="ADAL" clId="{3A204A66-EB1A-5A2B-AC8B-8A516A9B257B}" dt="2026-04-13T23:46:21.781" v="946" actId="20577"/>
      <pc:docMkLst>
        <pc:docMk/>
      </pc:docMkLst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2814125233" sldId="281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2814125233" sldId="281"/>
            <ac:inkMk id="2" creationId="{48BAE125-9C2F-3257-EA49-536A8999D327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4081117159" sldId="295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4081117159" sldId="295"/>
            <ac:inkMk id="4" creationId="{80D35EA5-355B-3520-B1C0-CD8F62CE3B12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1675655187" sldId="297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1675655187" sldId="297"/>
            <ac:inkMk id="4" creationId="{A2C0D9B3-7908-5FD8-5546-5E2837CC16F1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1488018799" sldId="298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1488018799" sldId="298"/>
            <ac:inkMk id="2" creationId="{C0F5CAB3-C225-D30E-1A54-4443D34FF1D5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1915780799" sldId="299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1915780799" sldId="299"/>
            <ac:inkMk id="4" creationId="{793D1CCD-515C-FFA9-1096-8720FC1DC7B2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1781177743" sldId="300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1781177743" sldId="300"/>
            <ac:inkMk id="4" creationId="{C4288344-9F55-4518-15F7-533D3D0641BD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555811022" sldId="302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555811022" sldId="302"/>
            <ac:inkMk id="12" creationId="{D20CA803-01BF-C599-08D1-807E894EAB1E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2088855322" sldId="303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2088855322" sldId="303"/>
            <ac:inkMk id="12" creationId="{761A8313-289A-A53A-E6A5-038466169BBB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2996908908" sldId="304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2996908908" sldId="304"/>
            <ac:inkMk id="4" creationId="{FB6AD17B-9D3B-0D53-7C2A-723D3C55DEDF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2892659302" sldId="306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2892659302" sldId="306"/>
            <ac:inkMk id="4" creationId="{59518D33-A434-CFFB-F952-A28EE5A89965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724890808" sldId="308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724890808" sldId="308"/>
            <ac:inkMk id="4" creationId="{4A961E3D-225E-4574-AA9F-4F37B13C20F3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1957732564" sldId="309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1957732564" sldId="309"/>
            <ac:inkMk id="5" creationId="{D9A5BC4E-B61F-F73C-1BB0-948165017B2A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3607881660" sldId="310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3607881660" sldId="310"/>
            <ac:inkMk id="2" creationId="{143F0654-2ACB-FE48-D678-D1307D2C6212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3913033217" sldId="311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3913033217" sldId="311"/>
            <ac:inkMk id="2" creationId="{55C2855E-A910-5612-3692-3245E7D232BB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159586722" sldId="322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159586722" sldId="322"/>
            <ac:inkMk id="4" creationId="{760B3034-DBB3-5DF6-E1D0-C2BF727D690A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2698991335" sldId="323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2698991335" sldId="323"/>
            <ac:inkMk id="5" creationId="{8BAB6E4F-ED46-EC5E-5AD3-43AF7ECBF92C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1976668526" sldId="324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1976668526" sldId="324"/>
            <ac:inkMk id="2" creationId="{C56FA380-1A5D-0C68-DF77-F7E61FD99243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51357456" sldId="325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51357456" sldId="325"/>
            <ac:inkMk id="2" creationId="{D41C9A7E-9F50-2E07-B5C9-49F3FD57413A}"/>
          </ac:inkMkLst>
        </pc:inkChg>
      </pc:sldChg>
      <pc:sldChg chg="addSp">
        <pc:chgData name="John Aedo" userId="7a01ebc1-3a9a-45dd-a7c1-3868ef3caba0" providerId="ADAL" clId="{3A204A66-EB1A-5A2B-AC8B-8A516A9B257B}" dt="2026-04-01T22:57:30.738" v="0"/>
        <pc:sldMkLst>
          <pc:docMk/>
          <pc:sldMk cId="1740207381" sldId="326"/>
        </pc:sldMkLst>
        <pc:inkChg chg="add">
          <ac:chgData name="John Aedo" userId="7a01ebc1-3a9a-45dd-a7c1-3868ef3caba0" providerId="ADAL" clId="{3A204A66-EB1A-5A2B-AC8B-8A516A9B257B}" dt="2026-04-01T22:57:30.738" v="0"/>
          <ac:inkMkLst>
            <pc:docMk/>
            <pc:sldMk cId="1740207381" sldId="326"/>
            <ac:inkMk id="2" creationId="{8CC42197-C29E-7DE4-C2DB-AC5BC5006224}"/>
          </ac:inkMkLst>
        </pc:inkChg>
      </pc:sldChg>
      <pc:sldChg chg="addSp">
        <pc:chgData name="John Aedo" userId="7a01ebc1-3a9a-45dd-a7c1-3868ef3caba0" providerId="ADAL" clId="{3A204A66-EB1A-5A2B-AC8B-8A516A9B257B}" dt="2026-04-01T23:17:29.889" v="1"/>
        <pc:sldMkLst>
          <pc:docMk/>
          <pc:sldMk cId="2124838870" sldId="328"/>
        </pc:sldMkLst>
        <pc:inkChg chg="add">
          <ac:chgData name="John Aedo" userId="7a01ebc1-3a9a-45dd-a7c1-3868ef3caba0" providerId="ADAL" clId="{3A204A66-EB1A-5A2B-AC8B-8A516A9B257B}" dt="2026-04-01T23:17:29.889" v="1"/>
          <ac:inkMkLst>
            <pc:docMk/>
            <pc:sldMk cId="2124838870" sldId="328"/>
            <ac:inkMk id="4" creationId="{57AEB904-69D2-5D1E-DCDB-618860923BB8}"/>
          </ac:inkMkLst>
        </pc:inkChg>
      </pc:sldChg>
      <pc:sldChg chg="addSp">
        <pc:chgData name="John Aedo" userId="7a01ebc1-3a9a-45dd-a7c1-3868ef3caba0" providerId="ADAL" clId="{3A204A66-EB1A-5A2B-AC8B-8A516A9B257B}" dt="2026-04-01T23:17:29.889" v="1"/>
        <pc:sldMkLst>
          <pc:docMk/>
          <pc:sldMk cId="2792424217" sldId="329"/>
        </pc:sldMkLst>
        <pc:inkChg chg="add">
          <ac:chgData name="John Aedo" userId="7a01ebc1-3a9a-45dd-a7c1-3868ef3caba0" providerId="ADAL" clId="{3A204A66-EB1A-5A2B-AC8B-8A516A9B257B}" dt="2026-04-01T23:17:29.889" v="1"/>
          <ac:inkMkLst>
            <pc:docMk/>
            <pc:sldMk cId="2792424217" sldId="329"/>
            <ac:inkMk id="2" creationId="{D772E8DC-F3B5-31F9-25B8-0D8816F63FA8}"/>
          </ac:inkMkLst>
        </pc:inkChg>
      </pc:sldChg>
      <pc:sldChg chg="addSp">
        <pc:chgData name="John Aedo" userId="7a01ebc1-3a9a-45dd-a7c1-3868ef3caba0" providerId="ADAL" clId="{3A204A66-EB1A-5A2B-AC8B-8A516A9B257B}" dt="2026-04-01T23:17:29.889" v="1"/>
        <pc:sldMkLst>
          <pc:docMk/>
          <pc:sldMk cId="1917163800" sldId="330"/>
        </pc:sldMkLst>
        <pc:inkChg chg="add">
          <ac:chgData name="John Aedo" userId="7a01ebc1-3a9a-45dd-a7c1-3868ef3caba0" providerId="ADAL" clId="{3A204A66-EB1A-5A2B-AC8B-8A516A9B257B}" dt="2026-04-01T23:17:29.889" v="1"/>
          <ac:inkMkLst>
            <pc:docMk/>
            <pc:sldMk cId="1917163800" sldId="330"/>
            <ac:inkMk id="4" creationId="{13E470A0-988B-CB47-30BF-986F6FF5308C}"/>
          </ac:inkMkLst>
        </pc:inkChg>
      </pc:sldChg>
      <pc:sldChg chg="addSp">
        <pc:chgData name="John Aedo" userId="7a01ebc1-3a9a-45dd-a7c1-3868ef3caba0" providerId="ADAL" clId="{3A204A66-EB1A-5A2B-AC8B-8A516A9B257B}" dt="2026-04-01T23:17:29.889" v="1"/>
        <pc:sldMkLst>
          <pc:docMk/>
          <pc:sldMk cId="885151261" sldId="331"/>
        </pc:sldMkLst>
        <pc:inkChg chg="add">
          <ac:chgData name="John Aedo" userId="7a01ebc1-3a9a-45dd-a7c1-3868ef3caba0" providerId="ADAL" clId="{3A204A66-EB1A-5A2B-AC8B-8A516A9B257B}" dt="2026-04-01T23:17:29.889" v="1"/>
          <ac:inkMkLst>
            <pc:docMk/>
            <pc:sldMk cId="885151261" sldId="331"/>
            <ac:inkMk id="2" creationId="{823D8502-DB50-4C04-DF30-C23E70698DAB}"/>
          </ac:inkMkLst>
        </pc:inkChg>
      </pc:sldChg>
      <pc:sldChg chg="addSp">
        <pc:chgData name="John Aedo" userId="7a01ebc1-3a9a-45dd-a7c1-3868ef3caba0" providerId="ADAL" clId="{3A204A66-EB1A-5A2B-AC8B-8A516A9B257B}" dt="2026-04-01T23:17:29.889" v="1"/>
        <pc:sldMkLst>
          <pc:docMk/>
          <pc:sldMk cId="3081033522" sldId="332"/>
        </pc:sldMkLst>
        <pc:inkChg chg="add">
          <ac:chgData name="John Aedo" userId="7a01ebc1-3a9a-45dd-a7c1-3868ef3caba0" providerId="ADAL" clId="{3A204A66-EB1A-5A2B-AC8B-8A516A9B257B}" dt="2026-04-01T23:17:29.889" v="1"/>
          <ac:inkMkLst>
            <pc:docMk/>
            <pc:sldMk cId="3081033522" sldId="332"/>
            <ac:inkMk id="4" creationId="{03019247-2DB4-51F5-B929-2FA8B3FE7B02}"/>
          </ac:inkMkLst>
        </pc:inkChg>
      </pc:sldChg>
      <pc:sldChg chg="modSp mod ord modNotesTx">
        <pc:chgData name="John Aedo" userId="7a01ebc1-3a9a-45dd-a7c1-3868ef3caba0" providerId="ADAL" clId="{3A204A66-EB1A-5A2B-AC8B-8A516A9B257B}" dt="2026-04-13T23:46:21.781" v="946" actId="20577"/>
        <pc:sldMkLst>
          <pc:docMk/>
          <pc:sldMk cId="4192362405" sldId="409"/>
        </pc:sldMkLst>
        <pc:spChg chg="mod">
          <ac:chgData name="John Aedo" userId="7a01ebc1-3a9a-45dd-a7c1-3868ef3caba0" providerId="ADAL" clId="{3A204A66-EB1A-5A2B-AC8B-8A516A9B257B}" dt="2026-04-13T23:46:21.781" v="946" actId="20577"/>
          <ac:spMkLst>
            <pc:docMk/>
            <pc:sldMk cId="4192362405" sldId="409"/>
            <ac:spMk id="3" creationId="{FFABB363-49E2-EA72-0A2C-BC5065EC04F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19:17.2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4081 12351 24575,'-32'-33'0,"0"0"0,1 0 0,7 4 0,1-2 0,1-1 0,0-3 0,2 3 0,0-3 0,1 0 0,-1-2 0,-2-1-547,1-1 1,-2-2 0,0-1 0,-1 0 0,1 1 0,0 1-47,-2-2 1,1 1 0,0 1-1,0 0 1,-1-1 592,2 5 0,0 1 0,0-1 0,0 0 0,-1 0 0,0 0 0,-2 0 0,-1-1 0,0 0 0,1 1 0,1 1 0,2 1-820,0-2 1,2 1 0,2 1 0,-2-3 710,-1 2 0,0-2 0,-1-1 1,1-1-1,1-3 109,2 0 0,1-2 0,1-2 0,1 0 0,0 0 0,1 2-196,-1-4 0,2 2 1,0-1-1,0 0 1,0-4 195,1 10 0,1-3 0,-1-1 0,0-2 0,0 1 0,0 0 0,0 1 0,1 3 0,-2-6 0,1 2 0,0 0 0,1 2 0,-2 0 0,-1 0 0,0 1 0,-1 1 0,-1 0 0,0 1 0,-1 1 0,0 2-165,-1-1 0,-1 2 0,-1 1 0,1 1 0,1 0 165,0 0 0,0 0 0,1 2 0,2 1 572,1 0 0,1 1 0,5-1-572,6-18 0,6 2 0,-3 14 0,0 1 0,0-15 0,0 2 0,0 1 0,-1-2 0,2-4 958,5 4 0,1-1-958,-5 14 0,0-1 0,3-1 0,7-5 0,3-1 0,2 1 738,0 3 1,0 1 0,2-2-739,0 1 0,1-1 0,0-1 0,0 1 0,5-5 0,-1 1 0,1 1 0,-2 2 0,1 1 0,-2 5 0,-1 4 0,0 4 692,11-10 1,1 4-693,-1 8 0,-6 2 0,0 2 0,4 2 2657,-6 8-2657,-2-2 1973,-2 5-1973,3 1 0,7 0 0,-6 5 0,-4-1 0,-13 7 0,10-1 0,0 2 0,19 5 0,8 4 0,-6 1 0,2 2 0,-6-4 0,1 0 0,1-1-221,0 0 0,1-1 0,-1-2 221,6 3 0,0-3 0,-1-6 0,-1 0 0,-1 3 0,-5 1 0,1 2 0,-6 2 0,-14-3 0,-12-3 0,3-6 0,-5 3 0,2-3 0</inkml:trace>
  <inkml:trace contextRef="#ctx0" brushRef="#br0" timeOffset="1332">3728 7536 24575,'0'25'0,"0"-13"0,0 15 0,8-13 0,6 2 0,8 2 0,17-2 0,2 2 0,-13-7 0,0 1 0,11 4 0,-7 4 0,-20-14 0,-5 6 0,-2-11 0,-7 7 0,1-4 0,-8-1 0,-18 8 0,-9 2 0,1-4 0,-4 1 0,-1 1-820,5 0 1,-3 2 0,1 0 0,-1-1-1,0-2 1,-2 0 0,2-1 0,4 0 704,-8 4 0,6-1 115,-7-2 0,33-6 0,-6 7 0,-19 6 0,-5 0 0,-1 3 0,-4-1 0,3-2 0,23-8 0,-3 1 0,19-3 0,0-4 0,3 0 0</inkml:trace>
  <inkml:trace contextRef="#ctx0" brushRef="#br0" timeOffset="2966">6552 12893 24575,'15'0'0,"-4"-3"0,4 2 0,-6-2 0,6 6 0,29 8 0,-4-4 0,6 0 0,-8-3 0,3 1 0,1-2 0,2 1 0,1-1 0,0-2-805,-1-1 1,1-2 0,-3 0 804,4-2 0,-1 1 0,-2 0 0,-2 0 0,-5-1 0,-1 1-127,-5 2 0,2 2 127,4 3 0,4 1 0,-6-1 0,-8-1 0,-1 0 0,17 5 0,-10-2 0,-28-6 0,0-1 0,-10-2 0</inkml:trace>
  <inkml:trace contextRef="#ctx0" brushRef="#br0" timeOffset="4307">9159 12868 24575,'2'-4'0,"17"5"0,19 1 0,11-3 0,-8-2 0,3-1 0,2-2-447,-8 1 1,2 0 0,-1-2 0,-1 1 446,2-2 0,-2 0 0,-5-1 288,1-3 1,-9 4-289,-15 10 295,2 3-295,-5 1 0,5 5 0,6 0 913,2-1-913,3-2 0,-5-8 0,-9 0 0,-5-2 0,-5-2 0,-5-11 0,2 1 0,1-2 0,3 7 0,0 6 0</inkml:trace>
  <inkml:trace contextRef="#ctx0" brushRef="#br0" timeOffset="14182">7138 11845 24575,'38'0'0,"-6"-2"0,7-1 0,-5 0 0,-4 1 0,1 0 0,5-4 0,4-2 0,-5 2 0,13 0 0,-11 3 0,5 2 0,3 4 0,4 4 0,1-1-820,-12-4 1,0 0 0,1 1 0,0 0-1,1 2 1,1 2 0,0-1 0,2-1 797,-2-3 0,2-1 0,0-1 0,1 0 1,-1-1-635,0 2 1,1-1-1,-1 0 1,1 0 0,0-1 586,2 0 0,0-1 0,0 0 0,2-1 0,1-2 69,-4-1 0,2-2 0,1-1 0,1-1 0,-1 0 0,0-1 0,-2 2-336,1-1 1,-2 0-1,0 0 1,-1-1-1,2 1 1,0-2 335,-1 0 0,1-1 0,1 0 0,-1-1 0,1 1 0,-2 1 0,-1 1 0,6 0 0,0 1 0,-2 1 0,-1 1 0,-2 0 0,2 0 0,-2 0 0,-2 1 0,-2 3-109,0 3 0,-3 2 1,0-1 108,0-3 0,0-1 0,0-2 0,0-3 0,1-1 0,1-3 80,-4 0 0,2-2 1,-1-1-1,0 0-80,5-5 0,-2 1 0,3-2 0,-8 5 0,3-1 0,0-1 0,-1 1 0,-2 1 0,4-3 0,-3 0 0,5-1 0,-4 3 0,4-1 0,3-1 0,1 0 0,0-1 0,-2 1 0,-2 0 0,-2 1 0,1 0 0,-1-1 0,1 0 0,1 1 0,2-2 0,1 0 0,0 0 0,1 0 0,0-1 0,0 0-71,-2 1 0,1 0 0,1 0 1,-1-1-1,1 0 0,-1-1 1,-1 1 70,-2-1 0,0 0 0,0 0 0,-1-1 0,0 0 0,0 1 0,1 0 0,-1 1 0,0 0 0,0 1 0,0 0 0,0-1 0,0-1 0,1-2 0,-3 0 0,1-2 0,0-1 0,1 0 0,-2-1 0,-1 1 0,-2 2 0,-2 1-40,9-7 1,-4 3-1,-2 0 1,-2-5 39,-2-2 0,-1-5 0,-1-1 0,-4 1 0,-6 3 0,-4-1 0,-6 2 0,2-2 264,2-3 0,3-4 0,0 0 0,1 2-264,0 6 0,0 1 0,1 1 0,1 0 0,1 2 0,0 0 0,1 0 0,2 0 0,1 0 0,1-1 0,1-1 0,0 1 0,-4 2 0,6-7 0,-3 2 0,-3-3 0,-8 2 0,-1-4 0,-3 0 0,-3 5 1638,1-7 0,-10 2-1397,-10 4 0,-8-4 0,-3 0 0,3 6-241,-1-4 0,1 2 1092,0 0 0,-1-4 0,5 6-638,7 7 1,3 6 623,5-3-1078,-4-3 0,-5-3 0,-2 5 0,-2 0 0,-1-2 0,-2-3 0,0 3 354,-8-5 0,0 5-354,5 7 0,0 3 14,-20-10-14,23 19 0,-6-3 0,7 5 0,-5-3 0,-8-3 0,-8-4 0,-3-4 0,-5-4 0,1 2-720,9 6 0,1 2 0,-2-2 720,-5-3 0,-3-3 0,2 1 0,7 4 0,9 7 0,2 1 0,-8-4 0,4 1 0,12 6 0,8 5 0,-2-1 0,-13 1 0,-5-1 0,-5 0 0,-3 3 0,-1 0 1601,-7-2 1,-2 1-1602,7 3 0,-2 0 0,6 0 0,8 0 0,1 0 0,-12 0 0,3 0 0,10 0 0,-1 0 0,-7 4 0,3 0 0,-1 0 632,0 1-632,-11-6 0,33-4 0,8-5 0,0 8 0</inkml:trace>
  <inkml:trace contextRef="#ctx0" brushRef="#br0" timeOffset="15616">12039 7419 24575,'-22'12'0,"1"2"0,-1 0 0,-2 3 0,3 1 0,0-3 0,2-7 0,2 7 0,2-8 0,8 2 0,5 5 0,-1 3 0,-4 3 0,-5 0 0,-2-9 0,5 1 0,3-3 0,6 1 0,0 2 0,0 1 0,0 11 0,4-1 0,5 10 0,15-7 0,4-2 0,-4-11 0,-5-5 0,-13-6 0,3-1 0,-2 5 0,-1 0 0,0 4 0,-2-3 0,5 4 0,-2-7 0,-1 2 0,-3-3 0</inkml:trace>
  <inkml:trace contextRef="#ctx0" brushRef="#br0" timeOffset="17551">9312 11982 24575,'-18'0'0,"5"-3"0,-16-7 0,-2-1 0,9 1 0,-19-10 0,-2-2 0,20 7 0,-1-2-820,-10-7 1,-8-5 0,-2-3 0,4 2 304,9 5 1,2 1 0,0-1 0,-3-3 514,0 1 0,-3-3 0,-2-2 0,0 0 0,2 1 0,4 3 0,1 0 0,3 2 0,1 0 0,-3-2 0,-1 2 0,-3-3 0,-2 0 0,0 0 0,2 2 0,3 3 0,-5-5 0,2 2 0,-2 0 0,5 3 0,-2-1 0,-2 0 0,2-1 0,2 2 0,-5-8 0,3 2 0,2-2 0,7 3 0,2-1 0,-1-2 0,1 1 0,-2-2 0,0-1 0,2-1 0,4 2 0,1-1 0,1-1 0,-3 0 0,-3-5 0,-1 0 0,-2-1 0,1 0 10,0 1 1,-1-1 0,0 2 0,2 2-11,0 1 0,0 2 0,2 3 0,-7-9 0,3 4 589,7 14 0,2 1-589,5-3 0,0-2 0,-3-3 0,0 0 0,2-3 0,2-1 0,4-2 0,2-2 0,-2 4 0,0-1 0,2-1 0,2-13 0,0 0 0,-3 3 0,-1 3 1332,2 15 1,-1 3-1333,-8-14 1448,4 0-1448,3 12 0,2-4 0,1-16 0,4-4-534,2 11 1,2-2-1,0-1 534,-1 2 0,-1-2 0,1 0 0,1 0-745,-1 2 1,1-1 0,0 1-1,-1 3 745,1 1 0,0 3 0,-1 2 0,-3-8 0,-1 9 0,-1 17 0,0 0 0,2 1 1348,11-17-1348,-3-7 0,-1-4 0,-1 7 0,0 1 1615,-1-9 1,-1 3-1616,-6 2 0,0 23 0,0 1 0,0 6 0,0 0 0,0-4 0,0-2 0,2-2 0,2-1 0,5-3 0,-5 6 0,2-2 0,-12 13 0,-27 27 0,14-11 0,-15 14 0,29-24 0</inkml:trace>
  <inkml:trace contextRef="#ctx0" brushRef="#br0" timeOffset="18898">7101 8274 24575,'0'-12'0,"6"-4"0,9-9 0,3 5 0,10 4 0,-8 5 0,0 10 0,-8-8 0,-3 3 0,-5-1 0,1 0 0,-4 2 0,2 7 0,0 11 0,4 32 0,0-15 0,3 15 0,-4-29 0,-2-3 0,1 8 0,-1-10 0,9 21 0,-5-21 0,5 13 0,-7-20 0,3-2 0,11-2 0,4 5 0,-2-2 0,-7 2 0,-12-2 0</inkml:trace>
  <inkml:trace contextRef="#ctx0" brushRef="#br0" timeOffset="20632">11865 12906 24575,'10'0'0,"2"0"0,16 0 0,2 0 0,6 0 0,2 0 0,4 0 0,5 0-656,-7 0 1,3 0-1,2 0 1,2 0 0,1 0 607,-5 0 1,1 0 0,1 1 0,1-1 0,1 0-1,0 0 1,1-1-363,-1-1 0,0 0 1,1 0-1,0-1 1,1 1-1,0-2 0,0 1 1,-1 0 253,0-1 0,1 0 0,0 0 0,-1 0 1,1-1-1,-1 1 0,-1-1 0,0 0 156,2-1 0,0 0 0,-1 0 0,0-1 0,-1 0 0,0 0 0,-1-1-547,3-1 1,0-2 0,-1 0 0,-1 0 0,-2 1 0,-1 1 342,4 0 1,-2 1 0,-1 1 0,3-2 203,-1-2 0,4-2 0,0 1 0,-3 0 0,-4 3-78,-1 3 0,-4 2 0,2-2 78,5-2 0,4-3 0,-2 1 0,-9 4 0,-9 4 0,-4 2 627,5-5 1,-7 2-628,-18 3 3276,3 3-2523,-2-3 66,2 3 0,-5-3 0,-1 0 0</inkml:trace>
  <inkml:trace contextRef="#ctx0" brushRef="#br0" timeOffset="27532">3855 14088 24575,'6'-3'0,"1"3"0,7-3 0,0 3 0,31 0 0,-17 0 0,0 0 0,19 0 0,-13 0 0,7 0 0,2 0 0,0 0 0,-5 0 0,1 0 0,-1 0 0,3 0-308,-3 0 0,2 0 1,1 0-1,1 0 0,0 0 308,4-1 0,2 0 0,-1-1 0,-1 0 0,-6 0 0,-1-2 0,-4 0 0,-1 0 0,3 1 0,-2 0 0,-5-1 0,1-5 0</inkml:trace>
  <inkml:trace contextRef="#ctx0" brushRef="#br0" timeOffset="29849">6510 14160 15128,'0'6'0,"3"-2"3276,0-1-2553,4-1 909,28 15-1632,7 3-1639,1-4 1,6 0 1087,-14-7 0,2 0 0,3-2 551,-2-1 0,4-2 0,0-1 0,-2 0 505,3 1 1,-1 0-1,3-3-505,-1-1 0,3-2 0,0-1 0,-2 0 0,2-3 0,-2 0 0,2-1-753,-6 1 0,1-1 0,0-1 0,-2 1 753,8-3 0,-2 1 0,-4 0 0,1-1 0,-5 2 0,6 0 0,-38 8 0,-3 0 0</inkml:trace>
  <inkml:trace contextRef="#ctx0" brushRef="#br0" timeOffset="34598">9060 14187 24575,'22'3'0,"7"-3"0,-2 7 0,0-6 0,-3 3 0,4 0 0,10-3 0,5-1-482,-5 4 0,3 0 1,0-1 481,3-2 0,-1-1 0,-2 1 175,1 2 1,-4 0-176,11-3 0,-40 3 0,0-2 0,1 4 0,-1-4 1094,-2 2-1094,-4-6 0,0 2 0,-3-2 0</inkml:trace>
  <inkml:trace contextRef="#ctx0" brushRef="#br0" timeOffset="39282">11462 14179 24575,'3'-4'0,"9"-4"0,-1 4 0,7-3 0,0 5 0,9 2 0,13 0 0,-11 0 0,0 0 0,-14 0 0,-2 0 0,15 0 0,10 0 0,-15-3 0,4-1 0,19-4 0,4 0-979,-14 2 1,1 1 0,-1-1 978,12-2 0,-2 0 0,-2 4 0,-8 2 0,-15 2 0,-9 2 0,-1 2 0,-4 5 0,6-2 2935,-3-1-2935,-4 0 0,-3-6 0,-3 3 0</inkml:trace>
  <inkml:trace contextRef="#ctx0" brushRef="#br0" timeOffset="46132">14034 14181 24575,'12'-6'0,"1"-1"0,11 4 0,-8 0 0,29 3 0,-2 2 0,9 1 0,-2 0 0,-8-2 0,-2-1 0,4 1-316,-4 0 1,5 2 0,1-1 0,-2-1 0,-4 0 315,-1-2 0,-4-1 0,2-2 0,12-2 0,2-3 0,-7 0 0,-13 2 0,-3-2 0,15-5 0,-6 2 0,-18 7 0,-12-1 0,-1 6 0,-6-3 0</inkml:trace>
  <inkml:trace contextRef="#ctx0" brushRef="#br0" timeOffset="54532">16602 14281 17580,'0'-7'0,"0"1"3133,3 0-3133,3-1 1199,1 1-1199,15-2 631,13 2-631,-9 3 0,2 1 0,21-1 0,-9 5 0,6 1 0,-4 0 441,-12-2 1,1 0-442,10 1 0,8 0 0,0 1 0,-8-2 0,-8-1 0,-2 0 0,17 0 0,-4 0 0,-13 0 0,-14 0 0,21 0 0,-6 3 0,6 0 0,-2 1 0,3-2 0,3 1-144,-3 1 1,7 1 0,-1 0 0,-8-1 143,-8-1 0,-2-1 557,12 3 1,-7-2-558,-23-6 0,-4 2 0,-1-2 0,5 1 0,0 1 607,7-2-607,9 7 0,-3-3 0,6 3 0,-15-4 0,-4-5 0,-6-2 0,-3 0 0,0 1 0</inkml:trace>
  <inkml:trace contextRef="#ctx0" brushRef="#br0" timeOffset="62315">3756 14963 8191,'-16'-4'0,"6"1"3276,-2 3-1489,5 0 1031,-7-5-2818,-24-6 0,0 3 0,-9-1 0,12 1 0,-3-2 0,-3 0 0,0 0-360,2 1 0,-1 1 0,-2-1 0,2 1 1,1-1 359,2 0 0,1 0 0,0 0 0,-1-1 0,-8-3 0,-4-1 0,4 1 0,8 2 3276,-9-2-2394,9 0 1,-2-1-883,2 0 0,2-1 0,-9-7 0,12 8 0,-5-2 0,2 0-574,-10-4 0,0-4 574,14 5 0,-3-3 0,1-2 0,-1 1 0,0-1 0,-1 0 0,1-1 0,2 1 0,-3-6 0,3 0 0,1 2 0,-8-7 0,9 6 0,18 11 0,6 5 0,0-19 0,2-9 0,0 10 0,0-3 0,-1-2 661,1-5 0,0-2 0,-1-4 1,2-1-662,1 7 0,0-3 0,0-1 0,1 0 0,-1 0 0,1 1-476,-1-5 1,0 1 0,1 0 0,-1 0-1,1 1 476,0 1 0,1 0 0,1 1 0,-1-1 0,0 2 0,0 1 0,0 0 0,0 1 0,0 0 0,0 1 0,0-6 0,0 1 0,0 1 0,0-1 0,0 3 0,0 0 0,-1-1 0,2-3 0,0 5 0,0-3 0,0-1 0,1-1 0,0 1 0,1 4 0,1-9 0,1 4 0,0 0 0,1-3 0,-2 10 0,1-3 0,0-1 0,0 0 0,1 2 0,0 1 0,2-11 0,1 1 0,1 3 0,-1 3 0,2 1 0,-1 4 0,1 3 0,0-7 0,3 7 0,6 13 0,5 1-44,-1 0 1,3-3 0,2-1 43,-3 3 0,1-1 0,1-1 0,2 0 0,0 1 0,2-2 0,0 1 0,0-1 0,-2 3 0,9-9 0,-2 2 0,2 0 0,-4 3 0,3-1 0,-1 1 0,-6 4-101,-1 1 0,-2 3 101,5-3 0,3-2 0,-6 5 0,4-1 0,-2 3 0,3-1 0,-6 3 0,-1 0 0,-5 3 0,2-1 0,18-11 0,1 1 0,-20 10 0,0 1 0,9-4 0,4 0 0,-3 2 0,-2 3 0,0 0 0,3-2 0,3-1 0,-5 1 0,11-3 930,-13 3 0,-4-1-930,-14 3 2630,2 2-2630,-2 3 1692,-3 5-1692,4-1 291,-6 2-291,1-5 0,-4 0 0,2-1 0,0-8 0,-1-4 0,-3 5 0,-3-1 0,0 12 0</inkml:trace>
  <inkml:trace contextRef="#ctx0" brushRef="#br0" timeOffset="63799">3691 10115 24575,'6'-6'0,"33"-2"0,-7 7 0,6 0 0,1 0-1093,2-3 1,2-1 0,0 1-1,7 3 1,1 1 0,-2-1 795,-13-1 0,-2-1 1,-3 1 1355,0-1 0,-4 3-1059,2 5 1185,-18-1-1185,-11 14 0,0-7 0,0 6 3276,0-10-2411,-4 15-865,-10 16 0,-7 1 0,-3 3 0,1-7 0,-1 1 0,-5 5 0,1-3 0,-4-4 0,18-14 0,11-11 0,3 0 0,0-2 0,0 5 0,-3-8 0,0-4 0,-4-7 0,4-3 0,0 1 0,3 5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21:08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16349 9866 24575,'16'-3'0,"-1"2"0,-5-1 0,2 2 0,10 0 0,26 6 0,-17-5 0,5 0 0,4-1-656,-1 0 1,4-1-1,3 0 1,0 1 0,-1-1 589,-3 1 1,1 0 0,-1 0 0,1-1 0,0 0 65,2-2 0,3-1 0,-2 0 0,-1 1 0,-6 0 0,1 2 0,-4 1 0,-6-1 0,13-7 0,-36 8 0,4 0 0,3-3 0,-1 3 0,2-3 3276,-11 6-2949,1 3-327,-5 4 0,0-1 0,0-2 0,0-5 0</inkml:trace>
  <inkml:trace contextRef="#ctx0" brushRef="#br0" timeOffset="4167">16511 10883 24575,'40'-17'0,"4"7"0,2 6 0,6 2 0,-16 1 0,0 2 0,0-1 0,-1 0 0,0 0 0,-2 0 0,13 0 0,-3 0 0,-12 0 0,2 0-487,4-4 0,5-3 0,-1 1 487,-4 2 0,0 0 0,4-1 0,-3-2 0,6-1 0,2-1 0,0 0 0,-3 1 0,-6 1 118,-1 1 1,-4 2-1,2-2-118,7-1 0,6-2 0,-5 1 0,-14 4 0,-13 4 0,-7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21:20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18572 3746 24575,'-10'-20'0,"1"5"0,-3 9 0,-37 6 0,8-2 0,-3 1 0,2-1 0,-1 0 0,6 0 0,-1 0 0,2 0 0,0 0 0,-2-1 0,-2 1 0,-5 0 0,2 2 0,-6 3 0,-1 2-309,13 0 1,-3 0 0,-1 1-1,4 1 309,-2 2 0,4 1 0,0 0-1021,-11 7 0,1 0 1021,2-5 0,5 0 0,-6 10 0,-3-9 0,10 2 0,14-6 1102,5 4-1102,-4 8 0,8-3 2174,-7 0-2174,11-6 0,1-5 0,-6 10 0,-5 13 0,-2 4 0,7-10 0,-1 3-165,-10 12 1,-5 5 0,4-5 164,10-13 0,2-1 0,-10 9 0,4-6 0,9-13 0,6-6 0,-12 21 0,-5 10 0,4-7 0,0 3 0,-1 4-590,0 1 1,-2 5 0,1 1-1,2-1 590,3-2 0,0 0 0,2 0 0,1 0 0,0-3 0,1 1 0,1-2 0,3-3-287,3 0 0,3-3 1,-1-2 286,-3 4 0,0-2 90,3-2 1,1 2-91,-4-3 0,-2 2 0,1 4 0,1 7 0,2 4 0,1 2 0,-1-1-408,-1-1 0,0 1 0,1-1 0,-1 0 408,2-2 0,-1 0 0,1-2 0,0-3 0,3 12 0,-1-8 0,-3-5 981,3-14 0,2 1-981,6 9 0,6 2 0,2-3 0,5 1 0,5 0-235,4-3 0,4 0 0,3-1 0,-1-3 235,-5-5 0,-1-1 0,3-2 0,3 0 0,7 1 0,7 0 0,2-2 0,-4-1 0,-7-4 0,1 1 0,-1-2 0,-3-4 0,8 0 0,2 1 0,-2 0 0,-5-1 0,-3 0 0,-3 0 0,3 1-656,3-1 1,5 0-1,2 1 1,-1 0 0,-4-1 396,-3 0 0,-4 0 0,0-1 0,2 0 259,12 2 0,2-1 0,0-1 0,-5-2 163,-7-2 1,-4-2-1,3-1-163,9-2 0,3-2 0,-3-1 0,-10 0 0,-3 0 0,0-2 2,0-6 0,0-2 0,-3 1-2,0 3 0,-2-1 700,-3-4 0,-4 1-700,0 3 3276,11-13-1300,1-4-1976,-4 6 0,0-3-121,-5-8 0,2-1 121,1 7 0,4 0 0,-3 0 0,-1-9 0,1-1 0,4 4 0,5 0 0,-1 0 0,-9 7 0,0 1 0,0-2 0,-1 0 0,0-2 0,0-1 0,0 2 0,2-2 0,0 1 0,-1-3 0,-4-2 0,1-4 0,-2-1 0,-3 3 0,-1-1 0,-3 1 0,0 1 28,1-2 1,0 0-1,-4 2-28,-2-1 0,-6 8 0,-5 13 0,3 0 0,-2-15 0,3-8 0,1-4 0,-4 8 0,0-1-368,1-13 1,2-4 367,-2 14 0,0 0 0,2-1 0,3-8 0,2 0 0,-1 0 0,-2 3 0,0 1 0,0 0 0,3-1 0,2 0 0,-4 6 0,-3 9 0,-2-1 0,-3-4 0,0-8 0,-2-4 0,-1 0 0,-1 4 0,-3-1 0,-2 4 0,-1-2 0,1-3-135,3 0 1,-1-5 0,1-2 0,0 0 0,-1 4 0,0 5 134,-5-5 0,-1 6 0,2 2 0,1-11 0,3 10 0,5 24 0,-13 1 0,-28-1 0,1 4 0,-5-2-1093,5 1 1,-3-1 0,1 0 941,3 1 0,1 1 0,-2-2 151,4-1 0,-3-1 0,2 0 0,6 2 276,1-1 0,4 2-276,-9-5 0,6 4 1808,17 10-1808,-14 3 0,-5 0 0,-15 0-571,17 0 0,-5 0 1,2 0 570,4 1 0,0-2 0,-12-2 0,0-2 1638,15 1 0,2-1-1568,1-1 1,1 0-71,-22-2 0,21 9 0,0 2 0,-6 0 0,1 0 0,4 1 0,2-1 530,-2-2 0,21-1 0,5-3 0</inkml:trace>
  <inkml:trace contextRef="#ctx0" brushRef="#br0" timeOffset="21469">7423 11776 8970,'6'0'0,"0"0"3276,18 3-1435,-10-2 859,26 2-2700,-25-3 806,11 0 1,-1 0-807,-8 0 0,13 2 0,12 1 0,-3 0 0,-1-2 0,0-1 1092,8 3 0,4 0 0,1-1-1049,-11-1 1,0-1-1,1 0 1,-2-1-44,4 1 0,-2 0 0,5 0 0,-8 1 0,4 1 0,2 0 0,1-1 0,-1 1 0,-3-1 0,6 0 0,-3-1 0,1 1 0,2 0-508,-5 0 0,1 0 1,3 1-1,-1 0 1,0-1-1,-3 0 508,2 0 0,-1-1 0,-1 0 0,-1 0 0,-1-1 0,3 1 0,-1 0 0,-1 0 0,3 0 0,1 0 0,2 0 0,0 0 0,-1 0 0,-3 0 0,3 1 0,-3-1 0,5-1 0,-3 0 0,5-1 0,2 0 0,-2 0 0,-6 1 0,-1 0 0,-5 0 0,1 0 0,5-2 0,0 0 0,-7 0 0,8 3 0,-33 0 0,0 3 0,25 15 0,16 7 0,-14-11 0,4-1 0,4 1 0,0 0-187,-9-2 0,1 0 0,2 1 0,0-1 1,1 0-1,0-2 187,4 0 0,2-1 0,0 0 0,0-1 0,0-2 0,-2-1 0,2 0 0,-1-2 0,-1-1 0,-1-1 0,-4-1 938,8-1 0,-4 0 0,-4-2-938,7-1 0,-12-1 0,-21 3 0,-8 4 0,2-1 0,-3 2 3276,1-6-2474,-1 2-802,0-1 0,-2 2 0,-2 0 0</inkml:trace>
  <inkml:trace contextRef="#ctx0" brushRef="#br0" timeOffset="23784">6554 15182 24575,'37'-2'0,"0"-1"0,-9-2 0,1 0 0,5 3 0,5 2 0,-1 0-910,-4-2 1,0-1 0,3 1 909,9 2 0,4 0 0,2 0-741,-9 0 1,1 0 0,1-1 0,1 2 740,-3 2 0,1 1 0,1 0 0,1 0 0,0 0 0,-4-1 0,-1-1 0,2 0 0,0 0 0,1 0 0,1 1 0,0 1 0,1 1 0,1 0 0,0 0 0,1 0 0,0 0 0,1-2-410,-4 0 0,0-1 1,0 0-1,1-1 1,0 0-1,1 0 0,0 0 1,0 1 343,-2-1 0,1 0 1,0 1-1,1-1 1,0 0-1,-1 0 0,0 1 1,-1-1-1,-1 0 66,5 1 0,-1-1 0,-2 1 0,1 0 0,-1-1 0,1 1 0,2-1 0,-2-1 0,3 1 0,0-1 0,0 0 0,0 0 0,-1 0 0,-2 0 0,-1 1-541,0 1 1,-2 0-1,-1 0 1,-1 0-1,0 0 1,0-1 540,6-1 0,-1 0 0,0 0 0,-1 0 0,-2 0 73,3 0 0,0-1 1,-4 1-1,-8 1-73,14 2 0,-17-4 0,-4 2 1502,-5 8-1502,-6-8 3276,-5 5-2110,-6-6-347,0 0 0,-2 0 0,-1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22:19.2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19054 5681 24575,'27'0'0,"-9"-3"0,9 2 0,-17 1 0,37 11 0,-8 1 0,-9-5 0,0-1 0,11 0 0,-6-6 0,-1 0 0,7 0 0,6 0 0,-6 0 0,4 0 0,-4-2 0,6 0 0,0-1 0,-5 1 0,2-2 0,-1 0 0,-5-1 0,1-1 0,-2 3 0,1 3 0,-2 3-246,-4-1 1,4 3 245,-1 2 0,5 3 0,3 0 0,2-1-656,0-2 1,3-1-1,2 1 1,-1-1 0,-4 0-165,-3 2 1,-2 0 0,-1-1 0,3 0 805,2-2 1,6 0-1,-1-1 1,-5-1 0,-11-2 13,9-4 0,4 0 0,-30-6 0,0 2 328,12 0-328,4 2 3276,-6 4-2457,-3-2 0,-20 3 0,0 0 0</inkml:trace>
  <inkml:trace contextRef="#ctx0" brushRef="#br0" timeOffset="26200">11703 7481 24575,'0'-12'0,"0"5"0,3-5 0,27-8 0,-18 8 0,10-3 0,4-1 0,11-15 0,0 3 0,-16 12 0,-1 2 0,-4 4 0,-4 2 0,0 4 0,13 4 0,-9-3 0,9 12 0,-19-5 0,0 13 0,2 7 0,-5 17 0,0-9 0,-1 6 0,-3 2 0,-1 8 0,-1 2 0,-2-2-387,-2-3 1,-3-1 0,-1 1-1,0 2 387,1-7 0,1 4 0,-1 0 0,-1 0 0,-1-3 0,-1-3 0,-3 1 0,-2-3 0,0-2 0,-3 0 0,-3 5 0,-3-1 0,0-1 0,-2-3 0,1-6 0,-2-3 0,0-1 0,2 0 0,-1 5 0,2-1 0,0-1 0,-4-3 0,0-2 0,12-7 0,15-10 0,14-5 0,25 0 0,8 4 0,-1-3 0,2-1 0,-12 3 0,-1-1 0,3-2 0,-4 0 0,3 0 1546,-23 0-1546,-1 0 0,0-3 0,1-1 0,17 1 0,2-3 0,-1 5 0,-9-4 0,-22 4 0,-17-2 0,10 3 0,-8 0 0</inkml:trace>
  <inkml:trace contextRef="#ctx0" brushRef="#br0" timeOffset="27585">12227 6922 24575,'0'23'0,"0"-5"0,0-4 0,0 12 0,0 4 0,0 16 0,0-13 0,0-1 0,3 5 0,12-18 0,30-8 0,-10-8 0,6-1 0,0-3 0,-8-2 0,0-3 0,0 0 0,3 3 0,1-1 0,-6-1 0,14-12 0,-38 14 0,2-6 0,-6 2 0,0-5 0,-3-1 0,-3-2 0,0 1 0,-9-11 0,4 10 0,-13-9 0,1 5 0,2 5 0,3 2 0,12 9 0</inkml:trace>
  <inkml:trace contextRef="#ctx0" brushRef="#br0" timeOffset="28184">12555 6916 24575,'0'15'0,"0"8"0,0 18 0,0-5 0,0-3 0,0-6 0,0-2 0,0-1 0,0 24 0,0-32 0,0 2 0,0 16 0,0-2 0,0 5 0,0 3 0,0 3 0,0-2 0,0 0 0,0-1 0,0 11 0,0-13 0,0-32 0,0-3 0</inkml:trace>
  <inkml:trace contextRef="#ctx0" brushRef="#br0" timeOffset="29117">12860 7617 24575,'49'9'0,"-1"1"0,-3-3 0,4-1 0,-6 1 0,4 1 0,2 0 0,-1-2 0,-6-2 0,1-2 0,-2 0 0,-2 0 0,-1 1 0,-3 0 0,-1-1 0,14-3 0,-11-1 0,-25 2 0,-9-6 0,0 3 0,-3-4 0,0 4 0,0 0 0</inkml:trace>
  <inkml:trace contextRef="#ctx0" brushRef="#br0" timeOffset="29800">12917 8021 10581,'15'0'0,"-4"0"3276,19-3-1513,-9 3-546,9-2 1,4 1-1218,-5 1 0,2 0 701,17 0 1,1 0-702,-19 0 0,-2 0 0,1 0 0,-5 0 3276,-11-3-1435,-2 2-1841,9-2 0,26 3 0,-16-2 0,8 1 0,-32-2 0</inkml:trace>
  <inkml:trace contextRef="#ctx0" brushRef="#br0" timeOffset="30551">14406 7485 24575,'12'12'0,"4"4"0,-3 11 0,0 2 0,6-1 0,2 14 0,2 3 0,-5-15 0,2 1-974,-2-2 1,1 4 0,1 1 973,-3-2 0,1 3 0,1 0 0,0-1-820,2 0 1,1 1 0,0-2 0,-2 1 489,3 7 0,-2 0 0,0 0 330,4 4 0,1 1 0,-5-8 758,-8-12 1,-2-1-759,0 6 0,-1-2 0,-2-3 0,-7-17 0,2 5 0</inkml:trace>
  <inkml:trace contextRef="#ctx0" brushRef="#br0" timeOffset="31967">15452 7155 8191,'-10'7'0,"-11"10"3276,12-5-1489,-14 18-378,8 1 0,-2 5-1409,-3-4 0,-4 2 0,3 1 0,5 2 0,2 2 0,0-1 573,-5-5 0,-1 0 0,9 0-573,16 0 0,8 1 0,3-1 0,4 1 0,2-1 0,0-1 1638,6 10 0,-1-2 0,6 2 0,-8-8-1406,-18-20-232,7 0 0,-4-1 0,6-3 0,9 13 0,0-13 0,19 12 0,-8-18 0,5-2 0,-3-3 0,-3 0 0,-1-2 0,2 0 0,2 1 0,-8-5 0,-4-12 0,-13-7 0,-3-2 0,-4-11 0,-12-7 0,-4 17 0,-13 4 0,-20 19 0,14 12 0,-1 3 0,-1-3 0,0 1 0,-15 10 0,19-7 0,-16-21 0,18 9 0,-5 1-668,-12 0 1,-7-1 0,-2 3 667,12 2 0,0 2 0,-1 0 0,2 0 0,-5 0 0,1 0 0,2 0 0,-17 4 0,16 0 0,32-3 0,0-3 0,-1 3 0,3-2 0,-2-1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23:07.5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5523 5739 24575,'21'-4'0,"-1"-2"0,19 0 0,-11 1 0,7 9 0,5-2 0,-7 7 0,7-9 0,-16 0 0,1 0 0,-5 0 0,14 1 0,3 0 0,10-4 0,-13 4 0,-1 0 0,-5-5 0,-16 4 0,5 0 0,0 0 0,-1 0 0,-4 0 0,1 0 0,19 0 0,-15 0 0,11 2 0,-22-1 0,-2 5 0,-1-3 0,-3 1 0,0-2 0</inkml:trace>
  <inkml:trace contextRef="#ctx0" brushRef="#br0" timeOffset="3234">7138 5707 24575,'21'3'0,"-1"-3"0,19 3 0,1-3 0,-15 0 0,0 0 0,12 0 0,-11 0 0,-11 0 0,3 0 0,8-4 0,8 0 0,-9 0 0,2 1 0,-11 8 0,6-1 0,3 3 0,0-4 0,-8-3 0,-2 0 0,-6 0 0,1 0 0,-1 0 0,0 0 0,-2 0 0,2 0 0,9 0 0,-4 0 0,5-3 0,-13 2 0,-3-2 0</inkml:trace>
  <inkml:trace contextRef="#ctx0" brushRef="#br0" timeOffset="6867">8602 5683 24575,'14'-3'0,"-5"3"0,8-3 0,8 3 0,-3 0 0,9 0 0,-9-3 0,9 2 0,-5 2 0,13 0 0,-15 4 0,2-5 0,-1 0 0,4 0 0,2-1 0,3 2 0,8 5 0,5 3 0,-2-1-337,-9-3 1,-2-1-1,1 1 337,11 6 0,2 2 0,-7-3 0,-12-4 0,-4-2 0,21 4 0,-43-8 0</inkml:trace>
  <inkml:trace contextRef="#ctx0" brushRef="#br0" timeOffset="13334">14099 5739 24575,'25'-6'0,"21"2"0,-7 3 0,4 0 0,-6 0 0,2 2 0,2-1-566,1 0 0,2 0 0,2 0 0,-2 0 566,-4-2 0,-1 0 0,0 1 0,1-1-358,4 1 1,0 1-1,1 0 1,-3-1 357,8-1 0,-1 0 0,-3 0-513,-9 2 1,-1 0-1,-1 0 513,-1 0 0,-1 0 0,2 0 0,10 0 0,2-1 0,-1 2-166,-7 1 0,-2 1 1,2 0 165,9-2 0,3 0 0,-2-1 0,-6 1 0,-1 0 0,1-2 0,1-5 0,0-2 0,-2 1 0,6 4 0,-2 0 0,-8-3 0,0-2 0,-5 4 890,13 10-890,-13-9 0,1-3 0,-2-2 0,2-3 0,-3 2 0,3-1 0,1 1 0,7-1 0,2 0 0,-1 2 325,-6 1 1,-2 1 0,5 1-326,6 1 0,5 0 0,0 1 0,-6 0 480,-8-1 0,-4 1 1,3 0-481,4-2 0,4-1 0,0 0 0,-4 0 0,11-4 0,-4 0 232,-11 1 1,-3 1-233,-5 3 0,-7 1 0,-15-2 0,-3 6 0,-3-3 0</inkml:trace>
  <inkml:trace contextRef="#ctx0" brushRef="#br0" timeOffset="17584">3752 10632 24575,'18'-8'0,"-6"2"0,31-12 0,-5-1 0,-5 7 0,7-1 0,-2 3 0,-4 2 0,2 2 0,-1 2 0,2 1 0,-1 5 0,5 10 0,1 3 0,1-6 0,5 0 0,-2-1-947,-7 0 0,0 0 0,-1-2 947,2-1 0,0-2 0,-6-1 671,10-2-671,-26 3 0,-13-6 0,6 3 0,-11-4 0,0 1 0</inkml:trace>
  <inkml:trace contextRef="#ctx0" brushRef="#br0" timeOffset="27384">9120 10716 24575,'9'-3'0,"-5"0"0,11 3 0,-5 3 0,0-2 0,-1 1 0,-3 1 0,3 1 0,13 7 0,6-3 0,0 1 0,6-6 0,-10-8 0,6 2 0,-1-2 0,-2 2 0,-2 3 0,10-1 0,3-1 0,-14 2 0,2-1 0,8 1 0,4-2 0,-2 2 0,-3-1 0,1 2 0,11 2 0,0 0 0,-17-2 0,0 0 0,7 2 0,-3 0 0,-3-3 0,16 0 0,-24 0 0,4 0 0,-12 0 0,-4 0 0,-3 0 0,1 0 0,-4 0 0,0 0 0</inkml:trace>
  <inkml:trace contextRef="#ctx0" brushRef="#br0" timeOffset="31018">13900 10648 24575,'18'-3'0,"-4"2"0,1-4 0,-5 4 0,-1-2 0,3 3 0,20 4 0,2 1 0,0 0 0,13 1 0,-14 1 0,-5-2 0,-16-4 0,3 1 0,19-1 0,8-2 0,-9 3 0,2 0 0,3 1-820,7 0 1,4-1 0,3 1 0,0 0 748,-5-2 0,1 1 1,1 0-1,0 0 1,-1-1 70,-1 1 0,0 0 0,0 0 0,0 0 0,-1-1-244,-1 0 0,0-1 0,0 0 0,-2-1 0,-4 1 244,3 0 0,-3 0 0,-4 0 0,3 1 0,-6 1 0,-4 5 0,0 1 0,1 0 0,8 4 819,9-4 0,-38-6 0,-8-4 0</inkml:trace>
  <inkml:trace contextRef="#ctx0" brushRef="#br0" timeOffset="33036">11416 10615 24575,'9'-3'0,"13"0"0,-4-1 0,10 2 0,-9 4 0,23 8 0,-10-1 0,5-1 0,4-2 0,7-3 0,0 1-820,-6-1 1,0 1 0,1-1 0,-1-1 261,7-1 0,-2-2 1,0 1 557,-1 0 0,-1 0 0,-8 0 0,-1 0 0,2 0 0,-15 0 0,19-6 0,7-1 0,-18 2 0,1 0 0,5-2 0,3 0 0,-6 0 0,7-4 3276,-8 4-1602,-20 4-1674,1 6 0,-6 0 0,1 0 0,-6 0 0</inkml:trace>
  <inkml:trace contextRef="#ctx0" brushRef="#br0" timeOffset="34301">11442 11363 24575,'0'7'0,"0"2"0,0 13 0,-3-4 0,-1 10 0,1-12 0,0-3 0,6 4 0,12 27 0,3-5 0,-8-14 0,0-2 0,4-1 0,-5-7 0,-5-8 0,5 5 0,-9-5 0,9-4 0,-5 3 0,15-2 0,4 11 0,20-2 0,-13 3 0,9-8 0,1-2 0,6-6 0,-15 2 0,-3-1 0,0-9 0,-28-4 0,0 4 0,-3-7 0,-13 3 0,-9 0 0,-9-1 0,4 5 0,10 3 0,10 2 0,8 3 0</inkml:trace>
  <inkml:trace contextRef="#ctx0" brushRef="#br0" timeOffset="35018">11345 11609 24575,'28'-3'0,"-10"-1"0,10-2 0,-9 3 0,6 1 0,5 1 0,0 1 0,0 0 0,2-2 0,-2 1 0,13 0 0,-31-2 0,7-10 0,2 1 0,4-10 0,-15 10 0,-5 6 0,-11 3 0</inkml:trace>
  <inkml:trace contextRef="#ctx0" brushRef="#br0" timeOffset="36302">11794 11344 11154,'0'-6'0,"8"-6"3276,27-18-1588,-10 10-1688,13-6 2336,-26 17-2336,-3 8 1333,13-1-1333,3 1 0,1 2 0,5-1 3276,14 0-1764,-36 5-1512,0 2 0,1 0 0,8 7 0,-7-6 0,4 28 0,-9 3 0,-3-3 0,-3-5 0,-3-22 0,-12 5 0,-10 0 0,-2 1 0,-6 6 0,2-7 0,3-1 0,17-7 0,-2 1 0,10-1 0,3 10 0,0-5 0,3 3 0,13-10 0,22-1 0,-6-6 0,3-1 0,1 0 0,2 0 0,2 0 0,-2 0-629,5-3 629,-17 4 0,2 0 0,18 2 0,-1 0 0,-19-2 0,0 0 0,16 2 0,7 2 0,-14-1 0,-18-3 0,28-1 0,-45-2 0,0 0 0,0 2 0,0 1 0</inkml:trace>
  <inkml:trace contextRef="#ctx0" brushRef="#br0" timeOffset="41751">9630 11375 24575,'-35'9'0,"12"2"0,-18 0 0,14 2 0,2-1 0,2-5 0,-1 4 0,2-1 0,9-7 0,4 3 0,5 0 0,1 7 0,3 7 0,0 8 0,0-9 0,6 1 0,4-11 0,23 9 0,-12-7 0,15 11 0,-18-14 0,-4 4 0,7-6 0,-8 3 0,0 7 0,-7 8 0,-3 4 0,-3 2 0,-3 19 0,-7-37 0,-19-8 0,-10-5 0,-3 3 0,-4-1-143,3 0 1,-4-1 0,4-1 142,-2 0 0,3-1 0,6 0 0,6-2 0,14 0 0,0-5 0,4 9 0,5-6 0,1 2 427,3-2-427,3 0 0,3 2 0,-2 1 0,1 3 0</inkml:trace>
  <inkml:trace contextRef="#ctx0" brushRef="#br0" timeOffset="43602">9971 11199 24575,'16'-12'0,"-3"5"0,-3 3 0,-5 14 0,-24 20 0,11-10 0,-21 9 0,-5 0 0,0 2 0,8-10 0,2 1 0,1 3 0,13-4 0,1-3 0,-1 7 0,1 4 0,5-13 0,1 11 0,3 11 0,0-16 0,3 20 0,3-26 0,1-6 0,5-2 0,-5-4 0,14 7 0,-6-3 0,5 1 0,-5-6 0,34-3 0,-21-6 0,0 1 0,2 4 0,0-1 0,15-11 0,-29 9 0,0-5 0,0-3 0,12-28 0,-18 18 0,5-13 0,-5-1 0,-12 5 0,1 6 0,-5 0 0,-12 2 0,-6 2 0,1 1 0,-1-1 0,-10-14 0,0 0 0,11 12 0,2 2 0,2-3 0,0 2 0,-12 4 0,-6 7 0,7 1 0,1 6 0,20 7 0,-6 16 0,7-7 0,-4 10 0,9-15 0,3-4 0</inkml:trace>
  <inkml:trace contextRef="#ctx0" brushRef="#br0" timeOffset="45102">10206 11110 24575,'0'12'0,"0"4"0,-3 10 0,-5 7 0,-10 0 0,3 1 0,-6-9 0,5-3 0,-1 2 0,0-3 0,-1 0 0,-9 7 0,1 1 0,9-4 0,3-2 0,-7 12 0,17-12 0,4 11 0,0 2 0,0 13 0,0-8 0,0 1 0,0-10 0,0-3 0,0 6 0,-3-5 0,3-15 0,-6-12 0,-9 0 0,-6-3 0,0 0 0,6 0 0,12 0 0</inkml:trace>
  <inkml:trace contextRef="#ctx0" brushRef="#br0" timeOffset="50418">6393 10872 24575,'14'0'0,"16"0"0,12 0 0,-6 0 0,6 0 0,3 0 0,-6 0 0,3 0 0,0 0 0,3 0-656,-1-2 1,1 0-1,2 0 1,0 0 0,-1 1 360,-3 0 0,0 1 1,-1-1-1,1 1 1,1-1 294,5 0 0,3-1 0,0 0 0,-4 0 0,-5 0 0,-4 2 0,-5 0 0,3 0 0,10 0 0,8 0 0,-5 0 0,-12 0 1072,-7 0-1072,7-1 0,-7 0 0,-27 0 0,-1-2 0</inkml:trace>
  <inkml:trace contextRef="#ctx0" brushRef="#br0" timeOffset="59702">8544 5776 24575,'-4'-6'0,"1"2"0,3-8 0,-2-10 0,-3-6 0,-2 0 0,-2-7 0,0-2 0,4 13 0,1-2 0,-3-19 0,1-2 0,3 14 0,3 1 0,0 0 0,0 0 0,0-9 0,0-3 0,0 10 0,0-1 0,0-1-551,0-7 0,0-2 1,0-1 550,0-5 0,0 0 0,0 4 0,0 0 0,0 4 0,0 2 0,0 8 0,0 21 0,0-3 0,0-8 0,0-11 0,4-4 1652,0 11-1652,0 2 0,-1 15 0,-3-8 0,3 4 0,-2 2 0,1 3 0,10 5 0,29 1 0,0 3 0,4 0-647,1 0 0,3 0 647,-12 3 0,3 1 0,1 1 0,-4-1-912,-3 0 1,-2 0-1,1 0 912,6 2 0,0 0 0,-1 0 0,6 3 0,-2-2-526,0-6 0,-3 0 526,-12 4 0,-3 0 0,21-1 0,-39 5 1038,1 1-1038,3-1 2733,-1-2-2733,-6 1 1310,0-4-1310,-3 14 0,0-2 0,0 30 0,0-18 0,0 1 0,0 1 0,0-1 0,-1-1 0,-1-2 0,2 10 0,-3-10 0,3 4 0,0-3 0,0 14 0,-3-1 0,-2 3 0,0-10 0,0 1 0,-2 9 0,-1-3 0,-1-2 0,5-9 0,8 4 0,0-9 0,0 2 0,-1-1 0,-1 0 0,5 18 0,-7-14 0,0-20 0,0-3 0,-3 1 0,2-4 0,-1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25:39.3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19120 10984 24575,'16'16'0,"-6"0"0,-5-4 0,-5 4 0,4 15 0,-3 1 0,4 13 0,-5 2 0,0-10 0,0 3 0,3-2 0,1 5 0,-3 2 0,0 4-1093,4-1 1,2 4 0,-3-4 979,-3 1 0,0-3 113,5-7 0,-1-4 0,-4-5 0,4-9 0,-4 11 0,6-7 0,3 3 0,3 14 0,0 3-296,-1-14 1,0 0 0,1 2 295,1 14 0,0 3 0,-2-6 0,1-8 0,-2-3 0,-2 7 0,-3-6 3276,-2-15-3232,-6 0-44,-6 21 0,4-1 0,0 10 0,-1 2-782,1-7 1,-1 0 0,0 2 0,1 3 781,2-8 0,0 3 0,0 1 0,1 0 0,-1-2 0,0-3-757,0 3 0,-1-3 0,1-2 0,0 1 757,2 8 0,0 0 0,0-5 0,0-4 0,0-4 730,0 11-730,-2-5 0,0 5 0,2 0 0,-1 4-366,0-11 0,0 4 1,0 2-1,0 3 366,1-3 0,0 3 0,0 2 0,0 0 0,0 0 0,0-1-304,0 2 0,0-1 1,0 0-1,0-1 1,0-1 303,0 0 0,0 0 0,0-2 0,0-2 0,0-4 0,0 15 0,0-11 2514,0-9-2514,0 10 0,2-19 0,0 2 0,0 9 0,0 6 0,3 1-284,6 2 1,2 1-1,1 0 284,-3-1 0,0 0 0,1-4 493,1-6 1,1-3-1,-1-6-493,9 7 3276,-19-24-1511,-3-6-1765,-3 1 0,-4-2 1289,1-2-1289,0-2 0,-1-5 0,4 0 0,-3 1 0,5 3 0,-1 3 0</inkml:trace>
  <inkml:trace contextRef="#ctx0" brushRef="#br0" timeOffset="2343">18048 11163 24575,'0'17'0,"0"5"0,0 4 0,0-4 0,-3 27 0,2-11 0,-6 10 0,1-7 0,-2-1 0,1-15 0,0 2 0,2 6 0,2 8 0,-1 2 0,1-3-989,1 0 1,-1-2-1,2 1 989,0 8 0,2 2 0,-1-4 0,0 0 0,0-5 0,-2-13 0,0-1 0,1 19 0,-3-2 0,0-8 0,0-1 0,2 0 0,-2 7 0,0-1 0,4 0 0,0-12 0,0-1 0,0 0 0,0-3 0,0 2 0,-3 7 0,-1 1 0,0 3 0,0 2 1483,0 5 0,0-3-1483,-3 3 0,7-16 0,0-2 0,0 5 0,0 14 0,0-16 0,0-2 0,0-1 0,0-12 0,0 17 0,0-9 0,0 16 0,0-4 0,0 12 0,0-10 0,0-3 0,0-10 0,0-12 0,0 12 0,0-11 0,0 6 0,0 25 0,0-10 0,0-2 0,0 4 0,0 3 0,0 0 0,0-8 0,0 4 0,1 2 0,1 8 0,0 0 0,0-4 0,2 6 0,1 0-236,-1-10 0,0 4 0,0 1 1,1-3 235,1 1 0,0-2 0,0 3 0,-1 3 0,0 5 0,-1 1 0,0 0-656,-2-9 1,0 1-1,0 0 1,0 1 0,-1 0 16,1 3 0,0 1 0,0 0 0,-1-1 0,0 0 639,0 4 0,-1 0 0,0-1 0,-1-3-507,1 2 0,0-3 0,0 2 507,2-3 0,1 2 0,0 0 0,0-4 0,-3-1 0,0-2 0,2 1 0,4 10 0,1 1 0,-2-6 0,-4-12 0,0-2-116,4 6 0,1 2 116,-5 5 0,-2 0 0,3-10 0,-1 0 0,-1 7 0,0-4 546,3-11-546,-2-16 3276,2 0-2627,-3-2 1,0-4-1,0 0 1</inkml:trace>
  <inkml:trace contextRef="#ctx0" brushRef="#br0" timeOffset="7393">16646 11198 8191,'22'4'0,"-10"0"3276,7 0-1489,-13 2 1031,-3-3-2818,3 4 1719,-5 2-1719,2-2 3276,-3 7 0,0-6-3044,0 4-232,0-6 0,0 3 0,0-2 0,0 2 0,0 33 0,0-24 0,0 21 0,0 0 0,0-18 0,-3 27 0,-1-29 0,1-3 0,0 9 0,-1 4 0,-1 4 0,1-2 0,-2 4 0,-3 5 0,-2 8 0,-1 2 0,1-6-556,0-6 1,1-4-1,-1 4 556,1 1 0,-1 5 0,0 2 0,0-3 0,2-7 0,-1 4 0,0-3 0,1 8 0,2-1 0,7 6 0,0-18 0,0 1 0,0-5 0,0 1 0,0 19 0,0-1 0,0 1 0,0 1 0,0-1 0,3 2 0,-3-19 0,1-3 0,2-13 0,0 0 0,-3-8 1667,3 15-1667,5 8 0,-6 1 0,9 2 0,-7-1 0,-1 2 0,-1-6 0,1 2-1050,3 13 0,1 2 1050,-7 0 0,1-4-297,9 6 297,-10 1 0,3-32 0,0-4 0,2 10 0,3 0 1033,-2 12 0,-1 5-1033,-2-11 0,0 1 0,1 7 0,-2-1 0,-2 2 331,0-22-331,3-6 0,-2 10 0,2 16 0,-3 13 0,0-1 0,0 4-1160,0-10 0,0 1 1160,-2-9 0,0 1 0,-1 0 0,0 1 0,0-1 0,-2-3 0,-1-1 0,0-3 0,0 5 0,2-3 0,0-5 0,4-17 0,0 5 0,0 4 0,0 11 0,0 7 0,0-1 0,0 3 0,0 0-61,0 1 0,0 0 0,0 1 61,0 1 0,0 1 0,0-4 0,0-2 0,0-4 0,0 6 0,0-11 0,0-10 0,0-4 0,0 3 0,0 17 0,0 7 1251,-1-11 1,2 4-1252,4 6 0,3 3 0,0-5 0,1-7 0,0-1 0,6 19 0,1-8 0,0-26 0,-4-6 0,-8 0 0,2 0 0,-6 3 0,0 1 0,0 3 0,0-6 0,0-2 0</inkml:trace>
  <inkml:trace contextRef="#ctx0" brushRef="#br0" timeOffset="10810">15758 11398 8191,'6'7'0,"1"-1"3276,-1 0-1489,0 0 1031,1 4-2818,-1 2 1719,0 7-1719,-2 4 3276,1-3 0,3 17-3044,0-1-232,0 6 0,-5-2 0,-2 1-576,-1-15 0,0 0 576,0 9 0,0 2-142,0 11 0,0-1 142,0-17 0,0 0 0,1 17 0,1-2 0,0-19 0,1-1 0,7 23-643,2-1 643,-4-9 548,-2-4 1,-1-2-549,0-4 145,-1 0 0,1 0-145,4 0 0,1 3 0,-3-13 0,1 6 692,0-1-692,-1 5 0,-2 19 0,4-13 0,-8 8 0,3 0 0,-4 0 0,0-6 0,0 2 0,0-4 0,0-2 0,1 4 0,2 1 0,2-2 0,-1 1 0,-3 7 0,-4-3 0,-3 4 0,-1-1-1011,0-6 0,-1 0 1,0 1 1010,-1 6 0,1 2 0,-4-4 0,-8 4 0,-3-3 0,1 1 0,-1-2-357,3-13 1,-1 1 356,-2 12 0,5-3 0,9-13-194,4 2 194,1 6 0,-3 12 0,0 4 0,-1-4 0,-1-2 0,-2-2 0,0 4-512,3-9 0,0 5 1,-1 2-1,0 0 1,-1-3-1,1-3 512,-6 11 0,-1-4 0,2-3 1170,0 4 1,3-4-1171,1-13 0,4-4 0,6-5 0,0 5 0,0 10-219,0-7 0,0 2 219,0 7 0,0 2 0,0 5 0,0 1 0,0-6 0,0 2 0,0-5 0,0-4 0,0-2 0,0 10 0,0-8 45,0-22 0,0-4 0,0-3 1</inkml:trace>
  <inkml:trace contextRef="#ctx0" brushRef="#br0" timeOffset="50444">13444 11757 24575,'9'-7'0,"0"4"0,-2 0 0,2 3 0,-2 0 0,5 0 0,-3 0 0,35 9 0,-11-2 0,-7-2 0,1 0 0,20-1 0,-27-4 0,12 0 0,-25 0 0,2 0 0,-2 0 0,-1 3 0,23 4 0,-7 6 0,19-5 0,-13 5 0,12-12 0,-19 3 0,7-4 0,-19 0 0,8 0 0,-3 0 0,26-7 0,-10 1 0,6-1 0,-5 3 0,-17 4 0,26 0 0,4 0 0,-14 0 0,0 0 0,13 0 0,-9 0 0,-2 0 0,1 0 0,15 0 0,-13 0 0,-20 2 0,19 3 0,-16-1 0,8 0 0,-11-4 0,-5 0 0,-1 0 0,-3-3 0,3 3 0,-2-3 0,2 3 0,-2 0 0,-1 0 0,3 0 0,-2-3 0,2 2 0,10 3 0,19 22 0,-7-11 0,1 0-1176,-5 1 0,0 0 1176,7-1 0,1-3 0,9-9-208,-3 3 208,-10-5 0,-16-2 0,1 3 0,-4 0 0,3 0 2325,-8 0-2325,-4-2 235,0-2-235,-3-2 0,0-1 0,0 1 0,0 0 0,0-1 0,-4-9 0,3 5 0,-3-6 0,1 5 0,2 5 0,-2-5 0,1 3 0,-3-11 0,1 9 0,-3-8 0,6 12 0,-1-2 0,2 3 0,0-1 0,0 1 0,0 0 0,0-9 0,0-3 0,0-9 0,0-6 0,0 4 0,0 2 0,-3 5 0,-9-9 0,-2 2 0,1-2 0,1 3 0,11 20 0,-6-8 0,6 7 0,-2-4 0,-1-13 0,3 8 0,-3-14 0,4 18 0,0-26 0,0 2 0,3 3 0,1 6 0,2-1 0,1 2 0,0 2 0,5-20 0,-6 15 0,-3 5 0,-3 15 0,0-9 0,0 8 0,0-13 0,0 12 0,0-11 0,0 17 0,0-12 0,0 10 0,0-7 0,0 10 0,0 0 0,-3 2 0,-23 8 0,0 0 0,-2 0 0,4 0 0,-1 1-458,-12 1 0,1 1 458,-9 1 0,7 0 0,5-1 0,20-7 0,3-3 0,1 2 0,0-5 0,-8 2 0,-4 0 916,-20 0-916,7 3 0,-3 2 0,-8-1 0,-1 0 0,0 0 0,1 0-653,1 0 1,3 0 652,10 0 0,3 0 0,-17 0 0,4 0 0,13 4 0,-4 2 0,-3 2 0,4-1 0,-3 1 0,-4 1 0,-7 1 0,-1 0 0,7-2 0,-1 0 0,1-2 0,-10 2 0,-6 2 0,12-6 0,16-7 0,-21 0 0,37-1 1305,-4 2-1305,0 2 0,-6 0 0,-5 0 0,-16 0 0,12 0 0,-1 0 0,16-3 0,11 8 0,1-1 0,3 8 0,0 21 0,0-8 0,0 9 0,0-12 0,0-11 0,0 1 0,0-6 0,0 3 0,0 1 0,0 22 0,0 8 0,6-4 0,1 3-1093,-3-1 1,-1 4 0,2-4 716,6 1 1,1-4 375,-2 14 0,1-33 0,-11-7 0,3-2 0,0-4 0,-2 5 0,7-1 3276,-7 3-2524,13 9-752,-5 13 0,3-11 0,-4 17 0,-6-30 0,-2 10 0,0-11 0,0 5 0,0-3 0,0 7 0,0 4 0,0-3 0,3 2 0,-2 0 0,4-5 0,-4 3 0,2-8 0,-3-3 0,0-8 0,0-2 0,0-6 0,0 4 0,0 3 0</inkml:trace>
  <inkml:trace contextRef="#ctx0" brushRef="#br0" timeOffset="55527">13396 14241 24575,'0'7'0,"0"2"0,0 0 0,0 1 0,2 2 0,-1 1 0,3 21 0,1 5 0,1-2 0,1 8 0,2-3 0,0-20 0,5 6 0,-7-18 0,-1 2 0,-3-3 0,0 24 0,-2-17 0,1 25 0,-2-22 0,0-1 0,0-3 0,0-5 0,-2 8 0,-2-4 0,-5 7 0,5-11 0,0 14 0,2 2 0,2-1 0,0 7 0,0 0 0,0-4 0,0-4 0,0-8 0,0-10 0,3 0 0,0-2 0,15 7 0,20 3 0,8 0 0,-10-6 0,1-1-1093,0 4 1,3 2 0,-3-5 695,2-6 1,-5-2 396,10 7 0,-9-5 0,-16-1 0,-6 5 0,-3-6 0,2 6 0,-6-5 3276,6 1-2482,4 1-794,0-2 0,0 2 0,-1-6 0,-5 2 0,2-5 0,1 3 0,6-1 0,2 2 0,11 1 0,3 2 0,-10-1 0,2 0 0,7 0 0,5 0 0,-2 0 0,4 0 0,-3 0-446,0-2 0,-2 0 446,-6 2 0,-4-1 0,0-6 0,-3 6 0,-6-2 0,-6 3 0,-7 3 0,4 0 892,-4 4-892,8-4 0,-2 5 0,5-1 0,-1 0 0,1 2 0,30-2 0,-24-3 0,27 3 0,-38-7 0,2-3 0,-6 2 0,4-4 0,-1 4 0,11-2 0,0-1 0,8 3 0,12-3 0,2 4 0,-6 0 0,-9 0 0,-17 3 0,-4-3 0,0 3 0,0 0 0,1-2 0,2 1 0,-2-2 0,2 0 0,-6-5 0,0 1 0,-3-6 0,-3 4 0,2 0 0,-1-6 0,2 4 0,0-7 0,0 6 0,0-4 0,0-20 0,0 15 0,2-18 0,-1 26 0,2-2 0,3-18 0,-4 15 0,4-18 0,-6 23 0,0-28 0,-4 10 0,3-21 0,-6 25 0,7-1 0,-3 14 0,3-9 0,0 10 0,0-14 0,0 14 0,-3-14 0,2 17 0,-7-5 0,7 5 0,-13-16 0,11 10 0,-8-8 0,10 9 0,-1 5 0,2-2 0,0-7 0,0 7 0,0-15 0,0 16 0,0-10 0,0 11 0,0-20 0,0 7 0,0-7 0,0 11 0,0 7 0,0 2 0,0-10 0,0 3 0,0-2 0,-3 4 0,2 5 0,-5 4 0,3 0 0,-3 3 0,-1 0 0,1-3 0,0 2 0,-1-1 0,1 2 0,-3 0 0,-1 0 0,-8 0 0,7-3 0,-27-4 0,23-1 0,-18-2 0,23 7 0,-8 0 0,-23 10 0,-3 2 0,7-5 0,4 2 0,-9 4 0,0 1 0,11-3-677,3-1 677,-18 6 0,-3 1-3277,11-3 3165,3-3 1,-2 0 111,-12 0 0,1 0 0,16-12 0,4-8 0,-6 5 558,-5-4-558,16 11 3276,-2 0-2933,6 0-343,-7 0 0,-8-3 0,-1 0 0,-9 1-1008,2-2 0,3 1 1008,15 3 0,-9-2 0,14 1 0,0-2 0,-1 3 0,-5 0 0,4 4 0,-20-3 2016,16 3-2016,-13-4 0,26 0 0,-2 0 0,2-3 0,-11 3 0,2-3 0,-2 3 0,14-3 0,3 2 0,3-1 0,-9 2 0,1 0 0,-2 0 0,2 0 0,3 0 0,-1 0 0,-8 2 0,2-1 0,-4 2 0,10-3 0,6 0 0</inkml:trace>
  <inkml:trace contextRef="#ctx0" brushRef="#br0" timeOffset="62610">13443 12433 24575,'0'7'0,"0"7"0,0 16 0,0 3 0,0 4 0,0-2 0,0-4 0,0-16 0,0-6 0,0 1 0,0-1 0,0 13 0,0 4 0,0 3 0,0-4 0,0 2 0,-1 19 0,2 0 0,1-15 0,2 0 0,4 12 0,2 0 0,-1-8 0,2-2-321,-2-3 1,0-1 320,0 12 0,-9-22 0,0-9 0,0-1 0,0 3 0,3 9 0,-3 16 641,3-2-641,-3 4 0,0-21 0,0-3 0,0-6 0,0 7 0,0-2 0,0 12 0,0-5 0,3-3 0,-2 1 0,4-15 0,-4 5 0,5-12 0,-6 3 0,6-4 0,20-9 0,6-2 0,10 1 0,-7-1 0,-1 0 0,5 2 0,-19 5 0,8 3 0,0 0 0,-7 5 0,5 5 0,-12-2 0,2 5 0,-4-2 0,-5-2 0,2 1 0,-3-4 0,1 4 0,2 2 0,21 10 0,-9-5 0,2 1 0,0-3 0,0 1 0,17 8 0,-14-15 0,0-3 0,15 2-769,-7-3 0,3 0 769,0 0 0,-2 0 0,7-3 0,5-1 0,-26 1 0,-1 0 0,9 7 0,10 5 0,-9 2 0,10-2 0,-7-5 0,-4-4 0,5 0 0,-7-4 1538,-9 3-1538,1-6 0,-12 6 0,2-2 0,-3 3 0,0 3 0,9 0 0,-7 4 0,10-4 0,-11 0 0,2-3 0,3-3 0,-2 0 0,3-1 0,-4 1 0,-3 3 0,11 0 0,-5 0 0,9 0 0,-11 0 0,-1 0 0,-3 0 0,3 0 0,-2 0 0,2 0 0,-2 0 0,-4-2 0,0-5 0,-3 0 0,0-5 0,3-1 0,-3 0 0,3 1 0,-3 2 0,0 4 0,0 0 0,0-1 0,3-2 0,-2 2 0,1-2 0,-2 3 0,0-3 0,0-8 0,0 3 0,0-6 0,-2 2 0,-15-22 0,10 15 0,-11-10 0,17 20 0,-2 1 0,0-2 0,0 1 0,-6 5 0,2-2 0,-5 2 0,2-2 0,-3-1 0,3 0 0,-2-5 0,4-2 0,1 0 0,1-7 0,0 0 0,2 6 0,-1-6 0,1 0 0,1 13 0,3-17 0,0-8 0,-3 8 0,0-5 0,-1 23 0,1 3 0,1-1 0,1-2 0,-2-3 0,3 0 0,0 3 0,0 4 0,0 0 0,0 2 0,0-5 0,0 5 0,0-2 0,0 2 0,0 1 0,4-10 0,-3 5 0,16-32 0,-5 22 0,9-16 0,-9 25 0,-6 0 0,-3 5 0,-6-3 0,3 4 0,-9 3 0,5-3 0,-5 5 0,0-2 0,-4 3 0,-3 0 0,3 0 0,-2-2 0,8 1 0,-2-5 0,2 6 0,-11-3 0,-8 2 0,-7 2 0,-4 1 0,-6 1 0,1 0-1093,4 0 1,0 0 0,-1 1 34,-9-1 0,-1 0 0,3 1 1058,1 0 0,1-1-634,-1-2 1,-3-1 0,6-1 633,8 1 0,1 0-97,-18 0 0,10 0 97,31 0 0,-2 0 0,-30 0 0,0 0 0,9 3 0,-6 0 0,2-2 0,2-6 0,2-1 0,-11 6 0,5-1 0,4-16 3276,16 9-1064,9 5 517,1 0-2729,2 3 328,-2 0-328,-1 3 0,-2 0 0,2 1 0,-2-4 0,-5-9 0,6 1 0,-8-4 0,9 9 0,1 0 0,-1 3 0,7 3 0,-3-3 0,3 6 0,-1 0 0,1-2 0,3 2 0</inkml:trace>
  <inkml:trace contextRef="#ctx0" brushRef="#br0" timeOffset="90944">7333 11752 24575,'6'0'0,"3"0"0,3 3 0,-1-2 0,3 1 0,-7-4 0,3 1 0,-1-2 0,-2 3 0,2 0 0,6 0 0,3 0 0,10 0 0,-4 0 0,-4 0 0,-8 0 0,-3 3 0,0-3 0,4 6 0,0-5 0,12 2 0,-3-3 0,1 0 0,3 0 0,-5 0 0,7 0 0,-7 2 0,18-1 0,-14 4 0,1-1 0,22-2 0,-14 3 0,-2 0 0,-8-4 0,4 4 0,-16-3 0,4 2 0,12 3 0,4 2 0,-7-2 0,0-1-530,17 2 1,1-2 529,-14-2 0,0-1 0,8-3 0,-1 0 0,-10 0 0,-1 0 0,21 3 0,-27-3 0,-10 3 0,-2-3 1059,17 4-1059,9 4 0,-9-6 0,2 1-925,3 4 1,1-1 924,13-4 0,0-2 0,-17 3 0,0 1 0,7-4 0,-4 0 0,-10-3 0,-9-1 0,10-2 0,-11 2 0,8 2 0,-10 2 1849,-1 0-1849,0 0 0,-2-3 0,4-1 0,-4-2 0,5 0 0,-5-1 0,1 1 0,-4 0 0,2-1 0,-3 1 0,0-6 0,0-8 0,0 2 0,0-25 0,0 0 0,0-3 0,0 9 0,0 20 0,0 9 0,0-3 0,0 1 0,6-23 0,-4-11 0,5 4 0,-7 10 0,0 1 0,0 5 0,0-8 0,0 16 0,0 10 0,2-1 0,-1-5 0,6-5 0,-2-7 0,0 6 0,-1-1 0,-4 3 0,0 4 0,0-16 0,0-3 0,0 7 0,-3-25 0,3 28 0,-3-11 0,-1 0 0,3 17 0,-6-10 0,3 15 0,-2-2 0,2 5 0,2-2 0,-1 5 0,2-1 0,-7 1 0,-2-5 0,-1 5 0,-1-5 0,6 9 0,-3-3 0,-22 3 0,5 0 0,-5 0 0,-1-2 0,-4-1 0,1 1-855,1 1 1,0 1 0,0 0 854,-5-3 0,-2 1 0,6 0 0,6 2 0,2 0 0,-16-4 0,5 0 0,17 2 0,-6-2 0,1 0 0,5 0 0,-5 1 0,-2-1 0,-20-9 0,13 5 0,-4-2 0,1 1-1639,-3-1 1,-1 1 1323,5 1 1,-3 1 0,0 0 314,-2-1 0,-1 0 0,-1 0 334,-3 4 0,0 1 1,2-1-335,4-2 0,2-1 0,1 2 0,-11 0 0,9 2 0,17 3 0,11 0 0,5 0 0,-2 0 0,3 0 3276,-3 2-2023,-7 5-2,2-3-1251,-1 1 0,9-2 0,0-2 0,0 10 0,-1-3 0,-4 14 0,7-1 0,0 5 0,4-5 0,0-6 0,0-3 0,0-2 0,0 23 0,0 5 0,0-3 0,0 2-937,0-6 0,0 0 937,0 12 0,0 0 0,0-4 0,0-2 0,1-6 0,-2 0 0,-2 1 0,-1-3 0,3-7 0,-9 3 0,9-6 0,-6 2 0,6 4 0,1 5 0,-2 11 0,0 6-1093,2 0 1,0 5 0,0-2 959,0-6 0,1-2 0,-2 1 133,-2 9 0,-1 0 0,0-7 619,4-15 0,-2-4-619,-5 2 0,0-6 0,3-13 0,1 0 0,0-2 0,3 2 3276,0-3-2571,6-8-374,-2 1-331,5-8 0,3 5 0,1-2 0,29 3 0,-23-1 0,26 2 0,-39 7 0,6-3 0,-12 3 0</inkml:trace>
  <inkml:trace contextRef="#ctx0" brushRef="#br0" timeOffset="97927">7509 12620 24575,'0'6'0,"0"17"0,0-7 0,0 11 0,0-5 0,0-8 0,0 11 0,0 4 0,0 12 0,0-6 0,0 1 0,0-10 0,0-2 0,0 16 0,0-14 0,0-7 0,0 0 0,-6 16 0,4-6 0,-4 3 0,6-17 0,0-9 0,0-3 0,0 0 0</inkml:trace>
  <inkml:trace contextRef="#ctx0" brushRef="#br0" timeOffset="98694">8032 12475 24575,'0'7'0,"0"2"0,0-2 0,0 2 0,0 6 0,0 4 0,0-1 0,0 0 0,0-8 0,0 5 0,0-4 0,0 24 0,0 0 0,0 3-209,0-10 1,0-2 208,0-2 0,0 11 0,-2 4 0,-2 1 0,-5 8 0,3 2 0,-2-1 0,-5-5 0,6-2 0,4-15 0,2-1 0,1 14 417,0 9-417,0-27 0,0-13 0,0-6 0,0 0 0</inkml:trace>
  <inkml:trace contextRef="#ctx0" brushRef="#br0" timeOffset="99466">8271 12674 24575,'12'12'0,"1"1"0,-3-3 0,-4 11 0,-3-2 0,-3 25 0,0 1 0,0-10 0,0 4 0,0-21 0,0 3 0,0 11 0,0-17 0,0 10 0,0-12 0,0 6 0,0 2 0,0 7 0,0 2 0,0 1 0,0-9 0,0-4 0,-3-14 0,2-1 0,-2-3 0</inkml:trace>
  <inkml:trace contextRef="#ctx0" brushRef="#br0" timeOffset="100433">8725 12525 24575,'0'19'0,"0"-2"0,0 6 0,0-10 0,0 14 0,0 6 0,0-1 0,0 6 0,0-4 0,0-5 0,0 0-259,0 16 0,0-2 259,0-3 0,0-2 0,-4 7 0,4 2 0,-1 1 0,-5-20 0,1-1 0,4 16 0,0-2 0,-5 1 0,6-15-30,0 15 30,0 2 0,0-8 0,0-1 0,0 12 0,0-3 0,0-38 0,0-20 0,0 5 0,0-6 0</inkml:trace>
  <inkml:trace contextRef="#ctx0" brushRef="#br0" timeOffset="109111">13653 9989 24575,'0'34'0,"0"0"0,0 4 0,0 3 0,0 9 0,0 0-1639,0-10 1,0 0 1051,0-4 0,0 1 0,0 2 587,0-1 0,1 2 0,-1 1 0,-1-3 0,-1 3 0,-2-1 0,1 2-641,2-4 0,1 4 1,0 0-1,0 0 0,-1-4 641,-2 5 0,0-3 0,0 1 0,3 4 0,0 0 0,0-1 319,-2-8 0,-1-1 0,0 0-319,2 3 0,1-1 0,-1-3 0,-3-1 0,0-3 0,4-1 0,0-4 0,0-3 0,0-11 2001,3 4-2001,3-6 3276,4 4-2334,9-2 124,-5 1-1066,18 0 0,-3-1 0,4-1 0,1-5 0,3 0-731,-6 1 1,3 2 0,2-1 730,4-2 0,3 0 0,1 0 0,0 0 0,-1 2 0,0 1 0,1 0 0,3 0 0,-7-2 0,3 1 0,1 0 0,0 0 0,-1 0 0,-3-1-820,9 2 1,-2 0 0,-1 0 0,0 0 496,-2-1 1,1 1 0,-2-1 0,-2-1 322,1-1 0,-3-2 0,1 1 0,8 2 0,1 1 0,2-1 0,-13-5 0,0 0 0,0-1 0,2 0 0,6 2 0,0 1 0,3 0 0,6-1 0,-16 0 0,3-1 0,3 0 0,3 0 0,1 1 0,0-1 0,0 0 0,-1 0 0,-2 0 0,-3-1 0,3 1 0,-3-1 0,-2 1 0,0-1 0,0 0 0,4 1 0,3-1-274,-6 1 1,4 0 0,2 0 0,3 0 0,0 0 0,2 0 0,-2 0 0,0 0 0,-1 0 0,-4 0 0,-2 0 0,-4-1 19,13 1 0,-5-1 1,-3-1-1,-1 1 1,2 0-135,-2 0 0,2 0 0,0 0 0,-2 0 0,-2 0 1,-4 0 387,5 0 0,-4 0 0,-1 0 102,5 0 0,1 1 0,-1-2-102,-3 0 0,1-2 0,0 1 0,3-1 0,2-1 0,-1 0 394,0-1 0,-1-1 1,0-1-395,0 1 0,-1-1 0,4 0 0,-8 1 0,2 0 0,1-1 0,1 1 0,-3 0 0,2 0 0,-2 0 0,1 0 0,4 0 0,-1 1 0,4-1 0,3 0 0,-1 1 0,-1 0 0,-5 1 0,0 0 0,-3 1 0,-1 1 0,3-1 0,-1-1 0,3 0 0,0-1 0,-1 1 0,-1 2 0,-1 0 1,-1 3-1,0-1 1,0-2-1,0-2 0,1-2 0,0 1 0,1 0 0,2 4 0,0 0 0,1 2 0,0-2-591,3-1 0,0-1 1,1 0-1,-2 1 591,-5 1 0,0 1 0,-1 0 0,2 1 0,-3-1 0,1 0 0,1 0 0,-2 0 0,-3 0 286,3 0 1,-3 0 0,-1 0-287,0-2 0,0 0 0,-8-3 3276,2-12-3165,-23-13 3165,-3 5-3179,-6 0 0,-4-1-97,-10-14 1638,0-4 0,0-4-1276,2 10 0,0-3-362,4 5 0,-2-5 0,2-1 0,1 4 0,2-6 0,0-1 0,1 8 0,-1-4 0,1 1 0,4 5 0,6 1 0,3 2 0,4-14 0,3 1 0,6 11 0,1 2 0,-1-1 0,1 0-132,4-2 0,-1 0 132,-4 0 0,1-4 0,-5 4 0,2-5 0,1-4 0,0 1 0,-4 2-820,-2 4 1,-2 1 0,-1 1 0,1-4 813,2-3 1,0-3-1,1-1 1,-2 2 0,-4 4 5,-3-3 0,-3 4 0,-2 4 0,-1 6 0,-3 3 0,-7-2 0,-6 6 0,-12 16 0,-5 5 0,3-4 0,-3 1 0,-2 3 0,-3 2 0,0-1 0,2 0 0,0 0 0,1 0-667,-4 0 1,-3 0 666,0 0 0,-6 0 0,0 0 0,7 0 0,10 1 0,-3-2 0,1 1 0,-8-1 0,-7 0 0,-5 0 0,-3-1 0,0 1 0,0-1 0,4 0 0,5 1-547,-3-2 1,4 1 0,1-1 0,1 1 0,-4-1 0,-4 1 470,9 0 0,-4 0 1,-2 0-1,-2 1 1,-1-1-1,-1 0 0,0 1 1,1 0-1,1 0 1,1 0-1,3 1-114,-6 0 0,2 1 0,1 0 0,1 0 1,0 1-1,0 0 0,1 0 0,-2 1 190,0 0 0,1 0 0,-1 0 0,0 0 0,0 1 0,1 0 0,-1 1 0,0-1-131,4 1 0,1 0 0,0 0 0,0 0 0,-1 1 0,1 0 0,-1 0 0,0 0 0,-1 0 131,1 0 0,-1 1 0,-1 0 0,0 1 0,0-1 0,1 1 0,-1-1 0,2 0 0,0-1 0,2 0-100,-8 1 0,1-1 1,1 0-1,1-1 1,1 1-1,0-1 1,1 1 99,-1 1 0,0 1 0,2 0 0,0 0 0,0-1 0,1-1 0,-4 0 0,1-1 0,0-1 0,-1 0 0,-4-1 0,12-2 0,-2 0 0,-1-1 0,-2 0 0,0 0 0,-1 0 0,1 0 0,0 0 0,2 1 0,-1 0 0,1 0 0,1 1 0,-1-1 0,1 1 0,-2 0 0,-2-1 0,-2 0 0,7 0 0,-3-1 0,-3 0 0,-1 0 0,-1 0 0,-1 0 0,0 0 0,1 0 0,2 0 0,2-1 0,2 1 0,4 0 0,4 0 317,-11 0 1,7 0-1,3 0 1,-1 0-1,-3 0-317,-1 0 0,-3 1 0,-3-1 0,1 0 0,1 0 0,5 0 0,6-1 0,-2-1 0,7-2 0,-3 1 0,-5 1 0,-4-1 0,0 1 0,4-1 0,0-1 0,3 1 0,-2-1 0,-3 0 0,-3 1 0,-1-1 0,2 0 0,2 2 0,1-1 0,1 1 0,-2 0 0,-2 0 0,-1 0 0,0 0 0,1-1 0,0-1 0,0-1 0,2 1 0,4 0 0,-5 4 0,3-2 0,-11-5 0,1-3 0,16 2 0,2-2 232,-3-1 1,1-1 0,-11-6 0,28 7 0</inkml:trace>
  <inkml:trace contextRef="#ctx0" brushRef="#br0" timeOffset="115894">8190 9893 24575,'0'9'0,"0"9"0,0-4 0,0 4 0,0-5 0,0 6 0,0-8 0,0 8 0,5 11 0,1 5 0,0-3 0,-1 1 0,1 14 0,1 1-332,-3-7 1,-1-4 331,-3 1 0,-2-12 0,0 0 0,1 4 0,-3 4 0,4-9 0,0-10 0,-3-7 663,-6 6-663,-4-10 0,0 2 0,3-3 0,8-3 0</inkml:trace>
  <inkml:trace contextRef="#ctx0" brushRef="#br0" timeOffset="116727">8090 10330 24575,'3'18'0,"1"1"0,8 17 0,-2-11 0,-3 1 0,0 1 0,-2 2 0,-1 4 0,-4-5 0,0-1 0,3 4 0,10 14 0,2 2 0,-1 0 0,1-2 0,-1-5 0,-8-21 0,-5-6 0,2-9 0,-3-11 0,8-24 0,7 5 0,6-5 0,-1 0 0,2-5 0,2-1-742,-2 7 0,3-2 0,1 0 0,-3 4 742,3-5 0,0 3 0,-2 5 0,1 0 0,-1 2 0,2 0 0,0 4 0,-4 2 0,-1 3 0,8-3 0,-23 9 0,-3 6 0,-3-3 0</inkml:trace>
  <inkml:trace contextRef="#ctx0" brushRef="#br0" timeOffset="118230">4908 2560 24575,'24'5'0,"-2"0"0,10-1 0,6 3-656,-4-2 1,13 0-1,6 0 1,-1 1 0,-6-2-7,3 0 0,-4 0 1,5-1 192,-12 0 1,5 0 0,2 0 0,1 1 0,0-1 0,-3-1 0,-4 0 465,2-2 1,-4 0-1,-1 0 1,4 0 2,0-1 0,2 1 0,3 0 0,-1 0 0,-2 0 0,-4 1-2,7 1 1,-4 0 0,2 2 1,4-1 0,3 0 0,-1 0 0,-10 3 0,-8 2 0,-5 2 0,3 0 0,1 1-42,-3-3 1,4-2 41,12-2 0,7-2 0,-3 0 0,0 3 0,1-3 272,0-4 1,4-2 0,-8 1-273,-15 2 0,-7-1 3276,0-10-2846,-36 5 1943,4-1-2373,-10-2 33,15 3 0,-1 4 0,3 0 0</inkml:trace>
  <inkml:trace contextRef="#ctx0" brushRef="#br0" timeOffset="119161">6905 2514 24575,'0'12'0,"0"-4"0,0 9 0,0-6 0,3 4 0,3-3 0,15 5 0,5 0 0,8 5 0,-7-6 0,-2 0 0,-2 0 0,-12-9 0,6 7 0,3-3 0,3-2 0,-4-3 0,-4-6 0,-2 0 0,-1 2 0,16 6 0,-15-1 0,11 1 0,-20-3 0,2-4 0,-24 9 0,-23-1 0,12 0 0,-2 1 0,-12 2 0,0 0 0,12 0 0,3 0 0,2-1 0,4-1 0,-1 1 0,14-8 0,-3-6 0,2 2 0,-6-1 0,4 2 0,-1 0 0,1 2 0,-1 5 0,3-3 0,-2 7 0,8-10 0,-2 5 0</inkml:trace>
  <inkml:trace contextRef="#ctx0" brushRef="#br0" timeOffset="120433">7971 3228 24575,'9'0'0,"9"-12"0,11-10 0,-7 3-960,-1-6 1,2-2 959,5-3-602,-2-5 1,0-7 601,-6 7 0,0-2 0,-2 0-1136,2-5 1,-2-2 1135,-2-2 0,-1-4 0,-4 7 0,-6 16 0,-1 3 0,1-8 0,-1 5 0,-4 12 761,-3 12-761,-3-6 1231,4 8-1231,14 13 0,-2-2 0,5 17 0,3 5-333,-3-9 1,0 2 332,7 17 0,2 3 0,-4-17 0,1 0 0,4 2-320,3 5 1,5 2 0,1 1 0,-1-1 319,-5-7 0,0 1 0,0-1 0,1-1 0,-2 0 0,4 3 0,-1-1 0,0-1 0,-2-2 0,5 6 0,-2-2 0,-15-19 0,-17-21 0,-3-3 0,-5-15 0,5 5 0,0-7 0,4 0 0,0-13 0,3 1 0,2-5 0,0 6 0,2-2 0,-1-1 198,0 0 0,0 0 1,2 1-199,4-4 0,3 1 0,0 3 0,-4 2 0,4 3 0,8 3 0,5 0 0,-3 4 0,-10 7 0,0 1 663,15-10 1,-5 6-664,-18 16 0,-1-3 0,-6 5 0,0-5 0,0 5 3276,0-5-3131,0 5-145,12 31 0,4 6-1230,-4 6 0,-1 5 1230,-2-5 0,-3 3 0,1 6 0,-1 5 0,-2-2 0,-2-5 0,-3-1 0,2 2 0,2-1 0,2 2 0,-1 0 0,1-2 0,1 4 0,0-2 0,2-2-1093,2-2 1,3-2 0,0 0 309,3 1 0,2-1 0,-1-1 783,-1-2 0,0-1 0,0 1-100,3 2 1,0 1 0,1 4 99,-2-4 0,1 4 0,1 2 0,0-3 0,-3-6 0,0-4 0,-1-4 0,1 3 0,2 7 0,2 5 0,-1-5 0,-7-16 0,-6-19 0,-5 0 0</inkml:trace>
  <inkml:trace contextRef="#ctx0" brushRef="#br0" timeOffset="121894">10320 2813 24575,'-16'15'0,"4"-4"0,-19 4 0,18-10 0,-11 5 0,16-10 0,-36 20 0,6-4 0,-2 1 0,0 1 0,-1 2 0,4-1 0,-2 2 0,8-2 0,-4 6 0,0 6 0,35-22 0,0 2 0,0 12 0,3-4 0,13 14 0,10-5 0,-1-4 0,14 4 0,-18-12 0,3-7 0,-10-1 0,-7-8 0,2 0 0,11-12 0,2-6 0,10-14 0,-4 2 0,-1-3 0,-10-2 0,-4 1 0,-5 10 0,0 0 0,2-10 0,0 3 0,-2 7 0,9-4 0,-5 19 0,-2 3 0,-1-1 0,-3 4 0,23 20 0,-14-10 0,5 15 0,-1 2 0,-7-9 0,1 25 0,-10-19 0,-3 7 0,0-3 0,0 5 0,-1 5 0,2 4 0,3-1 0,1 4 0,1-4-456,1 2 1,1-3 455,3 5 0,2-10 0,3-23 0,-10-1 0,-3-4 0,-3 5 0,0-2 0,0 5 227,0-5 1,0-1 0,0-3 0</inkml:trace>
  <inkml:trace contextRef="#ctx0" brushRef="#br0" timeOffset="122912">11033 2935 24575,'-16'4'0,"-16"10"0,-5-4 0,-2 1 0,-7 8 0,13-13 0,4 1 0,11 4 0,7-6 0,-10 13 0,13-8 0,0 5 0,8-2 0,0 6 0,4 2 0,-3 0 0,7 5 0,3 1 0,-2-5 0,7 3 0,-9-16 0,2-2 0,-3-5 0,3-2 0,4 9 0,12 7 0,-6 1 0,5 4 0,-11-9 0,-1-2 0,1 2 0,-6-2 0,-1-1 0,-6 0 0,0-2 0,0-1 0,-12-3 0,-3 0 0,-27-2 0,-11-2-1093,18 1 1,-2 0 0,-5 0 1020,3 1 0,-6 1 0,-4-1 0,-1 2 0,2-1 0,2 0 72,4 0 0,1 0 0,1 1 0,0 0 0,-1-1 0,-7 1 0,-2-1 0,0 1 0,4-1 0,6 1-89,-10 2 0,11-3 89,3-9 0,45-3 0,-4 3 0,3 2 0</inkml:trace>
  <inkml:trace contextRef="#ctx0" brushRef="#br0" timeOffset="123730">11342 2440 24575,'14'46'0,"1"-16"0,3 2 0,-3-1 0,1 2 0,3 3-772,3 4 0,4 5 0,0-1 1,-3-2 771,0 0 0,-3-3 0,1 2-820,-2-3 1,1 2 0,-1-1 0,-5-8-795,3 14 1614,-13-16 0,0 0 729,-1 0 0,0 1-729,-2 19 0,-2 0 0,1-18 0,0-1 0,-1 10 0,-1-5 0,2-10 0,-3-15 297,0-4 0,2-3 0,-2-3 0</inkml:trace>
  <inkml:trace contextRef="#ctx0" brushRef="#br0" timeOffset="124861">12272 2454 24575,'-4'7'0,"-4"2"0,4 1 0,-5-1 0,2 3 0,-7 10 0,-5 14 0,3-14 0,-2 0-1639,-2 9 1,-2 1 1364,-2-2 1,-1-1 273,3-1 0,-5 3-220,3-5 1,-5 4 0,-4 3 0,0 1-1,0-3 1,5-5 219,-7 3 0,2-4 0,-2 3 0,-1 3 0,-5 6 0,0 0 0,2-4 0,7-8 0,2-7 0,5-6 0,-4 4 0,23-16 0,2 6 0,-7 0 0,3 1 3276,-28 6-3030,21-6 1372,-17 3-1618,61-5 0,14-2 0,-3 1-338,7-1 1,1 2 337,-20-2 0,-1 1 0,8 7 0,1 3 0,9 4 0,1 2 0,0-1 0,-1 1 0,-2 1 0,-1 0 0,1-2 0,-1-2 0,-11-5 0,3 0 0,0 0 0,7 1 0,-1 1 0,-5-3 0,-1 1 0,-1 0 0,2-1 0,2 1 0,-7-1 0,-5 2 0,-13-4 0,1-2 0,-1 2 0,1-3 0,-3-2 0,-10-7 168,-4-1 1,-3-3 0,1 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28:54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14229 13726 24575,'-42'-3'0,"6"1"0,-6 1 0,0 1 0,-5 0 0,3 0 0,6-1 0,2-2 0,-2 1-1093,-8-2 1,-2-1 0,6-1 184,9-2 1,0 0 907,-4-2 0,-8 0 0,-3-1 0,0 3 0,7 4 0,-1 2 0,-2 0 0,0 1 0,-1-2 0,2-2 0,-2-1 0,0-1 0,0 1 0,0 1 0,1 1 0,-2 2 0,0 2 0,2 0 0,-1 0 0,-1-1 0,-3-1 0,-2-2 0,1 0 0,3 1 0,8 0 0,-3-1 0,2 1 0,3 1 0,-5 0 0,-1-1 0,3 1 0,1 1 0,3-1 0,-5 1 0,5 1 0,-5 0 0,-3 0 0,0 0 0,-1 0 0,3 0-355,-5 0 0,3 0 1,-1 0-1,-3 0 1,-2 0 354,8 0 0,-4 0 0,-2 0 0,-2 0 0,0 0 0,1 0 0,2 0 0,3 0 0,5 0 0,-11 0 0,6 0 0,1 0 0,-4 0 0,3 1 0,-5-1 0,-1 1 0,1-1 0,3 1 0,7 0 219,-1 1 0,7 1 0,-3 0-219,-9 1 0,-2 1 0,1 1 0,10-1 0,2 1 0,-2-1 0,-8 0 0,-2-2 0,1 0 0,3 0 0,2 1 0,0-3 0,4-2 0,2-2 0,-5 1 0,-6-1 0,-5 0 0,-1 0 0,6 1 0,8 1 0,4 1 0,-7 1-318,5 1 1,-7 0 0,-3 0-1,-3 1 1,-2 1 0,1-1 0,1 1-1,3-1 318,-4 1 0,2 1 0,1-1 0,0 1 0,-2 0 0,-2-1 0,6 0 0,-2 0 0,-2 0 0,-1 0 0,-1 0 0,2-1 0,0 1 0,2-1 0,3-1-368,-5 1 1,2-1 0,1 0 0,2 0 0,1-1 0,0 0 367,-3 0 0,1-1 0,0-1 0,2 1 0,2 0 0,-2 0 0,3-1 0,0 1 0,-2 1-303,-6 1 0,-2 0 0,-1 1 1,-1 0 302,4-1 0,-2 0 0,0 0 0,-1 0 0,0 1 0,8 0 0,0 0 0,-1 1 0,0-1 0,0 1 0,-2 0 0,3-1 0,-2-1 0,-1 1 0,1 0 0,-1 0 0,1 0 0,0 0 0,-4 2 0,1 0 0,0 0 0,1 0 0,-1 0 0,0 1 0,2-1 0,-1 0 0,1 0 0,-1 0 0,0 2 0,-1 0 0,1 2 0,-1 1 0,-2 2 0,1-1 0,0 1 0,1 0 0,2-2 0,0 1 0,1-1 0,1 0 0,0 0 0,1 0 0,-1 1 0,-1 2 0,0 0 0,-1 1 0,1 0 0,1-2 0,0-1 0,-2-1 0,0-1 0,1-2 0,2 1 0,4-1-99,0 3 0,3 0 0,0 1 99,-7 0 0,-1 1 0,1 1 0,1 4 0,1 1 0,3 1 1041,7 0 1,3 2 0,-1-1-1042,-14 11 0,6-1 3276,12 10-1540,6-8 1540,5-7-3154,-4 7 601,5-4-723,4 17 0,23-16 0,5 0 0,-4-5 0,4-1 0,7 0 0,6 2 0,-2-1 0,3 7 0,1 2 0,-7-7 0,1 2 0,1 0 0,-2 0-352,-1 0 0,-2 0 0,2 1 352,-2-1 0,1 0 0,2 1 0,7-3-469,-3-7 1,5-2 0,4 0 0,1-1 0,2-1 0,1 0 0,0-1 81,-2 0 1,2 0 0,0-1-1,0-1 1,3 0 0,0 0-1,3 0 1,1 0 133,-9-2 1,2-1 0,1 1 0,2 0 0,1-1 0,1 1 0,0-1 0,0 0 0,0 0 0,0-1 0,-1 0 0,-2-1 0,0 0 162,0 0 1,0-2 0,-1 1 0,0-1 0,-1-1-1,0 0 1,0 0 0,0 0 0,-1 0 0,1 0 0,0 0-106,2 0 1,1 0-1,0 0 1,-1 0 0,1 0-1,-1-1 1,0 0 0,0 0-1,0 0 1,-1-1 194,4-1 0,1 0 0,0-1 0,0 0 0,-1-1 0,-1 1 0,-2 0 0,-2 0 0,-2 2 0,9 1 0,-5 1 0,-2 1 0,1-1 0,4 0 0,-7-3 0,3 0 0,2 0 0,0 0 0,1-1 0,-3 1 0,-2 1 0,-5 1 0,7 3 0,-6 2 0,-1-1 0,6 0 0,-3-4 0,5-1 0,2 0 0,1-1 0,0 0 0,-1 0 0,-2 1-313,-4 0 1,-2 2 0,-1-1 0,0 0 0,4 0 0,4-1 312,-7-2 0,4 1 0,2-2 0,2 1 0,2-1 0,0 0 0,2 0 0,-1-1 0,0 0 0,0 0 0,-2-1 0,-5 0 0,1 0 0,-2-1 0,1 1 0,0-1 0,0-1 0,0 1 0,1-1 0,0 0 0,1 0 0,1 0 0,1 0 0,-5 1 0,0-1 0,1 1 0,1-1 0,0 0 0,1 0 0,0 0 0,0 0 0,1 0 0,-1 0 0,1-1 0,0 1 0,-1-1 0,1 0 0,-1 1 0,0-1 0,2-1 0,2 0 0,-1 0 0,1 0 0,-1 0 0,1 0 0,0-1 0,-1 1 0,0-1 0,0 1 0,-1-1 0,0 1 0,-2 0 0,0-1 0,0 2 0,1-2 0,0 1 0,-1 0 0,0 0 0,-1 0 0,0 0 0,-1 0 0,-1 0 0,1 1 0,-2-1 0,1 1 0,-1 1 0,9-2 0,0 1 0,1-1 0,-1 1 0,-1 1 0,-2 0 0,-3 0 0,-3 1 0,-5 0 275,8 0 1,-7 1 0,-2 1-1,1 1-275,11 2 0,0 2 0,0 1 0,-9 1 0,1 0 0,0 1 0,0 0-12,-3-3 0,-1 1 0,2-2 1,3 2 11,1-1 0,3 1 0,3-1 0,1 1 0,3-1 0,0-1 0,-8 0 0,0-2 0,2 1 0,0-1 0,2-1 0,1 1 0,1-1 0,1 1 0,1-1 0,-11 1 0,1-1 0,0 1 0,2-1 0,-1 0 0,2 1 0,0-1 0,1 0 0,0 0 0,2 0 0,-1 0 0,2-1 0,0 1 0,0 0 0,-6 0 0,0 0 0,1 0 0,0 0 0,1 0 0,0-1 0,1 1 0,0 0 0,1 0 0,0-1 0,0 1 0,1-1 0,0 1 0,1-1 0,0 1 0,0-1 0,0 1 0,1-1 0,0 0 0,0 0 0,-5 1 0,0-1 0,1 0 0,1 0 0,1 0 0,0 0 0,0 0 0,1 0 0,0 0 0,1 0 0,0 0 0,-1 0 0,1 0 0,0 0 0,-1 0 0,0-1 0,1 1 0,-2 0 0,1 0 0,-1-1 0,-1 1 0,0 0 0,-1-1 0,-1 1 0,-1 0 0,0-1 0,7 0 0,0 1 0,-2-1 0,0 0 0,0 0 0,-1 0 0,-1 0 0,0-1 0,0 1 0,-1 0 0,0 0 0,0 0 0,-1 0 0,1 0 0,-1 0 0,0 0 0,0 0 0,0 1 19,6-2 0,2 1 1,0 0-1,1 0 1,-1-1-1,1 1 1,-1 0-1,-1-1 1,-1 1-1,-3 1 1,-1-1-1,-3 1 1,-3 0-1,-3 0 1,-4 1-20,24-1 0,-7 0 0,-9 2 0,-8 4 0,6 14 1515,-15 0 1,1 0-1516,3-6 0,2-3 0,10 0 0,4-4 619,-10-5 0,3-2 0,2-1 1,1 3-620,-1 3 0,0 3 0,1 0 0,2 1 0,2-3 0,0-1 0,2-3 0,2 1 0,-1-1 0,0 1 0,-2 2 0,0 2 0,-2 2 0,0 0 0,-1 0 0,0-2 0,7-2 0,1-2 0,-4-1 0,-6-1 0,-2-1 0,-7-2 0,5-9 0,-25-1 0,-10-6 2060,1-16-2060,5 3 0,2-5 0,-1 6 0,-1-3 0,2-1 819,0 0 0,0-2 0,1-1 0,-1 2-136,3-5 1,0 2-1,0-4-683,0-1 0,1-3 0,0 0 0,-1 5 0,-2 5 0,0 3 0,-1-1 0,4-1 0,0-1 0,-9 3-200,-11 0 1,-11 5 199,-8 11 0,-7 3 0,-1 1 0,2-2 0,1 0 0,-3-2-528,-3 0 1,-3-1 0,0-2 0,1 0 527,4 0 0,1-2 0,0 1 0,-2 0 0,-3-1 0,-1 1 0,-2 0 0,-1 1 0,3 3 0,-2 0 0,-1 1 0,0 2 0,-3 1 0,4 3 0,-1 2 0,-2 0 0,0 2 0,0 1 0,0 1 0,2 0 0,-1 2 0,1 1 0,-1 0 0,0 1 0,-1-1-547,-3 1 1,-2 0 0,0 1 0,1-1 0,0 1 0,3 0 107,2 1 0,2 0 1,1 1-1,0-1 0,-2-1 439,-6 0 0,-1-1 0,0 0 0,-2 0 0,-2 1-376,8 0 0,-2 0 0,-1 1 1,-1 0-1,0 0 0,1 0 1,0-1 375,-3 0 0,0 0 0,1-1 0,0 0 0,-1 0 0,-1 1-190,3 1 0,-1 0 0,-1 0 1,0 0-1,0 0 0,3 0 0,2 0 190,-3 0 0,2 0 0,1 0 0,3 0 0,3 0 0,-5 2 0,4 1 0,-1-1 0,2-2 0,0 0 0,0 0 0,4 1 61,-6 6 0,-1 1-61,1-3 0,-5-1 0,-3 0 0,2 3 0,7 1 0,1 2 0,-1 0 0,0 0 279,-6-1 1,-1-2 0,0 1 0,3 1-280,6 0 0,2 0 0,0 1 0,-1-2 0,-2-1 0,0 0 0,0-2 0,1 1 643,-6 1 0,2 0 1,-1-1-644,-1 0 0,-2-1 0,2 0 578,3-1 1,0 1 0,-2 1-579,0 2 0,-4 2 0,0 1 0,-2-1 0,9-3 0,-1 0 0,-1 0 0,0-1 0,-2 2-69,0 0 1,-1 1-1,-1 0 1,-1 0-1,2 0 1,1-2 68,0 0 0,1 0 0,1-1 0,1-1 0,1-1 0,-2-1 0,1 0 0,1-1 0,2 1 0,-5 2 0,3 1 0,4-1 1638,1-4 0,2 0-1572,-1 5 0,3 0 2143,1-5-2209,-10 3 642,13-10-642,9-13 2641,11 3-2641,1-6 0,6 16 0,0 3 0</inkml:trace>
  <inkml:trace contextRef="#ctx0" brushRef="#br0" timeOffset="8649">15186 10787 24575,'0'9'0,"0"1"0,0 2 0,0 4 0,0 0 0,0 11 0,0-9 0,0 32 0,0-22 0,0 3 0,0 15 0,0 3 0,0-11 0,0 0 0,0 2 0,0 0 0,0-2 0,0-1 0,0 1 0,0 1 0,0-3 0,0 4 0,0-2 0,0 9 0,0-2 0,0-7 0,0-1 0,0-3 0,0-5 0,0-9 0,0 4 0,0-12 0,11 11 0,1-5 0,6 7 0,-3-15 0,-5-4 0,8-3 0,-1-3 0,19 3 0,8 0 0,-6-1 0,2-2 0,4 0-618,-1 0 1,4 0 0,3-1-1,-1 1 1,-2-1 617,4-1 0,-2-1 0,-1 0 0,0 0 0,-1 0 0,-1 0 0,-1-1 0,-2 1-39,0 0 0,-3 0 1,-1 0 38,-2-1 0,-1 0 0,2 1 0,-2 2 0,1 1 0,2 0 0,0-1-820,6-2 1,1-2 0,-1 1 0,-2 0 635,1 3 0,-3 1 0,-1-1 184,-1-1 0,-1-1 0,-3 0-486,2 3 1,-3 0 485,-3 0 0,0 0 0,4 0 0,1 0 1054,5 0 0,2 0-1054,-5 3 0,1 0 0,3-1 0,-3-1 0,2-1 0,2 1 0,-1-1-820,3 2 1,2 0 0,-1 1 0,-2-2 697,-4 0 0,-1-1 1,-1-1-1,-2 1 122,5 0 0,-3 0 0,-3 0 1540,2 2 1,-3 0-1541,-1 1 0,3 2 0,7 4 0,6 3 0,0 0-277,-7-5 0,1 0 1,3 1 276,-4-1 0,5 2 0,1-1 0,0 0 0,-3-2 0,0-2 0,-3-1 0,0-1 0,1 0 0,6 1 0,1-1 0,-1 0 0,-4 0 0,-2-1 0,-4 1 0,-1-1 0,13 2 0,-4 2 0,-12 1 0,1 1-329,8 2 1,6 0-1,-1-1 329,-8 0 0,0-1 0,3 0 0,-6-3 0,5 0 0,0 0 0,-1 0 0,-7-1 1638,8 2 0,-4-1-1120,9-2 1,-13-4-519,-32-1 0,0-6 2400,-3-11-2400,0-10 0,2 3 0,0-4 0,-1-8 0,-1-2 0,2 3 0,0-1 0,-2-6 0,-3 0 613,-6 1 1,-2 2-614,4 2 0,-2-5 0,1 11 0,-4-5 0,0-3 0,1 1 0,0 2-754,2 1 0,1 1 1,1 0-1,-1-4 754,1-5 0,-1-6 0,1-1 0,0 3 0,0 5 0,0 1 0,0 6 0,1-1 0,4 0 0,1 0 0,-1 7 0,-7-1 0,1 12 0,0 2 0,-1 0 0,-2-7 385,1-1-385,-1-2 3084,5 16-3084,-13 4 0,-16 9 0,10 0 0,-1 0 0,-4 0 0,-3 0 0,-2 2 0,-5 1 0,2-1 0,-11-1 0,0-1-725,9 2 1,-3 1 0,-3-1 724,8-2 0,-2 0 0,-2 0 0,-2 0 0,-2 0-410,4 1 0,-1 0 1,-3 0-1,-1 1 1,-1-1-1,-1 1 0,0-1 1,-1 0 130,6 0 0,-2-1 1,0 0-1,-1 0 0,0 0 1,0 0-1,-1 0 0,1 1 1,-1-1-1,1 1-49,-1-1 0,0 1 0,0 0 1,0 0-1,0 1 0,0-1 1,-1 0-1,1 0 0,0 0 1,0 0 249,0-1 0,-1 0 0,0 1 0,1-1 0,-1 0 1,1 0-1,0 0 0,0 0 0,2-1 0,1 1-234,-4-1 0,1 0 0,1-1 0,0 1 0,1-1 0,0 1 0,0-1 0,0 1 312,-1 1 0,0-1 0,0 1 0,1 0 0,-1-1 0,0 1 0,0 0 0,0 0-180,-1 0 1,-1-1 0,0 1 0,0 0 0,0 0 0,2 0-1,1 0 1,3 1 179,-7 1 0,3 0 0,2 1 0,-2-1 0,-3 2 0,7-2 0,-3 1 0,-2 0 0,-1 0 0,0 0 0,1 0 0,2 0 0,3 0 0,-5 0 0,3-1 0,2 1 0,-1-1 0,-2 0 0,4 0 0,-1 0 0,-2 0 0,0-1 0,-1 1 0,2-1 0,1 0 173,-3-1 0,1 1 0,0-2 0,1 1 0,2 0 0,2 0-173,-3 0 0,3 0 0,1 0 0,-2 0 492,-7 0 0,-3 1 0,3-1 0,5 2-492,-3 0 0,7 3 0,13 1 0,0 0 1638,-12 4 0,3 0-1316,10 0 497,-16 4 0,37-14 0,1 3 0</inkml:trace>
  <inkml:trace contextRef="#ctx0" brushRef="#br0" timeOffset="10783">17232 11729 24575,'0'27'0,"0"0"0,0 12 0,0 3 0,0 1 0,0 3 0,0-2 0,0 5 0,0-3 0,0-2 0,0-8 0,0-18 0,0 5 0,0 14 0,0 1 0,0 9 0,0-9 0,0 4 0,0 2 0,0-1-421,0-3 1,0 0 0,0 1 0,0-1 420,0 5 0,0 1 0,0-1 0,0-5 0,0 9 0,0-5 0,0-8 0,0-3 0,0 16 0,0-6 0,0-17 0,0 0 0,4 17 0,-3 0 0,2-17 0,-2 0 0,-1 7 1681,0 1-1681,0-14 0,0-11 0,0 5 0,0 30 0,0-12 0,0 12 0,0-38 0,0-16 0,0 2 0,0-3 0</inkml:trace>
  <inkml:trace contextRef="#ctx0" brushRef="#br0" timeOffset="11999">17436 11751 24575,'0'13'0,"0"32"0,-6-4 0,-4 5 0,-1 5 0,-1-6 0,-1 1-1093,3-7 1,0 1 0,1-2-103,0 8 0,3-1 1195,2 3 0,2 3-174,1-15 0,1 4 0,1 0 0,-1-1 174,-2 6 0,0-1 0,-1 2 149,1-2 0,0 2 1,-1-1-1,0-4-149,1-5 0,-1-2 0,0-4 0,-2 1 0,2-4 0,3 13 0,-3 4 0,-1 5 0,1-2 0,-3 4 0,-1-11 0,-1 5 0,-1 1 0,0-3 0,2 4 0,0-1 0,0-1 0,-2-1 0,-1 0 0,3-1 0,3-9 0,1-1 0,2-1 0,0 13 0,2-3 0,-1-7 0,0-2 2588,0 16-2588,0-21 2148,0-16-2148,0 1 257,0-3 1,0-4-1,0-3 1</inkml:trace>
  <inkml:trace contextRef="#ctx0" brushRef="#br0" timeOffset="13233">16930 13378 11296,'7'33'0,"-2"-11"1638,8 19 0,1 2 29,1-7-1667,-2 0 0,-1-2 0,-6-13 2311,3 7-2311,-6 1 0,1 3 0,4 10 0,3 7-75,-1-13 1,2 6-1,1 1 1,0 0-1,-2-5 75,0 3 0,-1-4 0,1 2 0,3-1 0,1 4 0,0-4 0,-4-11 3276,-4-4-2346,-1-14-930,-3-3 0,19-6 0,16-6 0,6-7 0,-2-2 2192,-18-3-2192,-2 4 0,1-3 0,1-1 0,4-3 0,8-2 0,6-2 0,-2 0 0,-8 6 0,-2 0 0,2-1-400,3 1 0,3-1 0,0-1 1,-2 1 399,1-3 0,-3 0 0,0 1 0,-4 2 0,-1 2 0,-2-1 0,11-9 0,-8 3 0,-18 7 0,0 4 0,-24 2 0,6 4 1599,-8-1-1599,14 3 0,-3 3 0,3-30 0,0 11 0,0-28 0,0 28 0,0 2 0,0 15 0</inkml:trace>
  <inkml:trace contextRef="#ctx0" brushRef="#br0" timeOffset="29200">14175 13358 24575,'0'9'0,"0"0"0,8 10 0,15 9 0,-3 4 0,5-2 0,-17-6 0,-6-13 0,-2 3 0,3-4 0,-2 6 0,2 0 0,-3 0 0,0-1 0,0-5 0,0-1 0,2-3 0,-1 41 0,2-18 0,-3-2 0,0-1 0,0-6 0,0-6 0,0-6 0,0 4 0,0-3 0,0-2 0,0 5 0,0-3 0,0 1 0,0-1 0,0 3 0,0 1 0,0 3 0,0-6 0,0-4 0</inkml:trace>
  <inkml:trace contextRef="#ctx0" brushRef="#br0" timeOffset="30150">14336 13491 24575,'0'18'0,"0"-1"0,0 7 0,0-1 0,0 8 0,3-4 0,-2 8 0,4 11 0,-4-6 0,2 1 0,-3-16 0,0-15 0,0 2 0,0-5 0,0 2 0,0 0 0,0 3 0,2 11 0,-1-5 0,5-2 0,-6-7 0,3-6 0,-8 3 0,3-2 0,-3-1 0</inkml:trace>
  <inkml:trace contextRef="#ctx0" brushRef="#br0" timeOffset="31486">14201 13896 24575,'16'31'0,"-2"-7"0,8 16 0,5-1 0,-12-10 0,2 3 0,-11-14 0,-3-11 0,3-1 0,13-15 0,-10 4 0,13-6 0,-13 4 0,16-7 0,-12 3 0,8-5 0,-14 7 0,-1 6 0,0-3 0,0 3 0,1-9 0,-1 1 0,0-2 0,1 1 0,-7 5 0,-6-5 0,1 5 0,-3 1 0,8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29:51.2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3431 11172 24575,'15'3'0,"4"-2"0,0 2 0,0-3 0,9 4 0,6-2 0,8 1 0,-4-1 0,11 4 0,-11-3 0,4-1 0,-13-1 0,-20-1 0,-3 3 0,15 1 0,8 1 0,2 0 0,12-1 0,-6 0 0,-1-2 0,-8-2 0,1 0 0,-13 0 0,-2 0 0,-4 0 0,15-2 0,23 7 0,-10-2 0,4 0 0,-4 1 0,3 2 0,-3 0 0,3 0 0,-1 0 0,1-1 0,-5-1 0,-11 0 0,-11-4 0,16 0 0,-17 0 0,31 0 0,-20 0 0,2 0 0,0 0 0,0 0 0,19 0 0,-24 0 0,-17-2 0,1 1 0,-1-2 0,2 3 0,-2-3 0,-1-3 0,-3-1 0,0-5 0,0 8 0,0-2 0</inkml:trace>
  <inkml:trace contextRef="#ctx0" brushRef="#br0" timeOffset="3800">5239 11104 24575,'12'3'0,"-4"1"0,9 5 0,26 6 0,-16-9 0,3 0 0,5 1 0,5 0 0,-2-2-1137,10-1 1,-1-2 1136,-5 3 0,-3-2 544,2-6-544,-35 0 0,-6-9 0,0-22 0,0 13 0,-3-15 1729,-4-3-1729,-5 8 0,0-3 0,3-8 0,0 1 0,-2 6 0,1 2 0,5 2 0,3 5 0,2 7 0,0-12 0,0 7 0,0-14 0,4-2 0,-3-2 0,3 13 0,-7 4 0,3 11 0,-3-4 0,3 5 0,0-3 0,0-2 0,0-2 0,0 4 0,0-2 0,0 10 0,0-6 0,0-2 0,0 2 0,0-4 0,-3 5 0,-6 3 0,4 1 0,-6 6 0,7-3 0,-11 3 0,-11 0 0,-5 2 0,3 0 0,0-1 0,-7 1 0,1-1 0,-2-1 0,21-3 0,0 2 0,-26 1 0,8 3 0,-7 0 0,2 0 0,3 0 0,1 0 0,-2 1 0,-2-1 0,10-1 0,12-2 0,7 3 0,9 2 0,-3 11 0,3 22 0,0 10 0,-3-6 0,-1 3 0,1-2 0,-1 3 0,-1-4 0,-1 3 0,-1-4 0,1-9 0,0-3 0,2 13 0,4-10 0,3 1 0,2 6 0,-2-3 0,1 2 0,0 0 0,3 10 0,0 0 0,-2-7 0,-1 1 0,0-7 0,3 4 0,6 7 0,-2-25 0,0 20 0,-2-11 0,-6-3 0,12-1 0,-4-13 0,1 3 0,-6-4 0,-6-9 0,0 0 0,0-7 0,-4-8 0,-1-16 0,0 7 0,1-2 0,4 20 0</inkml:trace>
  <inkml:trace contextRef="#ctx0" brushRef="#br0" timeOffset="6767">11798 11289 24575,'19'0'0,"5"0"0,-6-3 0,1 2 0,-7-2 0,21-3 0,9 4 0,-12-1 0,5-2 0,1 0-575,8 2 0,1 1 0,2-1 575,2 0 0,0 0 0,1 1 0,-1 0 0,0 2 0,1 3-304,-6 5 1,3 3 0,-2 0-1,-7 0 304,1-2 0,-3 2 0,4 3 0,4 3 0,-12-6 0,-13-8 0,2 0 0,8-2 0,5-2 0,3-1 0,3-1 0,1 0 100,0 0 0,2 0 1,0-1-101,-3-1 0,2-1 0,-1 0 0,-5 0 617,1-1 1,-4 0-618,2-3 0,-5 1 0,-11 2 0,4 0 0,-5 4 0,21 3 1403,-23 0-1403,16 0 0,-29-2 0,3 1 0,-5-2 0,1 3 0</inkml:trace>
  <inkml:trace contextRef="#ctx0" brushRef="#br0" timeOffset="8901">11891 11360 24575,'0'9'0,"0"0"0,0 4 0,0 19 0,3-6 0,-3 20 0,3-18 0,-3 5 0,3-14 0,-2 8 0,1 2 0,1-6 0,1-1 0,2-16 0,9-6 0,28-1 0,-12 1 0,4-1 0,0-1-1639,13-2 1,2 0 1566,-5 3 1,3 1 0,2-1 71,-7 0 0,2-2 0,-1 1 0,-4 0 0,8 2 0,0 0-346,-11 0 0,5 0 1,0 0-1,-3 0 346,1 0 0,-2 0 0,-1 0 0,2 1 0,0 0 0,4 0 0,-6-1 0,3 0 0,1 0 0,1 0 0,1 1-656,4 1 1,1 2-1,1-1 1,1 0 0,1-2 601,-3-2 1,1-2-1,1-1 1,1 0-1,-1 1 1,-1 0 53,-3 2 0,-1 1 0,0 1 0,0-1 0,-1 0 0,-1-3-101,4-1 1,0-2-1,-1-1 1,-4 0-1,-6 1 101,8 0 0,-9-1 2365,2-4-2365,-40 2 1228,-7 2-1228,-6-11 1638,4-15 0,1-5-389,-2-8-821,6 2 1,-2 0-429,2 17 0,-1 4 0,-1-7 0,-9 4 0,-3 1 0,-1-5 0,-6-5 0,16 1 0,7 28 0,-2-4 0,0 16 0,-24-3 0,-16-3 0,5 2 0,-6 0 0,-4 1 0,-2 1-547,9 0 1,-3 1 0,-1 1 0,-1 0 0,0 0 0,1 0 369,1-1 0,0 0 1,0 0-1,0 0 1,1 1-1,0 0 177,3 1 0,-2 1 0,2 1 0,1-1 0,3 0 0,6-1 0,-14 3 0,7 0 0,0 0 0,5-1 0,12 0 0,-13-5 0,-3-1 0,14 2 0,-2-6-626,-8-12 1,-7-11 0,0-3 0,7 7 625,9 7 0,2-1 0,-9-14 0,-3-7 0,15 12 0,19 17 0</inkml:trace>
  <inkml:trace contextRef="#ctx0" brushRef="#br0" timeOffset="26584">10309 9408 24575,'4'22'0,"0"17"0,5-1 0,-4-6 0,0-1 0,1 0 0,0 9 0,-3-19 0,2 14 0,4-9 0,2 3-811,0 5 0,2 6 811,1 4 0,2 6 0,-2-1 0,-3-7 0,-2 0 0,0 3 0,-2-4 0,1 4 0,-2-1 0,-1-6 0,0 8 0,-3-6 0,-2-4 0,0-8 0,0-16 0,0 7 0,0-7 0,0-2 0,0-46 0,-3 16 811,-13-15 0,-3 1-811,4 19 0,-5-3 0,2 3 0,15 11 0,0 1 0</inkml:trace>
  <inkml:trace contextRef="#ctx0" brushRef="#br0" timeOffset="27900">10362 10207 24575,'3'24'0,"3"-3"0,1 7 0,-1-9 0,-3 2 0,-3-10 0,3 3 0,3-2 0,4 1 0,0 9 0,-4-2 0,0-2 0,-3-5 0,3-7 0,1-6 0,-1-3 0,0-4 0,13-4 0,-4 0 0,7-1 0,-4 0 0,-2-5 0,8-7 0,-9 3 0,-1 1 0,-11 5 0,-3 8 0,0-8 0,0 8 0,0-5 0,0 2 0,0-15 0,0 9 0,0-9 0,3 16 0,-2-1 0,1 4 0,-2 0 0,0 2 0,0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32:12.0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5461 10789 24575,'0'0'0</inkml:trace>
  <inkml:trace contextRef="#ctx0" brushRef="#br0" timeOffset="1916">5486 10862 24575,'22'4'0,"25"1"0,-4 1 0,3 0 0,-3-2 0,0 0 0,1 0 0,-3-1 0,-12-1 0,1-1 0,17-1 0,3 0 0,-4 0 0,4 0-184,-3 0 0,4 0 1,-6 0 183,-8 3 0,-3 0 68,-4-3 0,-4 1-68,-5 5 0,14-6 0,6 3 0,6 2 0,-12-3 0,2 0 0,3 1 0,-1 0-820,6 1 1,2 1 0,0 0 0,0-1 381,-2 0 1,1-1 0,-1-1 0,1 0 437,1-1 0,1 0 0,-2-2 0,-1 1-738,4-3 1,-3-1 0,-2 1 737,-7-1 0,-2 1 0,2 0-257,3-1 1,1 1 0,-2 2 256,10 5 0,1 1 0,-13-2 0,4-1 0,2 0 0,-1 2 0,2 1 0,-1 3 0,1-1 0,1 0 0,-1-2 0,2 0 0,-2-1 0,1 0 0,-3 1 0,0 0 0,-2-1 0,-3 0-832,13 0 1,-5-2 831,-5-1 0,1-2 0,-6 1 0,1 0 0,2 0 0,3 0 0,2 0 0,1 0 0,-6 0 0,2 0 0,-1 0 0,1 0 205,0 0 0,0 0 1,-1 0-1,-2 0-205,1 0 0,-2 0 0,-3 0 0,2 0 0,2 0 47,2 0 0,6 0 1,-1 0-1,-10 0-47,4 0 242,5 0 1,9 0-1,-12 0-242,-17 0 1942,9 0-1942,-18-2 3276,-8 1-3223,3 1 3024,11 5-3077,-5-2 0,13 2 0,-4-10 0,-5 4 0,-1-6 0,-3 1 0,-4 2 0,7-2 0,-8 9 0,-1-2 0,0 2 0,1-3 0,15 0 0,0-2 0,1-1 0,8 2 0,8-3 0,-36 4 0</inkml:trace>
  <inkml:trace contextRef="#ctx0" brushRef="#br0" timeOffset="26500">8139 12936 24575,'7'0'0,"-1"0"0,9 0 0,1 0 0,11 0 0,11 0 0,4 0 0,-6 0 0,-5 0 0,-22 0 0,0 0 0,-2 0 0,8 0 0,23 7 0,7-6 0,-15 3 0,2-1 0,-5-3 0,0 0 0,1 0 0,-1 0 0,15 0 0,-4 5 0,4 3 0,-5-1 0,3 2 0,1 1 0,3 1 0,2-1 0,2-3 0,2-2 0,0-1 0,-4 2 0,0 0 0,-1-3 0,-1-5 0,-2-1 0,1 1 0,-1 5 0,0 1 0,-1 0-339,-6-3 1,-1-1-1,1 2 339,7 6 0,1 3 0,1-3 0,5-3 0,1-3 0,-4 1 0,-3 4 0,-3-1 0,7-5 0,-9-2 0,-23 1 0,-9 0 0,-3-3 0,0 3 0,-3-3 0</inkml:trace>
  <inkml:trace contextRef="#ctx0" brushRef="#br0" timeOffset="34900">7427 12005 24575,'9'-22'0,"13"-7"0,9-4 0,2 2 0,6-1 0,0-1-820,-9 5 1,1-1 0,1 0 0,0 2-1,0 1 1,1 2 0,0 0 0,-3 2 255,-1 1 0,-2 1 0,1 1 1165,2 1 0,1 0 0,-2 1-601,8-2 0,-2 0 695,1-3 0,-3 3-695,10 6 0,-5 37 0,-5-6 0,-12-3 0,-1 1 3276,1-1-2019,-12-5-997,1 19 0,-2 6-260,0 14 0,0 0 0,-2-1 0,-2-6 0,1-7 0,-1-23 0,-1-4 0,0 9 0,-3 0 0,0 10 0,7 15 0,2-8 0,7-10 0,0-3 0,1 1 0,7 8 0,-21-19 0,-3-2 0,0-7 0,0-5 0</inkml:trace>
  <inkml:trace contextRef="#ctx0" brushRef="#br0" timeOffset="36624">7908 11578 9651,'-9'-3'0,"-4"-3"3276,-9-7-1441,5 3 756,-10-8-2591,2 9 0,-4 2 0,-14 1 0,-2 1 214,0-1 1,2 2-215,2 3 0,4 2 3276,-2 1-1274,25 2-2002,-1-1 0,-12-7 0,-3 2 0,-6-1 0,0 0-308,-4-1 1,-2-1 307,-5 3 0,-4 0 0,6 0 732,12-1 1,4 0-733,-1 3 0,1-1 0,-13-5 0,0 10 0,-5 2-710,2-5 0,-5 0 710,13 1 0,-4 1 0,-1 0 0,2-1 0,-3-1 0,1-1 0,2-1-45,2-1 0,0-1 1,3 0 44,-2-1 0,0-1 0,4-5 0,-2-3 0,1 1-746,-1 4 0,1 2 0,-1-1 746,-1-2 0,-1-1 0,2 3 0,-14 5 0,9 4 0,17 0 0,1 8 0,-1 1 0,-15-1 618,3 5 1,0 1-619,-9-3 63,19-1 1,4-1-64,9-1 3093,5 12-3093,4-1 0,-2 8 0,-6 2 0,3 10 0,2-18 0,2 4 0,3 20 0,2 3-1189,-1-9 1,0 0 1188,2 4 0,0-2 0,-1 2 0,3-29 0,-4-15 0,0 1 0,0-5 0</inkml:trace>
  <inkml:trace contextRef="#ctx0" brushRef="#br0" timeOffset="38366">5373 11943 24575,'3'13'0,"3"-1"0,-3-3 0,1-2 0,-1 2 0,-3-3 0,0 1 0,2-1 0,-1 6 0,5-2 0,-3 3 0,4-4 0,-1-3 0,0 0 0,-2 1 0,1 2 0,-1 3 0,5-1 0,-2 1 0,2-6 0,0 6 0,0-7 0,-2 6 0,2-11 0,-8 6 0,7-3 0,-7 4 0,8-4 0,-6 0 0,6-14 0,1-1 0,0-4 0,-1 4 0,-3 6 0,18-6 0,-8 2 0,10 0 0,-17 2 0,2-1 0,2-5 0,4-2 0,-4 3 0,-5 2 0,-7 3 0,4-1 0,-1 3 0,2 0 0,0-3 0,3-4 0,-2 0 0,2 3 0,-2 1 0,-4 6 0,0-6 0,-3-8 0,0 6 0,0 6 0,0 4 0,0 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33:49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9535 6689 24575,'-9'11'0,"2"-3"0,-5 7 0,8-8 0,-5 2 0,2 12 0,-12 16 0,-1 5 0,9-19 0,2 2 0,-11 19 0,4-2 0,12-12 0,4-12 0,0 0 0,0-12 0,11 18 0,4 4 0,7-2 0,-5 2 0,1-3 0,1-13 0,-7-9 0,-8-6 0,7-6 0,-9-2 0,3-23 0,-2 7 0,-2-14 0,2 20 0,-3-4 0,0 8 0,0-16 0,-3 14 0,2-2 0,-4 17 0,4-10 0,-2 3 0,3-20 0,0 9 0,0-3 0,0 21 0,0 50 0,0-16 0,0 7 0,0-2 0,0-13 0,0 0 0,0-10 0,3-2 0,0 2 0,9 1 0,1-6 0,-2-4 0,-3-18 0,-8 9 0,0-8 0</inkml:trace>
  <inkml:trace contextRef="#ctx0" brushRef="#br0" timeOffset="1296">9943 6977 24575,'-16'-11'0,"10"1"0,-12 3 0,14 3 0,-5 1 0,-10 7 0,7 0 0,-16 7 0,14 1 0,-1 4 0,5-5 0,7 0 0,0-8 0,3 6 0,0 1 0,0 8 0,3-4 0,6 11 0,-2-11 0,10 12 0,-5 1 0,1-2 0,-6-11 0,3-59 0,-9 21 0,3-17 0,-1-4 0,-3 19 0,0 1 0,0-11 0,0-1 0,0-3 0,0 3 0,0-5 0,0 6 0,4 19 0,-3-20 0,3-12 0,-4 23 0,0 1 0,0-13 0,0 87 0,0-12-365,0-4 1,0 7 0,0-1 364,0-6 0,0 1 0,0 1 0,0 9 0,0 3 0,0-3 0,1 3 0,1-3 0,-2 3 0,0-10 0,3-22 0,-3 5 0,0 15 0,0-8 273,0 3 0,0-23 0,0-1 1</inkml:trace>
  <inkml:trace contextRef="#ctx0" brushRef="#br0" timeOffset="2780">10323 7007 24575,'-28'-4'0,"-1"0"0,-1 0 0,3 4 0,3 3 0,13 3 0,-4-2 0,3 4 0,-8-2 0,2 6 0,-14 4 0,17-2 0,-1 10 0,10 2 0,6 21 0,0-13 0,0 3 0,0-26 0,3-4 0,9 2 0,18-1 0,-7-4 0,2-6 0,2-6 0,-7-10 0,-2-5 0,4 4 0,0-1 0,0-12 0,-3 0 0,-2-10 0,-9 15 0,-3-1 0,-7-5 0,-4 0 0,2 7 0,-1 1 0,-3-4 0,0 2 0,-2-5 0,4 6 0,2 3 0,-2-1 0,6 1 0,-7-4 0,6 6 0,-1-13 0,0-3 0,-6-5 0,-1 10 0,-2-5 0,-1 5 0,-5 3 0,-1 4 0,-2-1 0,0 4 0,-1 4 0,15 25 0,17 8 0,-5 2 0,11-3 0,-7-4 0,6 16 0,1 7 0,-7-5 0,0 3-288,4 8 1,1 5-1,-1 0 288,-7-7 0,-1-1 0,0 0 0,4 10 0,-1-3-24,-4-7 0,-1-6 24,-1-10 0,0 4 0,2 1 0,6 8 0,-1-5 0,1 0 0,4 2 860,-5-10-860,-7-8 12,-12-11 1,7 1 0,-6-5 0</inkml:trace>
  <inkml:trace contextRef="#ctx0" brushRef="#br0" timeOffset="3630">10664 6988 24575,'11'27'0,"-4"-8"0,3 15 0,0-2 0,0-1 0,-1-1 0,0 3 0,0 8 0,-2-9 0,-2-8 0,-1 5 0,0-2 0,-4-18 0,2-5 0,-1 1 0,2-4 0,-3 2 0</inkml:trace>
  <inkml:trace contextRef="#ctx0" brushRef="#br0" timeOffset="4296">10669 6589 24575,'0'-9'0,"0"2"0,0 4 0</inkml:trace>
  <inkml:trace contextRef="#ctx0" brushRef="#br0" timeOffset="6413">12231 6691 24575,'-2'6'0,"-2"-2"0,-2 1 0,-21 10 0,-14 7 0,13-7 0,-1 1 0,0-5 0,2-1 0,-16 8 0,19-11 0,11 3 0,10-3 0,6 5 0,0-2 0,4 2 0,5 1 0,1 2 0,6-5 0,3 8 0,-7-13 0,13 11 0,-19-11 0,9 9 0,-14-7 0,5 28 0,-7-16 0,4 14 0,-6-21 0,-8-6 0,-19 2 0,-8-5 0,-2-2 0,12-2 0,0 0 0,-12 0 0,5-2 0,16-3 0,4 3 0,5-3 0,-2 2 0,2-8 0,-5 2 0,-1-3 0,0 6 0,3 2 0,5 5 0</inkml:trace>
  <inkml:trace contextRef="#ctx0" brushRef="#br0" timeOffset="7313">11991 6734 24575,'6'2'0,"1"5"0,-1 5 0,-3-1 0,3 6 0,-5 0 0,1 21 0,-1-5 0,-2 5 0,1 7 0,0 1 0,0-7 0,0-2 0,1-3 0,-2-5 0,-1-10 0,1-4 0,-2-5 0,0 4 0,0-6 0,-1 7 0,-1-3 0,-2 2 0,0-10 0,-2-3 0,0-7 0,-21 9 0,17-1 0,-13 5 0</inkml:trace>
  <inkml:trace contextRef="#ctx0" brushRef="#br0" timeOffset="8782">12669 6638 24575,'0'6'0,"0"12"0,0-9 0,0 11 0,0-5 0,0 6 0,0 18 0,0-3 0,0 11 0,-3-16 0,2-9 0,-1-7 0,-1-8 0,2 2 0,-2 0 0,14 13 0,-8 0 0,8 25 0,-11-13 0,0 11 0,3-26 0,0-1 0,16-9 0,5 6 0,-2-1 0,21 6 0,-31-15 0,19 3 0,-24-8 0,8-3 0,27-13 0,1-3 0,-16 8 0,-2 1 0,6-7 0,-24 14 0,-14-11 0,-3 5 0,0-3 0,4 6 0</inkml:trace>
  <inkml:trace contextRef="#ctx0" brushRef="#br0" timeOffset="9813">12480 6930 24575,'12'6'0,"10"1"0,14 4 0,-7-8 0,7-2 0,0 0-699,0 0 0,1 0 0,1-3 699,10-2 0,1-3 0,-4 1 0,-1 1 0,-6-1 337,-9-1 0,-8-2-337,-15 1 86,-3 3 1,-3-4-1,0 6 1</inkml:trace>
  <inkml:trace contextRef="#ctx0" brushRef="#br0" timeOffset="10880">13355 6610 24575,'-3'-6'0,"-6"-1"0,2 7 0,-14 3 0,13 7 0,-7 3 0,-2 17 0,1 6 0,-1 2 0,3-6 0,-2 6 0,4-6 0,2 1 0,4-4 0,2-1 0,4-3 0,4 12 0,-3-15 0,14 11 0,5-12 0,11 11 0,-7-15 0,-2-6 0,0-17 0,4-5 0,14-2 0,2-1 0,-4-3 0,-1 0 0,3 2 0,-7-1 0,-17-2 0,-14-7 0,-2-9 0,0-3 0,0-8 0,0 16 0,-11-10 0,-7 8 0,0 11 0,-3 2 0,-12-5 0,3 5 0,16 9 0,4 9 0,-23-6 0,-8-4 0,2 5 0,-3-9 0,36 13 0,-6-3 0</inkml:trace>
  <inkml:trace contextRef="#ctx0" brushRef="#br0" timeOffset="12446">13268 7177 24575,'6'-6'0,"2"-8"0,7-10 0,-3-3 0,3-2 0,-6 4 0,-7 0 0,0-3 0,7-18 0,-8 6 0,0-5 0,3 7 0,1-2 0,1 2 0,0-4 0,3 0 0,2 2 0,3-3 0,0 8 0,11-3 0,-3 8 0,-3 2 0,-7 5 0,1-10 0,-10 15 0,-24-3 0,7 7 0,-11-5 0,15 13 0,8 3 0</inkml:trace>
  <inkml:trace contextRef="#ctx0" brushRef="#br0" timeOffset="14564">14437 7036 24575,'0'6'0,"0"12"0,0-9 0,0 14 0,0 12 0,0 5 0,0 8 0,0-15 0,0-18 0,0 2 0,0-3 0,-9 5 0,-11-2 0,4-7 0,-14 1 0,6-7 0,4 0 0,-4-4 0,11 0 0,0 0 0,-5 0 0,4 0 0,2 0 0,5 0 0,4 0 0</inkml:trace>
  <inkml:trace contextRef="#ctx0" brushRef="#br0" timeOffset="16395">15777 6557 8191,'-9'7'0,"-1"-4"1638,-13 7 0,-7 1-745,-3 1 1,-3 1-894,4-1 0,-1 2 0,0-1 0,-8 5 0,2-1 1409,11-6 0,4-1-1409,1 4 0,2-5 0,13-4 1719,-7 3-1719,3-2 3276,-4 10 0,-4 3-3044,4-2-232,4-3 0,9-7 0,3 2 0,18 9 0,9 10 0,-1-4 0,-3 0 0,-17-15 0,0-3 0,0 1 0,-2 5 0,-1 1 0,-3 10 0,0-9 0,0 4 0,0-11 0,0 2 0,0 0 0,-9 7 0,-19 5 0,5-4 0,-8-3 0,13-17 0,-5-12 0,5 0 0,-4-6 0,13 12 0,5-6 0,1 7 0,3-7 0,-4-16 0,0 10 0,-6-9 0,0 25 0,3 8 0,1 1 0,6-2 0</inkml:trace>
  <inkml:trace contextRef="#ctx0" brushRef="#br0" timeOffset="17195">15394 6624 24575,'-3'3'0,"-12"19"0,-2 12 0,9 10 0,1 8-535,-2-16 0,-2 4 0,0 0 1,2-2 534,4 3 0,3-2 0,-1-2 343,-3 11 1,3-6-344,6-9 353,-2-13-353,1 21 0,-4-12 0,1 1 274,-5-18 1,5-9 0,-1-3 0</inkml:trace>
  <inkml:trace contextRef="#ctx0" brushRef="#br0" timeOffset="18662">16219 6646 24575,'-7'-4'0,"-8"2"0,-9 2 0,-3 7 0,-1 3 0,-8-3 0,-8 11 0,32-16 0,6 1 0,-6 6 0,2-1 0,0 4 0,4-3 0,6 6 0,0 11 0,0-2 0,0 2 0,0-14 0,6-3 0,6 0 0,-1-2 0,7 5 0,-11-5 0,-1 2 0,0-2 0,-6-1 0,6 0 0,-3 9 0,1 29 0,3-6 0,-6 11 0,3-27 0,-4-13 0,0-3 0,-38 27 0,26-20 0,-18 3 0,-3-2 0,9-11 0,-10-9 0,9-1 0,12-3 0,-2 4 0,5 0 0,3-3 0,2-4 0,-2-1 0,-2 2 0,-4 6 0,6 3 0,1 0 0</inkml:trace>
  <inkml:trace contextRef="#ctx0" brushRef="#br0" timeOffset="20112">16599 6815 10605,'0'-6'0,"-3"-1"3276,0 4-1516,-3 0 671,-6 3-2431,-18 22 1400,0-5-1400,-2 11 3276,13-11-1449,16-7-1827,-3 5 0,3-5 0,-1 2 0,1-6 0,7 16 0,-3 3 0,3 6 0,-4-3 0,3-15 0,1-1 0,14-2 0,1 3 0,8 1 0,-5-4 0,-6-4 0,0-12 0,-4-1 0,-2-3 0,6-11 0,1-2 0,-5 3 0,4-5 0,-2-1 0,-7-9 0,-4 10 0,0-7 0,-14 17 0,5 5 0,-12-2 0,11 8 0,1-7 0,0 4 0,-12-7 0,5 6 0,-31 1 0,24 7 0,-7 0 0,19 0 0</inkml:trace>
  <inkml:trace contextRef="#ctx0" brushRef="#br0" timeOffset="20781">16576 6768 8191,'-9'18'0,"-4"2"3276,-3 19-2383,8-15 1,0-1-894,-2 12 2818,3-3-2818,7-20 1719,0 5-1719,0 26 0,0-1 0,0 2 0,0-11 0,0 0 1638,1 6 0,-2-5 1638,-2-13-3218,-3-14 0,2-4 0,-2 0 0</inkml:trace>
  <inkml:trace contextRef="#ctx0" brushRef="#br0" timeOffset="21915">17736 6921 24575,'7'6'0,"-1"-2"0,0 5 0,0 0 0,7 19 0,-5-8 0,6 11 0,-11-19 0,0-3 0,-3-2 0,0-1 0,0 6 0,-3 1 0,-1 3 0,-5-3 0,-1-4 0,-12 1 0,-2 5 0,-7 3 0,4 1 0,7-4 0,7-5 0,4-4 0,3 0 0,-13 1 0,0 6 0,-5 1 0,8-4 0,10-5 0,3-5 0</inkml:trace>
  <inkml:trace contextRef="#ctx0" brushRef="#br0" timeOffset="23982">18320 6253 24575,'16'28'0,"-10"-4"0,6 15 0,-9-13 0,-2-7 0,4-6 0,2 1 0,1 3 0,-4 8 0,-2 0 0,3 3 0,-5 20 0,0-38 0,2-1 0,7-6 0,5-3 0,14 0 0,-12 0 0,8-3 0,11-4 0,-9 5 0,0-1 0,24-3 0,-7 6 0,-28 0 0,-8 0 0,2-3 0,0 0 0,6-4 0,-4 7 0,7 0 0,-11 4 0,2-2 0,0-4 0,1-25 0,-3 18 0,0-18 0</inkml:trace>
  <inkml:trace contextRef="#ctx0" brushRef="#br0" timeOffset="24829">18469 6126 24575,'6'0'0,"1"3"0,2 4 0,-2 2 0,1 16 0,1 3 0,-1 0 0,-2-3 0,2 3 0,7 3 0,0-4 0,3 2-323,7 9 0,2 5 323,-5 0 0,-1 0-557,1-8 1,1 4 556,-9-4 0,1 6 0,-1-1 0,-1-4 0,-1 0 0,1 0-115,2 7 1,1 4-1,0-6 115,-3-12 0,-1-3 0,5 12 0,0-2 0,5 6 0,-4 0 0,2-10 0,-3-14 599,4-1-599,-8-10 1128,-6 2-1128,-11-8 0,-1 1 0,-3-5 0</inkml:trace>
  <inkml:trace contextRef="#ctx0" brushRef="#br0" timeOffset="37599">15599 7587 24575,'12'3'0,"-2"-2"0,-1 2 0,0-3 0,4 0 0,26 0 0,-12 0 0,2 0 0,3 0 0,3 0 0,13 0 0,3 0 0,-14 0 0,2 0 0,3 0-568,0 0 1,3 0 0,1 0 0,0 0 567,1 0 0,-1 0 0,1 0 0,-1 0 0,-3 0 0,-1 0 0,-1 0 0,-1 0 0,8 0 0,-3 0 0,-6 0 0,-10 0 0,-4 0 0,21 0 0,-40 0 0,-3-3 0,0 2 0,-3-2 0</inkml:trace>
  <inkml:trace contextRef="#ctx0" brushRef="#br0" timeOffset="39232">9317 6999 24575,'16'-13'0,"-1"4"0,-18 6 0,3 3 0,-4 0 0,1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35:07.2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2569 6572 24575,'12'0'0,"-2"0"0,2 0 0,0 3 0,4-2 0,33 2 0,-5-6 0,1-1 0,-10 3 0,-1 1 0,11-4 0,-5 1 0,-13 6 0,-2 3 0,7 2 0,-11-1 0,23-3 0,-20-4 0,2 0 0,3 0 0,2 0 0,11 0 0,-1 0 0,-3 0 0,7 0 0,-38 0 0,7 3 0,0-2 0,-4 1 0,-2-2 0</inkml:trace>
  <inkml:trace contextRef="#ctx0" brushRef="#br0" timeOffset="3100">7162 6479 8191,'18'3'0,"-4"3"3276,10-5-1489,21 1 1031,-16-2-2818,18 0 0,-22 7 0,-1 1 0,20-4 640,-10 3 1,3 0-641,11-5 0,2-4 0,-15 1 0,1-2 0,2-1 0,0 0 0,4-1 0,-1-1 0,-2 0 0,-1 0 0,-2 0 0,1-2 0,8-4 0,0-2 0,-5 3 0,-8 5 0,-2 2 1638,5-4 0,-1 3 0,-5 4 0,-4 2-1623,5 5-15,13-5 0,-21 1 0,4-2 0,-3-2 655,-9 1-655,5-2 0,-1 6 0,8-2 0,20 1 0,-15-2 0,8 3 0,-20 1 0,4 2 0,6 7 0,9-5 0,7 6 0,-10-10 0,-8-1 0,-3-2 0,-4-1 0,10 0 0,-16 3 0,-7 1 0,17 2 0,-11-3 0,19 0 0,4-3 0,1 0 0,6 0 0,-5 0 0,-17 0 0,7 0 0,-18-3 0,8 3 0,-11-6 0,5 5 0,-8-4 0,1 4 0,-1-2 0,5 6 0,-2-2 0,-1 1 0,-3-2 0</inkml:trace>
  <inkml:trace contextRef="#ctx0" brushRef="#br0" timeOffset="50967">8766 10020 24575,'-26'0'0,"1"3"0,-12 2 0,4-3 0,-4 0 0,-6 0 0,-2 0 0,0 1 0,-1 0 0,8-2 0,-2-2 0,7 3 0,-12 7 0,12-7 0,4 0 0,16 4 0,0-3 0,7 6 0,0 3 0,0 8 0,-1 23 0,1-19 0,4 9 0,1 4 0,-6 10 0,6-9 0,1 3 0,-4-1 0,1-2 0,3 11 0,-3 0 0,3-26 0,-3 20 0,3 3 0,0-8 0,0 0 0,0 4 0,0 3 0,0-35 0,0 1 0,0 2 0,0-3 0,0 8 0,0 2 0,0 7 0,0 0 0,0-1 0,0-1 0,0 0 0,0-4 0,0-3 0,0-11 0,3 2 0,0-3 0,3 1 0,1-1 0,-1-3 0,8 3 0,12-5 0,6-1 0,0 1 0,3 0 0,2-1-820,-1 1 1,3-1 0,0 0 0,-2-1 339,5 1 1,-1 0 0,2 0 479,-5 0 0,2 0 0,-1 0 0,-5 0 0,1 3 0,-1 1 0,7-1 0,3-1 0,-5 1 0,-13 1 0,0 0 0,19 4 0,4-1 0,-16-4 0,0 0 0,2-1 0,1 1 0,2-1 0,1 0 0,0 1-429,-1-1 0,0 0 1,0 0-1,2-2 429,8-1 0,3-2 0,0 0 0,-2 1 0,-9 2 0,-1-1 0,-1 1 0,2-1 819,4-2 0,3-2 0,-2 1 0,-4 0-688,12 2 0,-6 0-131,-7 0 0,-12-3 0,-25-1 0,0 3 0,-3-4 0,0 1 2147,0-6-2147,0-1 745,0-24-745,-3 11 0,3-4 0,0-1 0,-3 4 0,1-1 0,0-1 0,-3 2 0,1 0 0,1-5 0,0-2 0,0 3 0,-1-2 0,3-2 0,2-9 0,2-3 0,1 0-489,0 7 0,1-1 0,0-2 0,0-2 489,-3 2 0,0-3 0,-1-2 0,1-1 0,0 2 0,1 3 0,1 2 0,1 1 0,1 2 0,-1 0 0,-2 0 0,-1-9 0,-3-2 0,1 3 0,1 7 0,2-1 0,0 11 0,-3 18 0,-3 9 0,-6-3 0,1 5 0,-6-1 1956,-2 4-1956,5-1 0,-4 2 0,9-3 0,0 0 0,-6 0 0,-16 1 0,-8 1 0,2 1 0,-4 2 0,0 0-1093,-4 0 1,0-1 0,0 1 750,0 2 1,1 0 0,0 0 341,1-1 0,0-2 0,2 3-1357,-8 6 0,-3 1 1357,14-6 0,-6-1 0,-2 1 0,1 0 0,4 1 0,-9 5 0,4 1 0,-3 0 0,8-4 0,-2-1 0,-2 0 0,0 1 0,2-1 0,-5 2 0,0 1 0,1 0 0,1-2-86,-5 2 1,1-2 0,-4-1 85,6-3 0,-5 0 0,-1-1 0,2-1 0,6-1 0,0-1 0,4 0 0,-1-1 0,-9-2 0,-2 0 0,6 0 0,8 1 0,5 2 0,6 0 0,2 1 0,-19 8 3276,12-2-3218,19-1 1,9-5 0,3-1 0</inkml:trace>
  <inkml:trace contextRef="#ctx0" brushRef="#br0" timeOffset="74500">3195 16462 8191,'15'-7'0,"-4"4"3276,6-3-1489,-4 5 1031,9-1-2818,-5 2 1719,4 0-1719,-3 2 3276,20 6-1638,-2 0 0,3 1-1522,-6-4 0,0 0-116,6 2 0,-1-1 0,-11-6 0,1 0 0,14 0 0,1 0-404,-10 0 1,2 0 403,-1 0 0,6 0 0,0 0 0,-2 0 0,0-2 0,-2-1 0,2 0 0,8 0 0,2-1 0,-4 1 0,-2-2 0,-5 0 0,9-3 0,-40 8 0,1 0 0,-1 0 0,0 3 0,-2-3 0,-1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39:04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13078 17532 8191,'-3'-10'0,"-3"4"3276,-12 0-1489,9 6 1031,-12-3-2818,15 3 1719,-1 0-1719,-8 0 3276,6 0 0,-30 0-3044,24 0-232,-12 0 0,0 0 0,12 0 0,-9 5 0,-3 2 0,0 0 0,-17 9 0,-4-4 0,21-8 0,1 2 0,-2 1-3139,-10 1 3139,3-1 0,-2 2 0,6 2 0,0 0 0,-10-3 0,-4 3 0,8 1 0,-4 4 0,1 1 0,4-5 0,-2-2 0,1-1-343,-9 7 1,-4 3 0,14-8 342,22-10 0,-30 7 0,13 2 0,-2 0 0,5-4 0,1 1 1476,-3 6 1,3-1-1477,9-4 0,11 1 0,-2-2 1213,2-1-1213,-2 0 0,-1 1 0,-2 2 0,-21 1 0,1 17 0,7-12 0,0 1 0,2 5 0,2 2 0,1 1 0,3 1 0,-6 14 0,11-8 0,9-11 0,0-13 0,-7 26 0,-2 12 0,4-13 0,0 1 0,1 2-1093,-1 8 1,1 1 0,0 0 753,1-4 1,-1 0 0,4-5 338,4-3 0,2-5-1251,2 14 1251,6-20 0,-5-1 0,2-8 0,-7 7 0,4-4 1638,-1 10 0,1 3-954,8-1-684,-7-3 0,3 0 0,10-5 0,4-2 791,-1-2 1,1 0-792,1 3 0,0-2 0,16 10 0,-25-16 0,10 10 0,23-14 0,-23 1 0,-1-1-483</inkml:trace>
  <inkml:trace contextRef="#ctx0" brushRef="#br0">12250 19049 20950,'42'-5'0,"7"-2"0,-1 1 0,-6-3 0,-5 0 0,-16 1 0,15-4 0,9-2-583,-8 4 1,4 1 0,2-1-1,0 0 583,1-1 0,0-1 0,1 0 0,0 1-337,4 0 1,1 1 0,0 0-1,-4-1 337,0-1 0,-3-1 0,-3 2 0,-1 3 0,-3-2 758,6-7 0,-3 1-758,1 2 0,-1-2 0,-27 10 2357,4 1-2357,5-7 3276,7-2-3124,-1-5-152,-8 9 0,6-6 0,-14 8 0,8-7 0,1 0 0,-6 1 0,0 2 0,-6 0 0,4-28 0,-7-1-1003,1 8 0,-1-2 1003,-4-1 0,-2 0 0,1 5 0,0 0 0,0-13 0,0 1 0,0 16 0,-3 1 0,-5-8 0,-4 3 0,-8-1 0,-8 4 0,-5-1-491,17 13 491,-3-3 0,-3-3 0,-5-13 0,0-1 0,10 12 0,0 1 0,-9-12 0,1 3 0,8 11 0,-14 13 0,-14 5 0,-4 0 0,6-1 0,5-2 0,3-2 0,-4 2 0,-8 0 0,-6 2 0,2 0 0,8 0 0,4-1 0,8 0 0,3-1 0,-5 6 976,9-2 1,-2 1-977,-8-1 0,0 1 0,6 0 0,1-2 0,-9-3 544,24 0-544,3-3 0,-8 0 0,-16 3 0,2 10 0,-2 1 0,14 6 0,12-10 0,1 1 0,6-5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38:40.5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3760 6874 24575,'6'0'0,"8"0"0,10 0 0,16 0 0,2 1 0,4 0 0,-7-1 0,3 1-820,-5 2 1,5 2 0,2 1 0,0-1-1,1-1 1,1 0 0,1-1 0,1 1 429,-4 0 0,0 0 0,2 0 1,2 0-1,0 0 259,-5-2 0,1 1 0,2-1 0,0-1 0,0 1 0,-2-1 0,-2-1 131,6-1 0,-2-1 0,-1 0 0,0 0 0,-2 0 0,9 0 0,-1 1 0,-2 0 0,-7-1 0,7-4 0,-12 2 0,-22 2 0,-8 6 3276,-1-1-1074,3 3 1074,13 1-2610,0-2-666,7-1 0,2-1 0,17-10 0,-13 4 0,0-2 0,-6-2 0,1-1 0,9 3 0,5 0 0,-3 1 0,-4-1 0,1 2 0,2 1 0,6 0 0,0 2 0,-8 0 0,-7 1 0,-3 1 0,17 0 0,-4 0 0,-17 1 0,10 1 0,8 2 0,-6 0 0,2 0 0,3 2-820,2 0 1,3 1 0,1 1 0,0-2-1,-1 1 1,0-2 0,0 1 0,0 0 761,-1 1 1,0-1-1,0 1 1,-1-2-121,-6-1 0,-2-1 0,2 0 0,1 1 178,3 0 0,3 0 0,1 1 0,-2-1 0,-4-1 0,4 0 0,-4 0 0,3-1 0,0 1 0,4 1 0,-3-2 0,-10 0 0,5-1 0,-1 3 0,0 2 0,-4-1 3276,3-6-120,-15-2-2092,-16-4-1064,9-2 0,-7 0 0,7-2 0,-12-3 0,-4-11 0,-2 0 0,-2-5 0,-6-8 0,-4-6 0,1 1-182,6 8 0,2 1 0,-3-4 182,-1-2 0,-2-3 0,0-3 0,-1 1 0,2 1-820,0-2 1,1 1 0,1 0 0,-2 0 158,0-3 1,-2 0-1,1-1 1,1 0 660,4 7 0,0-2 0,1 0 0,1 3 0,-1 2-301,-2-2 0,1 3 1,4-2 300,8-4 0,6-4 0,2 0 0,0 5 0,0 4 0,0 3 0,3 0 0,9-10 0,2 0 0,-1 3 0,-1 0 0,-3 6 0,-4 10 0,-4 3 359,-5-7-359,-6 17 819,-6 8 0,3 1 0,-3 3 0</inkml:trace>
  <inkml:trace contextRef="#ctx0" brushRef="#br0" timeOffset="2383">15275 8087 10008,'6'0'0,"6"0"3276,-4 0-1460,4 0 715,3 0-2531,-3 0 1476,13 3-1476,1 2 3276,-5-2-1084,24 2-2192,-1-5 0,-8 0 0,7 0-704,-3-2 0,4 0 1,3-1-1,0 2 704,-1 0 0,0 1 0,0-1 0,2 1 0,-6-2 0,0 0 0,2 1 0,-1-1 0,0 1 0,1 0 0,-1 1 0,1 0 0,-2 0 0,-1 1 0,0-1 0,-2 0 0,-1 0 0,0 0 0,0 0 0,0 0 0,0 0 0,1 0 0,9-2 0,3-1 0,0 1 0,-4 0 0,-2 1 0,-3 0 0,4 0 0,-1 0 0,4-1 0,2 0 0,0 0 0,-2 0 0,-5 2 0,-1 0 0,-1 0 0,2 0 0,1 0-547,0 0 1,2 0 0,1 0 0,0 0 0,1 0 0,-1 0 489,-5 0 1,0 0-1,-1 0 1,1 0 0,0 0-1,1 0 1,1 0 56,-1 0 0,0 0 0,1 0 0,1 0 0,-1 0 0,1 0 0,0 0 0,-1 0 0,0 1 0,0-1 0,0 0 0,0 0 0,0 0 0,0 0 0,-1 0 0,0-1 0,3 1 0,0-2 0,0 1 0,-1-1 0,0 1 0,-1 0 0,0 0 0,1 0 0,0 0 0,-1 1 0,-1 0 0,-1 0 0,-3-1-327,8 0 1,-3 0 0,-2 1-1,0 0 327,-1 1 0,0 1 0,-2 1 0,-2-1 0,0 1 0,-3 0 0,0-1 0,7-3 0,1-1 0,-3-1 0,1-2 0,-4-2 0,0-3 0,-3 0 0,13 0 2022,-31 2-2022,17 7 3276,-10-2-3130,6 0 0,-18 3 0,-11-3 0</inkml:trace>
  <inkml:trace contextRef="#ctx0" brushRef="#br0" timeOffset="10866">19059 7550 24575,'32'-5'0,"-9"4"0,7-3 0,-10 4 0,-4 6 0,7 1 0,3 8 0,0 1 0,9 8 0,2 2 0,2 1 0,-2 0 0,3 2 0,-9-5 0,-1-1 0,-6-3 0,0 2-378,5 9 1,-2 5 377,-11-7 0,-2 2 0,-2 1 0,-3 2 0,-1 2 0,1 2 0,0-2 0,1 1 0,0 1 0,0-1 0,1 8 0,0-1 0,-2 1 0,-2 4 0,-2 0 0,0-2 0,1-11 0,-1-1 0,-3 1 0,-4 10 0,-5 2 0,-5-1-820,0-12 1,-4 1 0,-1-2 0,-2 0 274,-2 1 1,-2-1 0,-2-1 0,0 0 544,-2 1 0,-1-1 0,-2 0 0,-4-1-512,0-2 1,-4-1 0,-1 0 0,-3 0 0,-2 0 511,6-5 0,-2 0 0,-1-1 0,-1 1 0,-2 0 0,-1 0 0,-1 1-328,7-4 0,-2 0 0,0 1 1,-1 0-1,-1 0 0,0 0 1,-2 0-1,0 0 0,0 0 1,-1-1 306,5-2 0,-1 0 0,0 1 0,-2-1 0,0 0 0,0 1 0,0-1 0,-1-1 0,1 1 0,-1-1 1,1-1-1,0 0 0,1-1-206,-3 1 0,-1-1 0,1 0 0,0-1 0,1-1 0,-1 0 0,0 0 0,0-1 1,0 1-1,0-1 0,-1 0 227,3 0 0,-1-1 0,0 1 0,0-1 0,-1 1 0,0-1 0,1-1 0,0 0 0,1 0 0,0-1 0,0-1 0,2-1-48,-5 0 0,1-1 1,0-1-1,1-1 0,1 0 1,0-1-1,0 0 0,1 0 1,0 0 47,-7 1 0,2-1 0,0-1 0,1 1 0,-1-1 0,0 0 0,-1 0-71,1 0 0,-1 0 0,-1 0 0,1-1 0,-1 1 0,1-1 0,2 0 1,1 0 70,-3-1 0,2-1 0,1 0 0,1 0 0,-1 0 0,-1 1 115,5 0 1,-2 0 0,1 1 0,-1-1 0,1 1 0,0-1-1,1 1-115,-3-1 0,-1 1 0,1 0 0,2-1 0,2 1 0,3 0 0,-9 1 0,5 1 0,-1 0 0,3-1 0,0 0 0,0 0 0,3 0 0,-13 2 0,5-2 1358,2-5 1,3-2-1359,8 2 0,2-1 0,-9-4 3276,26 4-2490,7 0 2490,6-3-2973,3 2 0,1-2 1,-1 6-1</inkml:trace>
  <inkml:trace contextRef="#ctx0" brushRef="#br0" timeOffset="12117">14815 10076 24575,'2'21'0,"-1"-3"0,-4 9 0,-4-12 0,-6-6 0,1-3 0,-9 6 0,-3 6 0,-2 14 0,0 4 0,-3 3 0,1 1 0,3 2 0,5-3 0,5 6 0,6-28 0,-20 9 0,9-10 0,-1 0 0,-15 15 0,13-9 0,6-1 0,12-3 0,-3 6 0,8-10 0,8 5 0,2-4 0,18 9 0,-12-14 0,11-1 0,-17-8 0,8 2 0,4 8 0,1 5 0,15 10 0,-13-9 0,0 0 0,5 12 0,-11-22 0,-3 2 0,2-6 0,-5-3 0,3 0 0,-9-3 0,-2 0 0,-8-6 0,0-7 0,-1 8 0,2-3 0</inkml:trace>
  <inkml:trace contextRef="#ctx0" brushRef="#br0" timeOffset="18016">16244 10158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40:09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2964 6670 24575,'41'9'0,"0"0"0,0 0 0,0 0 0,5 0 0,1 0 0,0-1 0,-1-2-820,-3-2 1,-1-1 0,0-2 0,3 1 563,-3 0 1,2 0 0,1 0-1,1-1 1,3 0 255,-5 0 0,2-1 0,2 0 0,1 0 0,-1-1 0,-2 1 0,-4 0-516,8 0 1,-5 0 0,0 0 0,9 0 515,-15 0 0,6 0 0,3 0 0,3 0 0,1 0 0,-1 0 0,-1 0 0,-2 0 0,-5 0 0,-5 0 0,5 0 0,-7 0 0,1 0 0,7 0 0,-7 0 0,6 0 0,4 1 0,3-1 0,2 0 0,2 0 0,-2 0 0,-1 0 0,-2 0 0,-5 0 0,-4-1 0,6 0 0,-7-1 0,-2 0 0,2 0 0,5 0 0,-2 2 0,6-1 0,4 1 0,2 0 0,0 0 0,-2 0 0,-4 0 0,-5 0 0,-7-1 473,3-1 1,-8-1 0,3 2-474,15 1 0,4 1 0,-13 1 0,-10 2 0,-17-1 0,17-3 2048,-12-3-2048,-5 8 786,-9-7 1,-10 8-1,3-6 1</inkml:trace>
  <inkml:trace contextRef="#ctx0" brushRef="#br0" timeOffset="1419">6751 6715 8191,'6'4'0,"13"5"3276,8-7-1489,16 8-1787,-4-3 0,4-2 0,-12-2 0,1-1 0,9-1-216,-7 0 1,6 0-1,6-1 1,3 1-1,3-1 1,1 0 0,1 0-1,-2 0 1,-2 0-1,-3-1 216,-1 0 0,-3 0 0,-1-1 0,-1 1 0,1-1 0,2 0 0,4 0 0,3 0 0,-11 1 0,2 0 0,2-1 0,2 1 0,2 0 0,1-1 0,2 1 0,0-1 0,1 1 0,1 0 0,-1-1 0,0 1 0,0-1 0,-1 1 0,-1 0 0,-2 0 0,-1 0 0,-2-1-74,8 1 1,-1 0 0,-1 0 0,-1-1 0,-1 1-1,0 0 1,-1 0 0,-1 0 0,1 0 0,0 0-1,0 0 1,1 0 73,0 0 0,-1 0 0,1 0 0,0-1 0,0 1 0,0 0 0,-1 0 0,0 0 0,0 0 0,-1 0 0,-1 1 0,-1 0 0,9 1 0,0 0 0,0 0 0,-1 0 0,-1 1 0,-3 0 0,-2 0 0,-4 0 0,-4 0 0,4 0 0,-6 0 0,-2 1 0,2 1-208,12 4 0,3 1 1,-3 0-1,-9 0 208,-10-3 0,-4 0 1311,11 5 0,-6-3-1311,-19-11 819,9 2 0,-14-2 0,-1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47:40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14817 11169 24575,'0'0'0</inkml:trace>
  <inkml:trace contextRef="#ctx0" brushRef="#br0" timeOffset="2166">13446 11128 24575,'6'0'0,"16"4"0,-10-3 0,13 3 0,-15-4 0,5 0 0,5 3 0,0-2 0,8 1 0,-11 1 0,20-2 0,0 2 0,4-6 0,-8 2 0,-12-4 0,-10 4 0,0-5 0,-7 6 0,-1-3 0</inkml:trace>
  <inkml:trace contextRef="#ctx0" brushRef="#br0" timeOffset="3167">13350 11329 24575,'18'4'0,"12"-4"0,4 1 0,-7 1 0,2 0 0,12-4 0,6-1 0,-5 0 0,-11 2 0,-2 0 0,13-4 0,-2-1 0,-3 0 0,-4-5 0,-7 2 0,1 1 0,11-1 0,-7 3 0,-1 2 0,1 4 0,3 0 0,-17 0 0,-8 0 0,-3 0 0,-2 0 0,-2 0 0</inkml:trace>
  <inkml:trace contextRef="#ctx0" brushRef="#br0" timeOffset="5297">14455 10954 24575,'0'38'0,"3"-21"0,-1 8 0,1 1 0,0 1 0,1 1 0,-4 7 0,0-5 0,7 7 0,1-12 0,1 0 0,5 8 0,1-1 0,-9-23 0,-3-3 0,6-3 0,-4 1 0,0-1 0</inkml:trace>
  <inkml:trace contextRef="#ctx0" brushRef="#br0" timeOffset="7030">14720 11008 24575,'2'-7'0,"-1"-1"0,2 4 0,0-2 0,-3 8 0,3-1 0,-3 14 0,0-5 0,0 29 0,0-18 0,0 18 0,-3-23 0,3-3 0,-3 1 0,3 0 0,0 4 0,0 1 0,2-6 0,-1 12 0,8-11 0,-5 12 0,2-13 0,5 13 0,0-11 0,5 13 0,-1-12 0,-3-1 0,-2-8 0,-3 1 0,1-7 0,-1 2 0,38-10 0,2-4 0,-18 3 0,0-1 0,17-8 0,-22 5 0,-6 0 0,-5 5 0,-4-5 0,-6 2 0,-3-3 0,-9 1 0,-1-1 0,-11-3 0,4 3 0,-5 3 0,-17 2 0,20 7 0,-23-2 0,22 3 0,2 0 0,-5 0 0,12 0 0,1 3 0,5 1 0,2 13 0,-2 4 0,1 5 0,0 4 0,4-16 0,-3 2 0,3-10 0,-3 0 0,3 1 0,0 2 0,-3 0 0,2 1 0,-7 2 0,4-5 0,-3 2 0,2-3 0,4-2 0,-2-1 0</inkml:trace>
  <inkml:trace contextRef="#ctx0" brushRef="#br0" timeOffset="16815">14163 12234 24575,'0'-10'0,"9"4"0,15 7 0,6 2 0,16-10 0,-9 8 0,-1 0 0,-5-10 0,-7 3 0,-11 5 0,6-1 0,0 4 0,-6-1 0,-1 2 0,-6 0 0,-2-3 0,-1 3 0</inkml:trace>
  <inkml:trace contextRef="#ctx0" brushRef="#br0" timeOffset="17596">14241 12382 24575,'0'9'0,"3"-2"0,13 7 0,-1-10 0,10 3 0,-11-7 0,-3 0 0,4 0 0,-4 0 0,26 0 0,-7 0 0,2 0 0,-11 0 0,-15 0 0,1 0 0,-1 0 0,0 0 0,-2 0 0,-2 0 0</inkml:trace>
  <inkml:trace contextRef="#ctx0" brushRef="#br0" timeOffset="18413">14896 12065 24575,'9'-4'0,"13"1"0,-1 6 0,3 1 0,-8 14 0,-14 7 0,-1 2 0,9 8 0,-6-3 0,3-2 0,16-11 0,-7 1 0,9-2 0,-18-9 0,2 24 0,-2 3 0,-3-13 0,1 24 0,-1-1 0,-3-23 0,2 19 0,-6-27 0,2-8 0,-1-1 0</inkml:trace>
  <inkml:trace contextRef="#ctx0" brushRef="#br0" timeOffset="19230">15426 11982 24575,'6'3'0,"1"3"0,2 4 0,-2 5 0,3 16 0,-2 1 0,2 7 0,-4-13 0,2-3 0,2 1 0,-2 2 0,0 1 0,2 10 0,1 1 0,0-8 0,-3-1 0,-3 5 0,-2-2 0,1 1 0,-4 7 0,-3-24 0,-1-4 0,-2-8 0,0 2 0,2-6 0,1 0 0</inkml:trace>
  <inkml:trace contextRef="#ctx0" brushRef="#br0" timeOffset="20405">15803 12135 24575,'0'16'0,"0"-3"0,0 28 0,0-10 0,2 3 0,2 0 0,9 13 0,-1 0 0,6-5 0,-10-24 0,10 16 0,-10-25 0,22 18 0,-14-19 0,12 9 0,-12-12 0,-4 0 0,-3-5 0,-2-3 0,0-13 0,-3 7 0,6-15 0,-3 10 0,0 1 0,-5-4 0,-5 9 0,-6 1 0,-4 11 0,-3 3 0,-6 5 0,-7-4 0,1-2 0,-1-1 0,12-5 0,5 0 0,-10 6 0,12-4 0,-11 5 0,14-7 0,1-3 0,0 0 0,2-1 0,1 1 0</inkml:trace>
  <inkml:trace contextRef="#ctx0" brushRef="#br0" timeOffset="22997">14882 12983 10474,'6'-9'0,"4"-1"3276,9-5-1501,3-1 677,-5 2-2452,-3 5 1417,-5 6-1417,19 6 3276,-11-2-2324,9 0 1,2 0-953,-7-1 0,4 0 0,4 0 0,0 4 0,2 0 0,0-2 0,3-2 0,1 0-167,3 3 0,0 0 1,0-1 166,-3-1 0,-1-1 0,2-1 0,6 1 0,1 0 0,-4 0 0,-5 1 0,1-2 0,4 0 0,4-2 0,-1 1 0,3 1 0,1 0 0,-3-3 0,3-1 0,-4 1 0,-5 3 0,-3 0 0,5-2 0,-11 0 0,-26 3 0</inkml:trace>
  <inkml:trace contextRef="#ctx0" brushRef="#br0" timeOffset="31330">11618 13701 10690,'3'-4'0,"3"-1"3276,1 4-1525,5-5 664,6 0-2415,-1-4 1390,2 3-1390,-4 2 3276,4 5-1499,22 0-1777,0 0 0,6 0 0,-18 0 0,-13 2 0,-4-1 0,2 5 0,13-5 0,4-2 0,-7 3 0,2-1 0,6 0 0,5-2 0,4 1 0,1 0 0,0 0 0,3 0 0,0 1 0,1-1 0,0-1-540,-3 0 0,0 0 0,0-1 1,0 1-1,1 0 540,5 0 0,2 1 0,0 0 0,-4 0 0,-6-1 0,11-3 0,-10 1 0,-13 3 0,-6 0 0,-14 0 0,-2 0 0,-1 0 0</inkml:trace>
  <inkml:trace contextRef="#ctx0" brushRef="#br0" timeOffset="35233">9575 13711 24575,'3'-3'0,"9"-6"0,2 8 0,2-5 0,-1 9 0,-8-2 0,17 1 0,1-2 0,1 0 0,2 0 0,13 0 0,-3 0 0,-20 3 0,-6-2 0,-4 2 0,19-3 0,-2 0 0,9 4 0,-10-3 0,-11 3 0,-10-4 0</inkml:trace>
  <inkml:trace contextRef="#ctx0" brushRef="#br0" timeOffset="69230">12459 11660 24575,'49'11'0,"-5"2"0,-16-9 0,1-2 0,6 2 0,-2-2 0,-6-2 0,5 0 0,-1 0 0,-14 0 0,14 0 0,-13-2 0,28-3 0,-15 3 0,4 1 0,0 0 0,9 1 0,1 2 0,2 2 0,4 1 0,-9 0 0,5 4 0,-16-2 0,-6-2 0,-19-5 0,0-5 0,3-2 0,-5-3 0,2-14 0,-6 11 0,0-24 0,-6-2 0,4 8 0,0-5 0,1-2 0,5 10 0,0 1 0,0-8 0,-2-2 0,-2-1 0,-3 2 0,-4 9 0,-2 2 0,1-1 0,0 1 0,-9-12 0,12 17 0,2-8 0,6 9 0,-2-9 0,1 12 0,-2 0 0,-4-3 0,1-5 0,-2-4 0,2 1 0,3 10 0,0 5 0,0 6 0,0-4 0,-3 1 0,-3-7 0,-4 3 0,0 0 0,-2 4 0,2 3 0,-18-1 0,-6 5 0,-8 1 0,1 0 0,-3 0 0,-2 0-528,9 1 0,-2 0 0,0 0 0,-1 0 528,-4 0 0,-3 0 0,3 0 0,4 0 0,-7-1 0,6-1 0,0 2 0,9-3 0,17-7 0,-4 6 0,-1-1 0,-2 5 2112,9 0-2112,-2 0 0,5-3 0,-15-9 0,10 4 0,-7 7 0,15 33 0,0-1 0,6 12 0,-6-29 0,7-2 0,-3 6 0,3 14 0,0-5 0,0 2 0,0-1 0,0 2 0,0 7 0,0 4 0,-1 0 0,1 3 0,1 0 0,1-5 0,1-1 0,0 0 0,-1 6 0,1 1 0,1-4 0,1-4 0,2-5 0,5 12 0,-6-20 0,2 1 0,1-4 0,-2-7 0,5 7 0,-8-5 0,4 0 0,-7 6 0,2 19 0,-1-16 0,2 14 0,2-27 0,-2-7 0,-2-9 0,-4-4 0,1-1 0,-2 6 0</inkml:trace>
  <inkml:trace contextRef="#ctx0" brushRef="#br0" timeOffset="73864">6646 11721 10823,'6'5'0,"4"-3"3276,-1 3-1542,41-5 659,-5 7-2393,-3-5 0,8 1 0,-1 0 0,-9 2 0,-1 1 0,0-1 457,-1-2 1,-1 0 0,-1-1-458,9 3 0,-6-2 0,-5-3 0,2 0 1638,-6-1 0,-1-2 62,0-1-1700,8-3 0,-21 3 0,2-1 0,-4 4 0,7-5 0,-11 3 0,-1-12 0,-6-6 0,-3 1 0,3-7 0,0-1 0,6-19 0,-1 6 0,2-8 0,1 1 0,-3 7 0,0 2 0,2-2-820,0 2 1,2-3 0,0 1 0,-2 3 679,-1 1 1,-1 3 0,1 0-90,4-6 0,2-1 0,0-3 229,-4 4 0,-1-2 0,1-1 0,-1-1 0,2-3 0,0-2 0,-1 1 0,0 2 0,-1 6 0,-1 0 0,0 2 0,-2 3 0,3-20 0,-6 16 0,-5 34 0,-7 4 0,-14 2 0,-4 0 0,1 4 0,-1 1 0,-7-5 0,7 3 0,-2-1 0,0-3 0,-1 0 0,-13 0 0,-3 0 793,11 0 1,0-1-1,-2 2-793,-7 1 0,-2 0 0,2 0 394,-4-1 1,2 0-395,1 2 0,4 0 0,2-3 0,12-2 0,-6-3 0,-8-3 0,3 7 1213,-8 2-1213,25 4 0,-1 2 0,14-7 0,1 3 0,-3 3 0,-4 10 0,4 6 0,0 4 0,0 1 0,1 2 0,0 2 0,1-1 0,-5 18 0,2-20 0,-1 0 0,4 2 0,-2 2 0,-4 4 0,-2 3 0,1 0 0,4-2 0,1-1 0,-1-1 0,-5 9 0,1-3 0,4-5 0,3-1 0,-2 13 0,8-16 0,0 2 0,-4 9 0,-1 0 0,6-12 0,-1-2 0,-3 18 0,1-22 0,0-8 0,-6 7 0,2-4 0,0-1 0,5-4 0,2 0 0,0-4 0,0 1 0,0-6 0,8-3 0,-6 0 0,6-3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49:47.9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6163 7874 24575,'41'-13'0,"4"-4"0,-17 6 0,2-1 0,12-6 0,1 2 0,-11 9 0,-1 2 0,4-6 0,1 2 0,-2 12 0,3 6 0,-2-2 0,0-5 0,1 0-1093,4 4 1,5 2 0,-2-3 734,-8-4 0,-2-2 1,2 1 357,8 0 0,3 0 0,-2 0 0,-6-3 0,0 0 0,-1 1 0,13 1 0,-5 0 992,-1-7-992,-32 13 0,-3 2 0,30 19 0,-7-6 0,7 1-1093,4-3 1,5-1 0,1-1 921,-5-2 1,0-2 0,2-1 170,-6-3 0,1 0 0,0-2 0,-3-2-43,-1-3 1,-2-1 0,0-1 42,1 1 0,-1 0 0,-3 0 0,-1 0 0,-4 0 0,21 3 0,-36-2 0,0 4 3276,-2-1-2801,2-1 2801,21 6-3153,4-4 0,4-2-123,-1 2 0,2-1-1093,-1-2 1,3 0 0,1 0 749,4-1 0,2-1 0,-4-1 343,-4-1 0,4 0-547,-9 0 1,8 1 0,4-1 0,1 0 0,-4 0 0,-7 0-148,-2 0 1,-5 0-1,5 0 694,1-1 0,6 0 0,4-1 0,-1 1 0,-2 0 0,-6 1-683,7 1 1,-6 1-1,-2-1 683,-2-1 0,-1-2 0,-4 2 0,2 2 0,-6 0 0,3 0 2334,-4-9-2334,19-2 0,-9-5 0,-4 7 3276,-11 2-1053,-15-2 1053,2-8-2673,-9-1-603,0-14 0,0-1 0,0 11 0,-1-11 0,-1 2 0,-4 17 0,-1-10 0,-4 0 0,7-16 0,-3 15 0,6-5 0,2-7-693,-2-1 0,0-3 0,0-3 693,0 6 0,1-2 0,0-1 0,1 1-613,0-3 1,2-1 0,-1 1-1,0 2 613,-2 0 0,0 2 0,2 4 0,5-1 0,0 3 0,-2 3 0,0 1 0,6-12 0,-2-6 0,-4 31 0,-4 6 0,2-2 1802,-3 6-1802,0-1 2727,0 1-2727,0-3 0,0-1 0,-6-8 0,2 7 0,-11-1 0,5 9 0,-12 8 0,-1 0 0,5 1 0,-3-3 0,4-3 0,-31 0 0,14-1 0,-5 1 0,-4 1-820,-3 0 1,-3 2 0,-3-1 0,1 1 161,4 0 1,0-1-1,-2 1 1,-2 1 657,6 1 0,-4 2 0,-1 0 0,0 1 0,2-1 0,4 0-820,0 0 1,3-1 0,1 0 0,-3 1 576,1 1 1,-1 1 0,-2 0 0,1-1 0,-1-1 242,2-1 0,0-2 0,-1 0 0,0 0 0,0 0 0,-3 0 0,0 0 0,0 1 0,0-1 0,-1 0 0,1 1 0,-1-1 0,1 1 0,0-1 0,1 0 0,3-1 0,1-1 0,0 0 0,2 1 0,2-1-332,-9 2 1,4-1 0,-1-1 331,-6-2 0,0-3 0,3 0 0,-4-1 0,3 0 0,0-1 0,4-1 0,17 0 0,2 0 0,0 2 0,0 0 0,-22-1 0,20 3 0,1 0 0,-2 2 0,-6 3 0,-5 1 0,-7 0 0,-1 1 779,14 0 1,-1 0 0,1 0-780,-17 0 0,2 0 0,3 2 0,5-1 0,14-5 0,0-1 0,-9 4 0,3-1 3276,14-3-1466,-4 0-3,12 0-1807,-3 0 0,1 0 0,5 0 2157,-19 0-2157,7-6 0,-6 5 0,10-8 0,9 9 0,-3-6 0,2 5 0,-11-1 0,7-1 0,-4 2 0,5-2 0,1 3 0,2 3 0,-2-2 0,0 4 0,2-1 0,-2-1 0,2 3 0,-9 18 0,4 11-352,-2-8 1,1 2 351,-1 15 0,6-16 0,2-2 0,-1-2 0,6 0 0,1 3 0,-1-2 0,-1 0 0,2 14 0,3 1 0,2 0-2333,10 1 2333,-8-6 0,0 6 0,0-3 0,4-4 0,0 1 0,-4-4 0,-1 3 0,-1 0 0,-1 16 0,0-1 0,-1-11 0,0-1 0,-2 3 0,-2-3 620,1-1-620,3-29 0,-2 2 0,7 0 2416,-4 4-2416,8 2 0,-8-4 0,2 1 0,-6-15 0,0-1 0,0-15 0,0 7 0,0-6 0,0 14 0,0-2 0</inkml:trace>
  <inkml:trace contextRef="#ctx0" brushRef="#br0" timeOffset="8019">4173 7770 24575,'6'-4'0,"6"-1"0,1 4 0,3-2 0,-3 3 0,-1 0 0,-5 0 0,7-3 0,2 0 0,1-1 0,-1 1 0,-5 1 0,-1 1 0,3-2 0,-1 3 0,1-3 0,6 3 0,25-14 0,4-1 0,-12 9 0,16-8 0,-7 3 0,-37 11 0,8 0 0,-9 0 0,11 4 0,28-3 0,-10-1 0,5-1 0,-3 0 0,-6 0 0,0 0 0,21-4 0,-13 3 0,-34 5 0,6 1 0,-4-1 0,4 0 0,-6-3 0,0 0 0,3 0 0,-2 0 0,2 0 0,0 0 0,-2 3 0,0 0 0,-4 3 0,-3 1 0,0-1 0,0-2 0,0-2 0</inkml:trace>
  <inkml:trace contextRef="#ctx0" brushRef="#br0" timeOffset="18450">10734 8952 24575,'6'-3'0,"3"0"0,-2 3 0,16 3 0,4 7 0,1-2 0,6 6 0,-13-10 0,7 0 0,-2-3 0,1-2 0,20 1 0,-19 0 0,1 0 0,-3 0 0,0 0 0,18 0 0,-10 0 0,5 0 0,-9-4 0,-6 0 0,5-1 0,-20 3 0,-2 2 0,-1 0 0,3 0 0,1 2 0,-1-1 0,0 5 0,-5 3 0,-1-2 0,-3 2 0,0-6 0</inkml:trace>
  <inkml:trace contextRef="#ctx0" brushRef="#br0" timeOffset="65766">5462 13461 24575,'40'-8'0,"-3"3"0,2 5 0,-7-2 0,13 4 0,-21-5 0,-14 3 0,7 0 0,-6 0 0,22 0 0,4 6 0,-3-4 0,5-2 0,0 2 0,3 1 0,-2-1 0,-4-2 0,-1 0 0,17-3 0,-5 0 0,-12 2 0,0-2 0,3 0 0,-1 3 0,5 0 0,2-1 0,9-1 0,-1 0 0,-8 0 0,-5 2 0,-2-1 0,11-2 0,5-1 0,-19 1 0,-28 3 0,0-3 0,-2 3 0,-1 0 0</inkml:trace>
  <inkml:trace contextRef="#ctx0" brushRef="#br0" timeOffset="72416">5333 14661 24575,'15'0'0,"9"-5"0,18 3 0,5-8 0,-6 7 0,-5 0 0,-2 1 0,-12-1 0,17 3 0,-1 0 0,-19 0 0,10-3 0,3-1 0,5 2 0,4-5 0,-4 7 0,-22 0 0,16 4 0,2 0 0,-12-2 0,21 3 0,0-2 0,-18-3 0,14 0 0,-15 0 0,-15 0 0,1 0 0,-6 0 0</inkml:trace>
  <inkml:trace contextRef="#ctx0" brushRef="#br0" timeOffset="76016">7298 14541 24575,'38'0'0,"-1"0"0,-14 0 0,21 0 0,-12 0 0,-3 2 0,-1 1 0,-4 0 0,-1 2 0,3-1 0,4-1 0,4-2 0,10 1 0,6-1 0,-2 0 0,-11-1 0,-2 0 0,1 0 0,5 0 0,1 0 0,-8 0 0,0 0 0,-7-4 0,10-5 0,4 0 0,-11 4 0,4 1 0,5 0 0,8-1 0,1 1 0,-1 0 0,-8 2 0,-1 0 0,1 1 0,1 0-656,0 0 1,3 1-1,1 0 1,-2 0 0,-3-1 229,9-2 1,-4-1-1,0 0-33,6 4 0,-1 0 0,-10-1 459,-10-3 0,3 4 0,-4 0 0,-22 0 0,27 0 0,-11 0 1638,16 7 0,7 1-1196,-2-2 0,3 0-442,-7 1 0,1 2 0,0-2 885,8-2 1,-4-1-886,-10-1 0,-4 1 0,4 4 0,-10-3 0,-2 4 0,-7-6 0,-9 0 0,0-3 0,0 3 0,-2-3 0,-1 0 0</inkml:trace>
  <inkml:trace contextRef="#ctx0" brushRef="#br0" timeOffset="117616">5824 15660 24575,'6'-18'0,"1"-9"0,2 2 0,-2-5 0,-5 11 0,-2 2 0,0-14 0,0 6 0,0-2 0,0-1 0,0-1 0,0-19 0,0 36 0,0-26 0,0 17 0,0-18 0,0-5 0,0 14 0,0 0 0,0-5 0,0 0 0,0-8 0,0 19 0,0 6 0,-11 13 0,8 6 0,-8 13 0,11-11 0</inkml:trace>
  <inkml:trace contextRef="#ctx0" brushRef="#br0" timeOffset="118800">5663 15083 24575,'23'-18'0,"0"-4"0,-22 15 0,11-17 0,-6 7 0,10-9 0,-9 7 0,5 10 0,-12 0 0,3 6 0,0-1 0,0 10 0,1 1 0,-1 23 0,-3-5 0,0 4 0,2 11 0,2-23 0,-1 19 0,3-17 0,-1 8 0,4 4 0,-3-9 0,-1-4 0,-5-13 0</inkml:trace>
  <inkml:trace contextRef="#ctx0" brushRef="#br0" timeOffset="120934">5658 15794 24575,'28'12'0,"16"-3"0,-20-9 0,1 0 0,2 0 0,9 0 0,2 0 0,-16 0 0,-13-3 0,-6 3 0,-3-3 0</inkml:trace>
  <inkml:trace contextRef="#ctx0" brushRef="#br0" timeOffset="122850">6199 15085 24575,'15'-15'0,"9"-1"0,5-2 0,-5 2 0,2 0 0,5-3 0,-2 2 0,-3 0 0,-17 13 0,-2 2 0,-1 4 0,0 2 0,3 17 0,-5-1 0,2 6 0,-6 14 0,0-25 0,0 23 0,0-27 0,-6 36 0,1-18 0,-5 12 0,3-19 0,0-15 0,-5 4 0,-19 0 0,14-4 0,-16 0 0,26-7 0,-10-9 0,11 10 0,-8 2 0,13 6 0,-2 17 0,3-17 0,0 11 0,0 7 0,0 0 0,0 0 0,0 13 0,0-2 0,0-45 0,-2-10 0,-2-2 0,-5 9 0,5 5 0,-2 5 0</inkml:trace>
  <inkml:trace contextRef="#ctx0" brushRef="#br0" timeOffset="124522">6296 15856 24575,'18'9'0,"-7"-2"0,12 8 0,-15-10 0,7 3 0,-12-11 0,0 0 0,-3-4 0,0-2 0,-3-4 0,-3 0 0,-1 3 0,-2 5 0,3 5 0,2 2 0,-24 25 0,22-12 0,-19 15 0,28-21 0,3-5 0,4-4 0,0-4 0,2-2 0,-5-1 0,-1 1 0,-3-3 0,-3 2 0,-12 6 0,7 3 0,-7 4 0,9-3 0</inkml:trace>
  <inkml:trace contextRef="#ctx0" brushRef="#br0" timeOffset="131690">10608 14616 24575,'6'-3'0,"3"-3"0,9 8 0,-3-4 0,16 3 0,2 1 0,-9-2 0,13 0 0,16 0 0,4 0 0,-8 0 0,-4 0 0,5 0-342,-14 0 0,8 0 0,5 0 0,3 0 0,0 0 0,-1 0 0,-3 0 0,-7 0 342,3 0 0,-5 0 0,-1 0 0,2 0 129,6 0 1,5 0-1,-1 0 1,-3 0-1,-10 0-129,-1 0 0,-11 0 0,-15 0 0,20-7 0,-13 2 0,16-2 2089,-19 4-2089,-2 3 0,-6 0 0,-3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54:04.6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5441 5558 24575,'0'9'0,"18"4"0,-1 0 0,16 1 0,7 1 0,-8-5 0,1 1 0,9 0 0,4-1 0,-1-3 0,4-2 0,-5-1 0,-10-3 0,-1 0 0,3 1 0,3 2 0,-6-2 0,13-2 0,-5 0 0,2 0-696,-11 0 0,3 0 696,4 1 0,6 1 0,3 1 0,-1 0-820,-1 0 1,-1 0 0,2 0 0,3 0 738,-11-2 1,4 1 0,1 0-1,1-1 1,0 1 0,-1-1-1,-2 1 81,8 0 0,-2 0 0,-1 0 0,1 0 0,1-1 0,-1 0 0,3-1 0,0 0 0,-1 0 0,-4 0 0,-7-1 0,13 1 0,-5 0 0,-6 1 0,1-1 0,-13-1 0,-16-1 0,17-2 0,20 1 0,-16 5 0,5 3 0,1 1-791,0-2 1,0 1 0,5-1 790,-5 0 0,3 0 0,1 0 0,2-1 0,-2 0 0,0 0 0,0 0 0,0 0 0,0-2 0,-2-1-622,7-2 1,-1-3 0,-1 0 0,0 1 621,2 1 0,1 1 0,-3-1 0,-9-2 0,-7-5 0,-3-1 1308,6 4 1,-2 2-1309,-6 4 0,2-1 0,17 13 0,0-9 548,-8 0 0,8 2 0,-3-2-548,1-1 0,2-2 781,-3-1 1,5-2-1,2-1 1,-5 0-782,-1-1 0,-2 0 0,-1 0 0,1-1 0,-1 0 0,1 1 0,6 0 0,0 1 0,-3 2 0,-3 2 0,0 2 0,2-1 0,3 0 0,-5 0 0,-8 0 0,-1 0 0,11 0 0,-3 0 0,-9-5 0,9 0 0,1-3 0,-10-2 0,0 3 0,-3-1 0,-16 2 0,4-1 0,-6 1 911,7 2-911,-3-4 1790,4 1-1790,17-13 0,-12 6 0,4-8 0,-21 11 0,-7 0 0,-2 4 0,9-8 0,19-22 0,-5 11 0,1-2 0,3-8 0,-1 0 0,-4 11 0,-2 2 0,-4-4 0,-3 3 0,-1-1 0,10-15 0,-10 20 0,3 0 0,-6 16 0,-3-8 0,1-11 0,-2-21 0,-5 5 0,-2 0 0,1 10 0,-2 1 0,-7-4 0,-4-3 0,0 7 0,-12-3 0,-1 3 0,-4-2 0,0 1 0,-2 2-414,1 2 1,-7-1 413,8 4 0,-6-3 0,-5-3 0,-1 0 0,0 2 0,3 2-656,1 3 1,3 2-1,-1 1 1,-2-1 0,-4-1 546,9 4 0,-2-1 0,-3-1 1,-2-1-1,0 1 0,1 0 1,0 1-1,2 0 0,3 3 109,-9-4 0,4 2 0,0 1 0,0 2 0,-6-1 0,6 3 0,-3 1 0,-3 0 0,0 1 0,-2 0 0,2 0 0,1 1 0,3 1-547,-3-1 1,3 1 0,2 1 0,-1 0 0,-1 1 0,-1-1 285,-1 1 1,-2-1-1,0 1 1,-1 1 0,-1 0-1,0 0 1,0 0 260,3 2 0,0 0 0,-1 0 0,0 0 0,0 1 0,0 0 0,-1 0 0,2 1-361,1-1 1,1 0 0,0 1 0,0 0 0,0 0 0,-2 0 0,-1 1 0,-3 0 360,9 0 0,-2 1 0,-2 0 0,-2 1 0,0-1 0,-2 1 0,1 0 0,0 0 0,1 0 0,1 0 0,1 0 0,3-1 0,2 1 0,-11-1 0,4 0 0,3-1 0,0 1 0,0-1 0,-3 2 0,-3 0 0,8 0 0,-3 1 0,-4 0 0,-1 1 0,-1 0 0,0 0 0,1 0 0,1 1 0,2-1 0,3 0 0,4 0 0,5-1 0,-12 3 0,9 0 0,0-1 0,-8 2 0,11-1 0,-4 0 0,-4 0 0,-3 1 0,0 1 0,-1-1 0,1 1 0,2-1 0,3 0 0,5 0 0,-8 2 0,4-1 0,3 0 0,0 1 0,-3 0 0,-2 1 0,-4 0 0,0 1 0,1-1 0,2 1 0,3-2 0,1 1 0,4-1 0,1 0 0,-1 0 0,-1-1 0,1 0 0,-1-1 0,1 2-42,-1 1 1,0 0 0,0 1-1,2 1 42,-2 3 0,1 0 0,-2 4 0,6-2 0,-2 3 0,-1 1 0,2 2 0,3-2 0,-4 9 0,4 0 0,-2 2 0,2-5 0,-3 3 0,-1 0 0,3-1 0,4-4 0,-7 13 0,4-4 362,-1 0 1,6-6 0,17-19 0,6-2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54:33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13791 5595 24575,'22'6'0,"4"-2"0,0-1 0,-4-3 0,10 2 0,-7-1 0,4-1 0,12 1 0,4 1-1093,-1-2 1,4 0 0,-1 0-1,-6 0 1,-2 0 0,0 0 1015,0 0 0,0 0 1,-1 0-53,4 0 1,0 0 128,6 0 0,-1 0 0,-8 0 0,-1 0 0,9 0 0,-2 0 0,4 0 0,-16 0 0,2 0 0,5 0 0,0 0 0,-9-2 0,1 0 0,7 2 0,4 0 0,-5-1 0,-8-4 0,0-1 1092,13 2 0,6 1 0,-3 0 138,-2-4 1,-2 1-1048,3-1 0,-3 1-183,4-2 0,-30 5 0,-7 0 0,-3 3 0,3-3 938,-2 0-938,2-1 0,3 1 0,-4 3 0,21 0 0,-12-3 0,20 0 0,-16-6 0,-4 5 0,-9-2 0</inkml:trace>
  <inkml:trace contextRef="#ctx0" brushRef="#br0" timeOffset="2983">14463 6902 8191,'18'-9'0,"2"1"1638,10 4 0,7 1-1173,-5 1 0,3 1 0,2 0-465,2-1 0,1 0 0,3 0 0,1 0-259,-1 1 1,2 2 0,2-1 0,-2-1 0,-2 0 258,0-2 0,-3-2 0,0 0 0,0 2 0,4 2 0,1 1 0,-1 0 0,-6-1 1071,4-3 0,-6 0-1071,-7 4 0,-2 0 0,2 0 0,-3 0 0,1 0 0,17 0 0,5 0 0,-16 4 0,3 0 819,7-1 0,9-1 0,1 0 0,-6 1-727,-10 0 0,-3 1 0,4-1-92,5-2 0,5 0 0,3-1 0,-2 0 0,-5-1 0,-3 1 0,-4 0 0,3-1 0,1-1 0,2 0 0,1 0 0,-1 1 0,6 1 0,-2 0 0,1 0 0,1 0 0,-1 0 0,-2 0 97,-10 1 0,-1 0 0,-3 0-97,12-1 0,-9 1 3276,-20 1-1259,10-4-2017,6-3 0,4 1 1726,-6 0-1726,-12 7 0,-8 0 0,-6 1 0,-3-2 0</inkml:trace>
  <inkml:trace contextRef="#ctx0" brushRef="#br0" timeOffset="26317">5099 8476 24575,'-3'-6'0,"3"-1"0,-6 1 0,0 0 0,-1-1 0,-14-2 0,4-1 0,-7 2 0,-1 0 0,-5 0 0,-10-1 0,8 14 0,-1 3 0,-12-5 0,8 5 0,1 0 0,-5-2 0,14 1 0,5 5 0,5 10 0,0 6 0,8 3 0,2-3 0,7 3 0,0 7 0,0-10 0,0 2 0,0-1 0,0 1 0,2 5 0,0-2 0,5 9 0,2-14 0,4 1 0,14 9 0,3 2-179,-13-10 0,-2 1 0,1 0 179,4 0 0,1 0 0,-3-1 0,-2 10 0,-3-6 0,1-9 0,0 0 0,1-13 0,4 1 0,-3-6 268,8-4 1,3-1-269,14-2 0,-9 0 0,4 0 0,0 0-1197,11 1 1,-1-2 1196,3-1 0,0-2 0,2-4 0,-5-3 0,-18 1 0,-2 0 0,1-3 0,-3 0 0,-4-6 0,-12-7 0,-8 5 0,4-14 0,0-2 2393,-2-9-2393,4-2 0,0 1 0,-5 20 0,-1 2 0,4-22 0,-4 3 0,-12 7 0,3 1 0,0-2 0,-2 10 0,-1 2 0,0-2 0,2 2 0,-1 4 0,-1 13 0,2 0 0,-6-4 0,-9-9 0,3 3 0,-1-1 0,0 2 0,-1 1 0,4 1 0,1 1 0,-6 1 0,19 11 0,-3 3 0,-4-6 0,3 3 0,-17-12 0,17 4 0,-9-2 0,16 8 0</inkml:trace>
  <inkml:trace contextRef="#ctx0" brushRef="#br0" timeOffset="37246">20926 10475 24575,'4'-2'0,"7"-2"0,15-4 0,1 5 0,13-1 0,-14 3 0,2 2 0,8-2 0,2 2-1275,0 2 0,1 0 1275,3-2 0,1 0 0,7 2 0,-2 0 0,-21-3 0,0 0 0,14 1 0,-6 1 0,-18 1 0,0 4 0,18-8 0,-8-3 2550,6-4-2550,-22-10 0,-11 13 0,0-7 0</inkml:trace>
  <inkml:trace contextRef="#ctx0" brushRef="#br0" timeOffset="57382">7094 13468 24575,'22'3'0,"5"-3"0,-1 3 0,5-3 0,9 0 0,7 0 0,6 0-933,-12 0 1,3 1 0,2-2 932,-7 0 0,3-1 0,1 0 0,-1 0 0,-2 0 0,1 2 0,-1 0 0,-1 0 0,1-2 0,-1-2 0,3-1 0,-1-1 0,-1 0 0,-2 2 0,9 1 0,-3 2 0,-2-2-231,-6-2 0,0-2 1,-3 3 230,7 1 0,-6 3 0,-6 0 0,13 0 0,-13 0 0,2 0 0,5 0 0,2 0 989,6-3 0,1-1-989,-11 0 0,1-1 0,-2 1 0,4-1 0,-2 0 755,0-2 1,-3 2-756,-3 5 0,-15 3 0,-1-3 0,-9 6 0,0-5 0,-3 2 0</inkml:trace>
  <inkml:trace contextRef="#ctx0" brushRef="#br0" timeOffset="86584">10672 16647 24575,'22'-3'0,"-3"0"0,-3-1 0,-4 1 0,-6 3 0,10-3 0,-7 3 0,16-3 0,-1 3 0,2 0 0,4 0 0,7 0 0,-1 0 0,-5 0 0,2 0-620,-2 0 1,3 0 0,3 0 619,0 0 0,3 0 0,1 0 0,1 0 0,2 0 0,1 0 0,0 0 0,1 0 0,4 0 0,1 0 0,-1 0 0,-3 0 0,3 0 0,-3 0 0,-7 0 0,-10 0 0,-3 0 0,0 0 0,0 0 0,-2 0 0,1 0 0,7 0 0,5 0 0,-2 0-394,12 0 0,2 0 394,-4-3 0,3 0 0,-1 0-435,-3 2 1,-1 1 0,0-1 434,1-3 0,0-1 0,-3 2 824,10 2 1,-4 1-825,-11-3 0,-8 1 0,-16 1 0,12-2 0,15 10 0,9 2 0,-11-5 0,1 0 0,1 0 43,5 2 1,2 0-1,0 0-43,-4-3 0,2-1 0,-2 0 0,-6-1 0,-2-1 0,-2 0 721,12 0 1,-8 0-722,-25 0 0,3 2 0,8 6 0,1 2 0,-1-2 727,-11 1-727,-3-3 0,1 1 0,-1-1 0,-2-3 0,-4-3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2:56:33.6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15604 7565 8191,'34'10'0,"-12"-2"3276,23-8-2383,-14 0 1,2 0-894,10 0 0,7 0-492,-5 0 1,7 0 0,1 0-1,-3 0 492,-11 0 0,-3 0 0,2 0 0,3 0 0,0 0 0,4 0 0,1 0 0,2 0 0,-1 0 0,-2 0 66,5 0 1,-1 0 0,-1 0 0,1 0 0,1 0-67,-5 0 0,1 0 0,0 0 0,1 0 0,0 0 0,0 0 0,3 0 0,0 0 0,1 0 0,-1 0 0,0 0 0,-1 0 0,-5 0 0,-1 0 0,0 0 0,-1 0 0,1 0 0,-1 0 290,1 0 1,0 0 0,0 0-1,0 0 1,-1 0 0,-1 0-291,3 0 0,0 0 0,-2 1 0,0-2 0,-1 1-143,6-1 0,-2-1 0,0 0 0,-3 0 143,6 1 0,-2 0 0,-5-1 0,-6-2 0,-4 1 3276,17 0-2501,-35 3 2302,-3-3-3077,8 2 0,-13-1 0,3 2 0</inkml:trace>
  <inkml:trace contextRef="#ctx0" brushRef="#br0" timeOffset="1132">15813 10590 24575,'12'3'0,"-2"-3"0,12 3 0,10-2 0,10-2 0,-2 1 0,4 0 0,4 0-547,-11 0 1,4 0 0,4 0 0,3 0 0,1 0 0,-1 0 461,-3-1 0,0 1 1,2-1-1,0-1 1,1 1-1,2 0 1,1 1-244,-7-1 0,2 1 0,1 0 1,1 0-1,1 0 0,0 0 1,1 0-1,-1-1 0,1 1 1,-1 0 178,-3-1 1,1 1 0,0-1 0,0 1 0,1-1 0,-1 0 0,1 0 0,-2 1 0,1-1 0,-1 1 0,-1-1 148,5 1 0,-1 0 0,0 0 0,-1 0 0,0 0 0,0 0 0,-2 0 0,0 0 0,-1 0-469,7 0 1,-1 0 0,-1 0 0,-1 0 0,-2 0 0,-1 0 0,-4 0 318,10 0 0,-4 0 0,-3 0 0,-2 0 150,1 0 0,-2 0 0,-5 0 0,-2 2 0,-11-1 1331,-17 0-1331,3 2 819,-4-6 0,-3 2 0,0-2 0</inkml:trace>
  <inkml:trace contextRef="#ctx0" brushRef="#br0" timeOffset="2365">15497 13243 24575,'42'0'0,"-3"0"0,5 0 0,1 0 0,4 0-820,-13-2 1,3 0 0,1-1 0,2 1 414,5-1 1,1 1 0,1-1 0,-1-1-398,-1-1 1,-1 0-1,1-1 1,4 0 801,-9 3 0,4-1 0,1 1 0,2-1 0,0 1 0,0 0 0,-1 1-428,-1-1 1,-1 1 0,0 0 0,0 1 0,1-1-1,2 0 1,2 1 427,-5 0 0,1-1 0,1 1 0,2 0 0,0 0 0,1 0 0,1 0 0,-1 0 0,1 0 0,-1 0-235,-6 0 0,1 1 1,0-1-1,1 0 0,0 0 1,0 0-1,-1 0 0,1 0 1,-1 0-1,0 0 0,0 0 1,-1 0 234,3 0 0,0 0 0,-2 0 0,0 0 0,0 0 0,1-1 0,0 1 0,1-1 0,2 0 0,3 0-96,-10-1 0,3 0 0,1 0 0,2 0 0,0-1 0,2 0 0,0 1 1,0-1-1,0-1 0,0 1 0,-1 0 0,0 0 0,-2 0 0,-1 0 0,-2 0 1,-2 0 95,6 0 0,-1-1 0,-3 1 0,-1 0 0,-1-1 0,0 1 0,0-1 0,1 1 0,1 0 0,2-1 0,-1 1 1,3 0 0,1-1 0,2 1 0,0-1-1,0 1 1,-1 0 0,-2-1 0,-1 1 0,-2 0 0,-4 1-1,-3-1 0,12-1 0,-3 0 0,-5 1 0,-3 0 0,-5 1 1250,14 2 1,-13-1-1251,-22-1 0,-10-1 0,2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3:08:21.6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15068 10697 24575,'-12'-19'0,"-22"7"0,-17 3 0,-2 2 0,15 2 0,-1 2 0,-2 0 0,-4 1-469,6-1 1,-5 0 0,-2 0 0,-1 0 0,0 1 0,2-1 0,2 2-188,-4 0 1,2 1-1,1 0 1,0 1 0,-1-1 108,0 0 1,-1 0 0,-2 0 0,2 0 0,1 0 0,2 0-198,-3 0 1,3 0 0,1 0 0,0 0 743,0 0 0,-1 0 0,2 0 0,0 0 632,-9 0 0,1 0 0,7 0-632,6 0 0,4 0 0,-1-3 0,7 6-6,7 39 6,16 0 0,3 7 0,-2-9 0,1 3 0,1 2 1092,3 4 0,1 1 0,2-1-789,1-5 0,0-1 1,2 1 767,0-1 1,0 0-1,0 3-1071,-4-8 0,0 3 0,0 1 0,-1 0 0,-1-2 0,0 5 0,0-2 0,-1 2 0,0 4 0,-2-7 0,0 3 0,-1 3 0,1 1 0,-1 0 0,2 1 0,0-2 0,1-1 0,0-1 0,1 1 0,1 0 0,0 0 0,-1 0 0,0 0-469,-1-2 1,-1 0 0,0 0 0,0 0 0,1 1 0,2 0 0,1 3 405,0-7 0,2 1 0,1 1 0,0 1 1,1 0-1,1 1 0,0 0 0,1-1 0,-1-1 1,1-1-303,0 2 1,1-1 0,0-1 0,0 0 0,1 0 0,0 0 0,1 0 0,0 1 0,0 2 269,0-3 0,1 1 0,0 0 0,1 1 0,0 0 1,0 1-1,0-1 0,1 1 0,-1 0 0,1-1 0,-1 1-132,1-1 1,0 2 0,0-1 0,0 1-1,0 0 1,0-1 0,0 0 0,0 0 0,0-1-1,-1-1 1,1-2 226,0 2 0,-1-1 0,1-2 0,-1 0 0,0-1 0,1 0 0,-1 2 0,1 0 0,0 1-139,-1 0 1,0 0 0,1 2 0,0 1 0,1 0-1,-1 0 1,-1 0 0,1-1 0,-2-1 0,0-1-1,-1-3 139,2 9 0,-2-3 0,-1-1 0,0-1 0,0 0 0,0 2 0,1 1 0,0-3 0,-1 2 0,1 0 0,1 2 0,-1-1 0,1 1 0,-1-2 0,1 0 0,-1-2 224,2 5 0,1 0 0,0-1 0,-1-1 0,1-1 0,-2-4 0,-1-2-224,-1 4 0,-3-3 0,3-3 0,8-5 0,11-4 0,7-1 0,5-4 0,0-7 0,-4-8 374,5-14 0,-3-12 0,7-2-374,-12 7 0,5-1 0,3-2 0,2-1 0,2 0 0,0-1 0,-2 1 0,-1 1 90,1-1 1,-1-1 0,1 1 0,-1-1-1,0 1 1,0 0 0,0 1-91,2 0 0,0-1 0,1 1 0,-1 0 0,0 1 0,-1 1 0,-1 0 0,0 0 0,1 0 0,-1 1 0,-2 1 0,-4 1 0,-3 4 0,0 2 0,-4 2 0,-2 2 1638,12 2 0,-5 1-924,-5 3-714,-13-2 0,-10-10 3241,-34-18-3241,5 9 0,-2-3 0,-8-13 0,0-4 0,1 1 0,0-3 1091,5 4 0,0-3 0,-1-1-1091,4 6 0,0-3 0,0 0 0,-1 0 0,-1-4 0,0 0 0,0-2 0,0-2 0,1 1 0,-1-2 0,1-2 0,0 0 0,2-1 0,4 7 0,0-1 0,2 0 0,0 0 0,1-2 0,0-1-469,1 0 1,1-1 0,0-1 0,1-1 0,0 0 0,2 0 0,0-1 218,0 0 1,1 1 0,2-1 0,-1 0 0,2-1 0,-1-2-1,1-2 250,1 10 0,0-1 0,1-2 0,0-1 0,0 0 0,0-1 0,1 0 0,-1 0 0,1 0 0,-1 1 0,1 2-365,0-6 1,-1 1 0,1 1 0,0 0 0,0 0 0,1 0 0,-1-1 0,0 0 0,0-2 254,0 4 0,0-2 0,0-1 1,0-1-1,0 0 0,0 0 1,0 0-1,0 2 0,0 1 1,0 1-1,0 3 110,0-8 0,-1 3 0,1 2 0,0 1 0,0 1 0,0-1 0,1-1-227,1-1 0,0-1 0,0 0 0,1 1 0,0 0 0,0 3 0,0 2 227,1-2 0,0 4 0,0 1 0,1 1 0,0-1 0,2-7 0,1 1 0,0 0 0,0 1 0,-1 2 0,0 0 0,0 0 0,-2 3 18,0-1 1,-2 1 0,-1-1-19,1 2 0,-1-1 0,0-2 0,-1 1 0,0 0 0,-1 0 0,-1-1 0,1 1 0,0-1 0,0-1 0,0 2 0,0 2 0,0-1 0,0 2 0,0 2 1394,0-12 1,0 7-1395,0 8 0,-4-12 0,3 15 3276,-3-16-1445,4 18 1445,0 2-3270,-6 8 1776,5 8-1782,-8-5 0,3 5 0,-1-9 0,-2 6 0,0-8 0,-1 7 0,-6-4 0,3 5 0,-2 3 0,-1-2 0,-8-3 0,-1 2 0,-7-3 0,-10 4 0,15 5 0,-2 0 0,3 3 0,-1 0 0,0-1 0,2 1 0,-14 0 0,11 3 0,0-4 0,-3 0 0,-11 0 0,-3 2 0,0-2 0,-3 1-268,11 2 0,-1-1 0,1 2 268,4 0 0,0 0 0,-1 3 0,-9 3 0,-1 3 0,1-2 0,-5-1 0,-1 2 0,11 3 0,-3 4 0,2 0 0,6-2 0,5-3 0,2 1 0,-11 6 0,6-2 0,19-8 0</inkml:trace>
  <inkml:trace contextRef="#ctx0" brushRef="#br0" timeOffset="1401">13319 11273 24575,'7'-2'0,"-1"1"0,3-2 0,20 3 0,6 0 0,7 0-837,-4 0 0,2 0 0,3 0 837,-1 0 0,4 0 0,0 0 0,-1 0 0,3 0 0,-2 0 0,2 0 0,-3 0 0,1 0 0,1 0 0,-2 0 0,-6 0 0,-1 0 0,-1 0 0,2 0 0,2 0 0,0 0 0,2 0 0,2 0-547,-5 0 1,1 0 0,3 0 0,0 0 0,1 0 0,-1 0 539,2 0 0,1 0 0,0-1 1,0 1-1,-1 0 0,1 1-540,-2 0 1,0 1 0,-1 0 0,1 0 0,1 0 0,2-1 531,-4 0 1,2-1 0,2 0 0,0 0-1,0 0 1,0 1 0,-2-1 0,-2 1 14,3 0 0,-1 1 0,-1-1 0,-1 1 0,1 0 0,1 0 0,-1-1 0,1 1 0,1-1 0,1 0 0,-2 1 0,-1-1 0,-2 0 0,3-1 0,-2 0 0,-1 1 0,-2-1 0,-1 1 0,2 1 0,-2 1 0,-2-1 0,-1 0-102,3-2 1,-2 0 0,-1 0 101,10 0 0,1 0 0,-6 0 0,3 0 0,-5 0 0,-4 0 0,-3 0 225,1 0 1,-5 0 0,-10 0 0,-14 0 0</inkml:trace>
  <inkml:trace contextRef="#ctx0" brushRef="#br0" timeOffset="2515">13158 12095 10640,'6'0'0,"16"0"3276,3 0-1519,6 0 667,-3-3-2424,7 2 0,8 0 0,6 0 0,-13 0 0,0 2 0,2-1 109,9 0 0,1 1 0,5-2-109,-8-2 0,3-1 0,2-1 0,0 1 0,-2 0 461,-2 1 0,-2 1 0,1-1 0,1 0 0,2-1-461,-4 0 0,2-2 0,2-1 0,1 0 0,-1 1 0,-1 0 0,-1 1-547,1 2 1,-1 0 0,-1 1 0,0 0 0,1 1 0,0-2 471,-2 1 0,0-1 0,1 0 0,-1 0 0,1 0 0,-1 1 0,-2 0 75,2 0 0,-2 0 0,1 1 0,-2 0 0,0-1 0,-1 1 0,5-1 0,0 0 0,-1 0 0,-2 0 0,-3 0 0,7-2 0,-3 1 0,-3-1-125,9-4 0,-3 1 125,-7 4 0,-1 0 0,10-1 0,1 1 0,-13 1 0,0 1 0,4 0-682,2 0 0,4 1 0,0 1 0,-2-1 682,1 0 0,-1 0 0,5 0 0,-10-2 0,4 0 0,3 0 0,1-1 0,0 0 0,-3 0 0,-3 0 0,9 0 0,-4-1 0,-1 1 0,1-1 0,4 0 0,1-2 0,-1 1 0,-5 0 479,0 1 0,-3 1 0,-17 1-479,-20 2 3276,-22-6-3259,-7 4 0,-6-4 0,24 6 1</inkml:trace>
  <inkml:trace contextRef="#ctx0" brushRef="#br0" timeOffset="3666">13405 12862 24575,'26'3'0,"1"-1"0,4 0 0,4 0 0,2-2 0,5 1 0,2-1 0,4-1-656,-8 0 1,3 0-1,2-2 1,1 1 0,0-1 626,-5 0 1,1 0 0,0-1 0,1 0 0,1 0 0,2 0-382,-3 0 0,3-1 1,0 1-1,2-1 1,0 1-1,0-1 0,0 0 1,0 0 13,-2-1 1,1 0-1,0 0 1,-1 0-1,1 0 1,0 0-1,1 1 1,2 0 171,-6 1 0,1 1 0,1 0 0,1 1 0,0-1 0,0 1 0,0 0 0,0-1 0,0 1 0,0-1 224,-2 0 0,1 0 0,-1 0 0,1-1 0,-1 1 0,1-1 0,-1 1 0,1 0 0,0 0 0,1 0-277,1 1 0,1 1 1,0-1-1,0 1 0,0 1 1,0-1-1,1 0 0,-1-1 1,1 1-1,-1-1 277,-3-1 0,1 0 0,0 0 0,0 0 0,0 0 0,0-1 0,-1 0 0,0 1 0,-1-1 0,-1 1 0,-1 0-67,6-1 0,0 1 1,-2 0-1,-1 0 0,0 0 1,-2-1-1,-1 1 0,-1-1 67,3 0 0,-2 0 0,-1 1 0,-1-2 0,-1 0 0,-1-2 484,13-6 1,1-2 0,-5 0-1,-10 3-484,6-3 1092,-4 1 0,4-3 0,-19 2-905,-28 6 632,-5-2 0,-2 2 0,4 3 0</inkml:trace>
  <inkml:trace contextRef="#ctx0" brushRef="#br0" timeOffset="4818">13586 13644 24575,'43'1'0,"0"1"0,-15 0 0,1-1 0,11-2 0,9-1 0,4-1 0,0-1-547,-12 2 1,0-2 0,2 1 0,1-1 0,1 0 0,1 0 77,0 1 1,2-1 0,0 1 0,2-1 0,0 1 0,2-1 0,1 1 140,-8 0 0,2-1 0,1 1 1,1 0-1,1-1 0,0 1 1,-1 0-1,0 0 0,-2-1 1,-2 1 14,2 0 0,-2 0 1,-1 0-1,0 0 1,-1 0-1,0 0 1,1 0-1,2 0 313,0 0 0,3 1 0,1-1 0,0 0 0,0 1 0,-2-1 0,-2 1 0,-3-1 0,-5 0 0,6-2 0,-5 1 0,-2-1 0,4 1 0,0 2 0,6 0 0,2 0 0,-3 1 0,-4-1 0,-9 0 1056,-1-3 0,-4 1-1056,9 4 0,3 0 0,-6-1 0,4-6 0,-21 4 3276,0-3-2722,-7 2 2722,0-2-162,2 3-3114,-5-1 0,5 2 0,-8 2 0,1 0 0</inkml:trace>
  <inkml:trace contextRef="#ctx0" brushRef="#br0" timeOffset="5802">13846 14377 8191,'-6'9'0,"2"-2"3276,4 2-1489,9-3 1031,14-2-2818,22-2 0,-10-1 0,10-1 0,3 0 0,-4-1-384,0 2 0,-3-1 0,8-1 384,-11 1 0,5-2 0,5 1 0,1-1 0,2 0 0,-2 1 0,-3-1 0,-4 1 0,3 0 0,-4 1 0,-2 0 0,2-1 0,5 0 0,-5 0 0,4-1 0,2-1 0,3 0 0,0 1 0,1-1 0,-1 0 0,-1 0 0,-2 1 0,-1 0 0,0 0 0,-1 1 0,0 0 0,0-1 0,-1 1 0,1-1 0,0 0 0,0-1 0,1 1 0,-1-1 0,1 0 0,-1 0 0,1 0 0,-1 0 0,1 0 0,0 1 0,0-1 0,1 0 0,-1 0 0,0 0 0,-1 1 0,-1-1 0,-1 0-223,3 0 0,-2-1 1,0 1-1,-2-1 1,-1 1-1,0 0 223,10-1 0,-2 0 0,-1 1 0,0-1 0,-2 0 0,0-1 0,-3 0 0,-6 1 0,-6 2 0,-4 0 0,13-9 0,-37 4 629,-3-8 0,0 7 0,0-4 0</inkml:trace>
  <inkml:trace contextRef="#ctx0" brushRef="#br0" timeOffset="6915">14124 15116 24575,'45'4'0,"-13"-3"0,5 0 0,3-1 0,2-1 0,3-2 0,2 0 0,1 1-656,-4 0 1,2 0-1,0 0 1,1-1 0,1 0 228,-7 0 1,2 0 0,0-1 0,0 0-1,-1 1 1,0 0 426,4 0 0,0 1 0,-1 0 0,0 0 0,0-1 0,3 0 0,0-1 0,0 0 0,-1 1 0,-1 0 0,6 0 0,-2 1 0,-1 0 0,0 0 0,-1-1 0,1-1 0,-3 1 0,-3-1 0,-5 2 0,-3 0 0,-2-1 615,11-2 1,-8 0-616,-7 0 0,-2-6 1043,-1 2-1043,-6-1 0,13 2 0,-18 2 0,3 3 0</inkml:trace>
  <inkml:trace contextRef="#ctx0" brushRef="#br0" timeOffset="8232">14289 15871 24575,'15'4'0,"-7"-1"0,18-3 0,-9-3 0,11-2 0,6-2 0,8 0 0,5 0-643,-7 1 1,5 0 0,2 1 0,3-1 642,-8 2 0,3 1 0,2-1 0,0 1 0,-2 0 0,-1 0-531,1 0 0,-2 1 1,-1 0-1,1 0 1,2-1 530,1 0 0,3 1 0,1-1 0,-1 0 0,-3 0 0,-5-1 0,5 0 0,-6-1 0,3-1-317,2 0 0,3-1 0,0 0 0,-3-1 317,-3-1 0,-2 0 0,2-2 0,2 0 0,2-2 0,2 0 0,1 0-656,-8 3 1,2 1-1,-1 0 1,1-1 0,-2-1 383,-1 0 1,-2 0 0,1-2-1,0 2 1,1-1 271,3 1 0,1 1 0,0 0 0,0 0 0,-2 0 122,4-2 0,-2 0 0,0 0 0,-1 0-122,-2 1 0,0 0 0,-1 1 0,-2 0 0,5-1 0,-2 0 0,-3 1 1053,9 0 0,-8 2-1053,-17 5 1083,-6 3-1083,-1 0 3276,-3 0-97,4-3-2931,0 2 0,-6-1 0,-4 2 0</inkml:trace>
  <inkml:trace contextRef="#ctx0" brushRef="#br0" timeOffset="25715">8442 10697 24575,'0'28'0,"0"-9"0,0 12 0,4-8 0,-3 1 0,7 18 0,1 9 0,-4-3 0,0 2 0,1-15 0,1 1 0,-1-1 0,-1 15 0,1-6 0,6-8 0,-3-1 0,4-5 0,-9-13 0,4 2 0,-7-12 0,2-5 0,-2-24 0,-2-8 0,-2 7 0,3-7 0,-1 1 0,-1 7 0,2-7 0,0 2 0,-2-9 0,-1-11 0,0 4 0,-4 5 0,1 0 0,2-4 0,1-3 0,-1 5 0,-2 11 0,2 6 0,4 3 0,0-3 0,0-4 0,-3-4 0,-1-1 0,-2 8 0,3 9 0,-3 8 0,8 4 0,4 12 0,11-3 0,13 6 0,-2-7 0,3-2 0,1-3 0,-4 0 0,18 4 0,-17-3 0,4 6 0,-15-4 0,-8 3 0,5 9 0,-2-1 0,0 7 0,-4-5 0,-6-3 0,-3 2 0,0-8 0,-3 8 0,-6-2 0,-2 0 0,-30 12 0,25-12 0,-20 3 0,24-10 0,-14 1 0,-5 2 0,8 1 0,-1 0 0,-7 0 0,-5-1 0,4 0 0,5-1 0,1-1 0,-3-2 0,2-2 0,-2-6 0,10-1 0,1-5 0,-1 5 0,-1-2 0,4 6 0,7-3 0,6 3 0,3-3 0</inkml:trace>
  <inkml:trace contextRef="#ctx0" brushRef="#br0" timeOffset="27365">9242 10793 24575,'-10'-7'0,"1"1"0,3 3 0,-4-3 0,-5-4 0,-8-5 0,-6 3 0,2 2 0,7 6 0,6 7 0,7 1 0,-8 2 0,4 0 0,-1 0 0,0 3 0,-1 7 0,0-2 0,0 7 0,4-8 0,2 5 0,4-5 0,0 35 0,-4-21 0,-1 0 0,5 2 0,-1 2 0,-6 2 0,1-4 0,4-9 0,2 13 0,3-17 0,0 7 0,0-2 0,0-5 0,0-3 0,6-4 0,1-3 0,8 3 0,-4-2 0,0-1 0,4-3 0,3-3 0,2 0 0,8-5 0,1-1 0,-4 1 0,1-2 0,0 2 0,-8 2 0,1 3 0,-3 0 0,3 0 0,-7-3 0,-2 2 0,4-4 0,0 1 0,4-2 0,-4 0 0,-2 2 0,-9 1 0,0 3 0</inkml:trace>
  <inkml:trace contextRef="#ctx0" brushRef="#br0" timeOffset="43399">13543 10912 24575,'-6'-3'0,"2"0"0,-4-1 0,1-1 0,-32 10 0,20-3 0,-26 5 0,15 0 0,0-6 0,2 4 0,1 1 0,1-5 0,-6 6 0,1 0 0,9-6 0,-8 2 0,-4 1 0,11 3 0,-2 2 0,-12-1 0,-6 1 0,4 2-657,7 3 0,0 2 657,-8-2 0,-5 0 0,8-1 0,-3 11 0,13-12 0,1 0 0,-3 3 0,5 2 0,4 3 0,-2 3 0,-7 6 0,-2 2 0,1 2 0,1 0 0,2-3 0,2-4 0,0 1 0,8-9 0,6-2 1314,-11 16-1314,7 0 0,0 1 0,4-8 0,0 0 0,-1 11 0,2-1 0,6 0 0,4 12 0,0 1 0,0-12 0,0 8 0,0-23 0,3 3 0,3-1 0,4-6 0,0 2 0,1 2 0,-1-5 0,3 0 0,5-1 0,4 7 0,2 1 0,11 3 0,0 7 0,3 1 0,-7-16 0,-1-3 0,-3 3 0,0-1 0,0-6 0,-1-3 0,7-1 0,-6-3 0,2 7 0,2 2 0,8-1 0,-6 5 0,3 2-243,-2-5 1,2-1 0,-2 1 242,5 4 0,0 0 0,-7-4 0,2 0 0,-5-1 0,8 4 0,-25-9 0,0-4 0,16 9 0,-11-5 0,21 8 0,-29-12 727,20 4-727,8-7 0,-6 2 0,8-3 0,-27 0 0,-3 0 0,1-3 0,-1 2 0,1-1 0,-4 2 0,-3 0 0</inkml:trace>
  <inkml:trace contextRef="#ctx0" brushRef="#br0" timeOffset="44554">13587 12419 24575,'18'9'0,"8"5"0,1-3 0,-1 2 0,-2-1 0,-10-2 0,7 6 0,-8-7 0,2 0 0,-5-2 0,-1-4 0,-3 3 0,0-6 0,1 6 0,-4 0 0,0 1 0,-3 2 0,-3 0 0,-15 9 0,2-3 0,-7 0 0,11-7 0,3-7 0,-20 10 0,9-6 0,-15 6 0,19-1 0,-3-3 0,6 2 0,-2-3 0,2-3 0,3 0 0,-2-3 0,8 0 0,-2 0 0</inkml:trace>
  <inkml:trace contextRef="#ctx0" brushRef="#br0" timeOffset="63049">13600 12561 24575,'-13'6'0,"-10"9"0,0 3 0,2 0 0,-5 2 0,0 0 0,6-1 0,3-6 0,2 1 0,-1-1 0,-19 7 0,5 1 0,-4 3 0,3-1 0,3-5 0,2 2 0,-4 6 0,-2 3 0,7 0 0,9-1 0,4-1 0,2 3 0,0-1 0,-3 0 0,-2-1 0,1-5 0,-1 1 0,-7 5 0,-2 3 0,5-5 0,0 3 0,-1 1-343,4 1 0,0 1 0,1 3 0,-1 2 343,0 1 0,0 2 0,0 3 0,1-1 0,1 0-584,1-2 0,1 0 0,1 0 0,-1 0 0,1 1 584,-2 5 0,-1 2 0,1-1 0,1 0 0,1-4 0,3-3 0,1-3 0,0-1 0,1 0 0,-3 7 0,0-1 0,3-1-287,4-3 0,3 0 1,-2-1 286,-1-3 0,-2 1 0,2 1 0,1 10 0,2 2 0,-1-1 0,0-7 0,-1-1 0,2 0 0,3 2 0,1 1 0,0-4 0,0 1 0,1-4 0,4-7 0,1-4 0,10-3 0,-4-9 0,4 7 0,2 0 0,-2-1 0,11 6 0,11 5 0,-2-3 0,-10-10 0,-1-2 0,2 0 366,8 6 1,3 1 0,0-1-367,-2-3 0,1-1 0,-8-3 0,9 0 1481,-14-4 1,-3-1-1482,-7 0 1089,17-4-1089,-9 6 0,2 2 0,7-5 0,1 0 0,-7 3 0,1 1 0,4-3 0,4-1 0,-4-1 0,-8-3 0,-1-1 0,20 6 0,-2-3 0,-10-9 0,-9 2 0,-10 1 0,11 5 0,-1-1 0,4-2 0,1 0 0,4-2 0,-7-1 0,0-2 0,5-7 0,-7 4 0,-1-2 0,-8 8 0,2 0 0,-4 0 0,1-3 0,9 2 0,-11 1 0,20 4 0,4 1 0,-7 0 0,7-1 0,-2 0 0,-16-4 0,0-3 0,-19 2 0,-1-2 0,-2 3 0</inkml:trace>
  <inkml:trace contextRef="#ctx0" brushRef="#br0" timeOffset="64132">14387 15486 24575,'9'3'0,"3"0"0,4-3 0,-2 0 0,13 0 0,-15 0 0,12 4 0,3 1 0,13 4 0,-12 0 0,0 0 0,8 2 0,-14-4 0,-16-1 0,-3-3 0,-3 4 0,-18 7 0,2 0 0,-8 1 0,-4 2 0,5-4 0,1 0 0,-3 1 0,0-1 0,-6 4 0,16-5 0,3 6 0,4-6 0,-15 18 0,14-18 0,-5 7 0,8-13 0,0 3 0,-1-8 0,-5 8 0,5-9 0,0 3 0,5-3 0</inkml:trace>
  <inkml:trace contextRef="#ctx0" brushRef="#br0" timeOffset="67102">14413 15414 24575,'-43'12'0,"0"0"0,6-6 0,-8 7 0,2-2 0,22-11 0,2-6 0,-11-9 0,-3-3 0,8 5 0,0-1 0,-14-7 0,1 0 0,-5 2 0,11 3 0,-1-4 0,14 2 0,-3-1 0,-18-10 0,-2 1-211,17 6 1,-2 1 210,-10-1 0,-5 0 0,8 3 0,3-1 0,-1 3 0,2 0 0,14-2 0,-6-10 0,7 1 0,-4-11 0,1-2 0,4 4 0,-6-8 0,14 25 421,-1-7-421,7 4 0,3-1 0,12-10 0,8-6 0,-2 15 0,1-1 0,-4-3 0,-1 0 0,3 1 0,0 0 0,-5 1 0,-2 2 0,7-10 0,-4 0 0,-13 16 0,6 1 0,-5 5 0,5 0 0,11-5 0,5 2 0,17-8 0,-14 8 0,12-6 0,-5 4 0,-12 5 0,2 0 0,0 1 0,-1 2 0,10-4 0,-12 4 0,-13 6 0,1 1 0,2-3 0,1 6 0,12-3 0,-13 3 0,7 0 0,-5-3 0,3-3 0,8-1 0,-5-3 0,-5 7 0,4-4 0,-8 6 0,3-6 0,-12 3 0,-2 1 0,-3 0 0</inkml:trace>
  <inkml:trace contextRef="#ctx0" brushRef="#br0" timeOffset="68465">13981 13919 24575,'15'17'0,"0"-5"0,21 10 0,-15-9 0,9 1 0,-19-8 0,4 0 0,-6-3 0,4 3 0,0 4 0,12 6 0,-13 4 0,4-2 0,-14-3 0,-2-6 0,0-3 0,-2 1 0,-23 11 0,5-3 0,-9 5 0,9-8 0,12-6 0,-9 3 0,-6 7 0,-1 0 0,0-3 0,12-4 0,9-9 0</inkml:trace>
  <inkml:trace contextRef="#ctx0" brushRef="#br0" timeOffset="70548">8754 10271 24575,'-28'-4'0,"0"0"0,-3 3 0,0 0 0,0-3 0,0 0 0,-7 3 0,0 2 0,-7 2 0,19-1 0,0 1 0,-14 3 0,23-1 0,-3 7 0,-3 5 0,-8 10 0,-2 4 0,4-6 0,-1 1 0,0 2 0,-2 4 0,1 2 0,3-2 0,3-1 0,4-1 0,4-2 0,5 2 0,10 4 0,4 1 0,-2 6 0,0 1-263,-1 2 0,2 3 263,1-2 0,1 3 0,1-3-755,0 4 1,2 0 754,-1-11 0,2 4 0,0 0 0,-1-6 0,2 6 0,0-3 0,-1-3 0,1 1 0,3-3 0,5 3 0,4-1 0,-2-3 0,2 1 0,3 1-645,3-2 1,3 1 0,2-1 0,3-1 644,3 0 0,2-2 0,2-1 0,-2-1 0,-3 0 0,-1-1 0,1 0 0,-1-3 0,9 1 0,0-2 0,-3-2 209,6 3 0,-5-5-209,-18-8 0,0-2 0,6 2 0,3-6 0,12-15 0,5-10-820,-16 7 1,3-2 0,0-2 0,0 1 730,2-2 1,0 1 0,1-1 0,2-3 88,-5 2 0,4-3 0,1-1 0,-2 1 0,-2 1 0,-5 3-383,0 2 0,-4 2 1,3-3 382,5-5 0,7-5 0,1-1 0,-5 1 0,-8 4 0,-8 0 0,-2 0 0,12-6 0,6-5 0,-3-2 0,-12 4 0,-2-3 0,-2-1 0,0 1 0,4-5 0,-3 0 0,2-3 0,-5 7 0,1-2 0,1-1 0,-3 1 0,-3 3 0,-1-3 0,-4 2 0,-1 1 0,0-16 0,-4 4 859,-4 18 1,-2-1-860,2-14 0,0-8 0,-3 3 0,0 13 0,-2 3 0,-6-4-656,-7-3 1,-6-4-1,-4-1 1,-1 2 0,3 6 500,-1 1 0,0 6 0,-7-1 155,0 8 0,-6-2 0,-6 1 0,-1-1 0,0 2 0,4 1 0,6 3 754,-6-5 0,5 4 0,-4-2-754,5 5 0,-6-2 0,-1 0 0,0 0 0,3 1 0,8 2 0,-7-5 0,4 1 0,4 4 0,-2 0 0,0 2 47,0 2 0,-2 3 0,-1 1-47,-8 1 0,-2 1 0,-3 2 0,2-1 0,-3 0 0,-1 1 0,3 2 0,8 1 0,2 1 0,-1 0 0,-1 1 0,-9-1 0,-3 0 0,1 0 0,7 0 0,-1 0 0,1 0 0,7-1 0,-3 0 0,0 0 0,5 4-230,-5 5 1,2 5 229,-1 0 0,-2 2 0,0 6 0,10 1 0,0 4 0,1 1 0,2-2 0,-3 0 0,2-2 0,1 1 0,1 2 0,1 1 0,6-4 3276,4 2-2659,2 15 0,0 8-617,0-5 0,-1 3 0,-2 5-547,5-15 1,-2 4 0,0 1 0,0 1 0,0-1 0,0-1 409,1 3 1,-1-2 0,1 0 0,0 0 0,-1 1 136,-1 4 0,-2 2 0,1-1 0,1 0 0,2-4-342,3-2 1,1-2-1,2-2 1,0-1 341,-3 2 0,1-2 0,2-2 101,1 14 1,4-9-102,2-17 0,0 0 0,0-16 0,0-3 0</inkml:trace>
  <inkml:trace contextRef="#ctx0" brushRef="#br0" timeOffset="120399">15002 12225 24575,'0'28'0,"0"5"0,0 6 0,2 4 0,-1-4 0,6-3 0,-4-10 0,1 4 0,5 17 0,1 2 0,-3-7 0,0 0 0,-2 0 0,0 2 0,-1-4 0,0-2 0,0-3 0,-1-6 0,-1-2 0,0 0 0,1 0 0,2 1 0,1 1 0,-2 14 0,0 2 0,0 0 0,0-1 0,0-3 0,-2-2 0,-1-10 0,-2-3 0,1 6 0,3-6 0,-2 0 0,4 4 0,1 7 0,0 7 0,0 6 0,-1 0-363,-1-5 1,0-1 0,0 1 362,1-6 0,0 1 0,1-2 0,-3-5 0,-2 3 0,-1-7 0,4-6 0,-4 1 0,0-2 0,0 21 0,0-5 0,0-4 1087,0-10-1087,0-14 0,0-1 0,0-3 0,0 3 0,0 4 0,0 0 0,0 5 0,0-8 0,0 5 0,0 7 0,0-4 0,0 5 0,0-8 0,0-8 0,0 2 0,0 0 0,0-2 0,-2 5 0,1-5 0,-2 2 0,3 0 0,0-2 0,-6 10 0,5-3 0,-7 14 0,7-7 0,-2 2 0,3-11 0,0 6 0,0-7 0,0 4 0,0-3 0,0-5 0,0 8 0,-3-5 0,3 8 0,-3-7 0,0 0 0,-1-4 0,1-4 0,0 0 0</inkml:trace>
  <inkml:trace contextRef="#ctx0" brushRef="#br0" timeOffset="121751">14926 14587 24575,'0'17'0,"4"4"0,2 5 0,3 3 0,0-7 0,-3 0 0,2 9 0,1-1 0,-4-2 0,3-3 0,-1-1 0,-2-2 0,4 4 0,-1 0 0,-3-8 0,2 7 0,-7-15 0,2-4 0,5-3 0,5-3 0,1-3 0,3-1 0,-4 1 0,1 0 0,-1 3 0,21-13 0,-9 7 0,16-13 0,-24 12 0,2-5 0,-3 2 0,-1-3 0,7-2 0,-2-2 0,7-4 0,7 0 0,-5 2 0,0 8 0,-15 2 0,-1 9 0,-6-3 0,0-3 0,-2 5 0,-1-5 0</inkml:trace>
  <inkml:trace contextRef="#ctx0" brushRef="#br0" timeOffset="124583">14571 14981 24575,'-9'0'0,"2"0"0,-5-3 0,2 3 0,-8 0 0,-22 10 0,12-5 0,-14 4 0,20-9 0,0-3 0,-24 3 0,18-2 0,-1 1 0,-4 1 0,-2 0 0,0-2 0,-4 0 0,3-1 0,2 0 0,-1-2-456,-2 0 1,-6 0 0,-2-2 0,4 0 455,2-3 0,2-2 0,-2 1 0,3 2 0,-1 1 0,-2-2 0,2-1 0,-3-3 0,1-3 0,0 0 0,1-1 0,3 0 0,1 0 0,0 0 0,-2-2-567,-1 1 0,-1-1 0,-2 0 0,1-1 0,0-1 567,2-1 0,1-2 0,0 0 0,1 1 0,0 1 0,-2 0 0,1 3 0,1-2 0,-1-3 0,0-3 0,-2-5 0,1-1 0,1 0 0,3 2 0,3 4 0,3 2 0,1-1 0,-3-3 0,2 0 0,-2-2 0,0-2 0,-1-1 0,2 2 0,2 1-275,-3-4 0,3 1 1,0 1-1,0-4 275,-1-1 0,-1-3 0,1-2 0,1 2 0,4 5 0,0-1 0,4 3 0,-1-3 0,1-1 0,-2-4 0,3 0 0,3 4 0,5-8 0,4 3 0,0-1 0,2-1 0,0 9 0,1-1 0,0 2 0,-2-11 0,0 3 0,2 5 0,2 1 0,0-3 0,4 3 0,19 1 0,-1 10 0,9-5 0,2-1 0,-2 4-70,2 2 0,1 2 0,2-2 70,-5 1 0,3-2 0,2-1 0,0 0 0,-1 3 0,8-1 0,1 1 0,-1 3 0,-3 0 0,-3 1 0,-3 2 0,3-1 0,-3 2 0,3 0 0,1-1 0,0 0 0,-1 2 0,2 0 0,-2 2 0,1 0 0,1-2-7,-1-1 1,2-1 0,0-1 0,1 0 0,-1 1 6,2 1 0,2 1 0,-1 0 0,-2 1 0,-1 0 0,0-3 0,-1 0 0,-2 1 0,-1 2 0,3-1 0,0 3 0,-2-1 0,-4 0 0,0 0 0,-2 1 540,1-1 1,1 0-541,-1 0 0,2 0 0,-3 1 0,-7 2 0,-1 0 0,10-2 0,2-2 0,4-2 0,-2 0 883,-15 6 0,0 0-883,15-2 0,-13 2 3149,-36 7-3149,-15 6 0,5 0 0,-4 0 0</inkml:trace>
  <inkml:trace contextRef="#ctx0" brushRef="#br0" timeOffset="126065">13643 11535 24575,'12'3'0,"-5"1"0,2 2 0,-6 3 0,6 1 0,6 5 0,2-2 0,8 3 0,-3-4 0,7-3 0,8 0 0,-4-1 0,14 6 0,-12-5 0,3 1 0,-7-2 0,-6-3 0,-6 2 0,-16-1 0,-6 1 0,-7 2 0,0 1 0,-2-4 0,-3 8 0,-18 8 0,15-5 0,-1 1 0,-2-3 0,0-1 0,-3 6 0,1-2 0,-8-1 0,-2 3 0,11-10 0,5 0 0,-2 3 0,6-4 0,-2 0 0,3 0 0,1-2 0,-4 2 0,8-5 0,1-1 0,3-3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3:11:19.7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15098 7762 24575,'0'-17'0,"-5"10"0,-21 15 0,-12 10 0,10-4 0,-1 1-1639,-7 1 1,-1 0-1,-1 1 1,1-1 1502,8-3 1,2-1 863,1-1 0,5-1-728,14-1 0,2-3 0,5 9 0,0-2 0,11 9 0,4-7 0,11 2 3276,-5-8-1183,8 7-2093,-7-8 0,-1 0 0,-6-1 0,-8-3 0,2 2 0,1 0 0,2 3 0,1-2 0,-4 2 0,0-3 0,-5 24 0,-1-18 0,-3 27 0,0-28 0,-3 18 0,-1-17 0,-8 12 0,-19-6 0,-10 0 0,3 0 0,-2-11 0,17-11 0,1-3 0,-7-6 0,18 7 0,-5-1 0,0 6 0,-8-2 0,-24-3 0,22 3 0,1 0 0,-15-5 0,11 4 0,26 4 0,0 0 0</inkml:trace>
  <inkml:trace contextRef="#ctx0" brushRef="#br0" timeOffset="1022">15407 7709 10518,'-7'-3'0,"4"5"3276,0 40-2980,3-17 0,0 4-296,-2 7 0,0 7 0,-1-3 0,0 7 0,-3 2 0,-1-11 0,-1 2 0,-1 1 0,0-5-202,-1 9 1,0-4 201,-3 7 0,0-4 0,3-5 1975,9-24-1975,-3 8 0,0 6 0,-3 4 0,-1 1 0,3-2 0,-1-1 1638,-2 7 0,-1-9-925,4-23-493,2 0 1,3-15-1,0 7 1</inkml:trace>
  <inkml:trace contextRef="#ctx0" brushRef="#br0" timeOffset="1734">15196 8123 24575,'9'-3'0,"-2"2"0,5-1 0,-2 2 0,2 0 0,6-6 0,22-2 0,-18-2 0,23 3 0,-34 4 0,29 9 0,-22-1 0,27 6 0,-30-7 0,31 0 0,-31-7 0,24-2 0,-28-1 0,3-5 0,-12 4 0,-5-2 0,-9 0 0,4 2 0,-1 1 0,6 3 0</inkml:trace>
  <inkml:trace contextRef="#ctx0" brushRef="#br0" timeOffset="3167">15923 8047 24575,'9'0'0,"-2"-3"0,0-1 0,-7-2 0,-4 2 0,-2-1 0,-3 1 0,-4-2 0,0 2 0,-15 2 0,6 6-231,-8-1 1,-1 3 230,3 5 0,1-5 0,2 0 0,11 6 0,-2-5 0,10 2 0,3 0 0,0 4 461,2 6-461,-1 0 0,2 7 0,0-12 0,2 4 0,5-5 0,-3 0 0,4 3 0,-7-7 0,5 0 0,-6-2 0,6-1 0,-3-3 0,4 0 0,-1-3 0,3 0 0,-2-3 0,5-3 0,-3-1 0,1-2 0,-1-11 0,-3 7 0,1-11 0,-1 14 0,3 1 0,1 0 0,0 2 0,-1-5 0,-3 8 0,-3-5 0,3 6 0,-5-3 0,4-4 0,-1 6 0,5 1 0,1 10 0,5 9 0,-5-2 0,3 12 0,-9-12 0,0 6 0,-1-2 0,0-10 0,1 6 0,1-13 0,2 4 0,-1-4 0,1 2 0,-4-3 0</inkml:trace>
  <inkml:trace contextRef="#ctx0" brushRef="#br0" timeOffset="4367">16280 8064 24575,'0'-6'0,"0"0"0,-3-1 0,-9 1 0,4 0 0,-7 2 0,9 1 0,-3 6 0,2 1 0,-5 2 0,2 6 0,-3 1 0,3 3 0,1-6 0,3-5 0,2-2 0,-1-2 0,4 4 0,-2-1 0,3 2 0,0 1 0,0 2 0,0 0 0,0 7 0,0 0 0,0 0 0,0-4 0,0-3 0,3 0 0,0-2 0,4 2 0,-1-2 0,3-4 0,-2 3 0,2-3 0,3 3 0,1 1 0,3-4 0,6 0 0,-8-6 0,3 2 0,-8-1 0,-6-1 0,0-1 0,-3-2 0,0 2 0,0 2 0</inkml:trace>
  <inkml:trace contextRef="#ctx0" brushRef="#br0" timeOffset="5733">16550 7761 24575,'12'13'0,"-2"-3"0,4 4 0,-3-3 0,18 18 0,-10-6-735,0 5 1,5 7-1,-5-5 735,-1 6 0,-1-7 0,3 5 0,-3 1 0,-6 12 0,-3-2 264,2-15 0,1 1-264,-1 16 0,-3-6 0,-3-19 0,-4-12 0,0-1 0,0-3 1676,-6-2-1676,-4-1 0,-3-3 0,3 0 0,5 0 0</inkml:trace>
  <inkml:trace contextRef="#ctx0" brushRef="#br0" timeOffset="6870">16917 8002 24575,'-3'6'0,"-3"1"0,-37 17 0,2-2 0,10-7 0,-4 3 0,4-3 0,7-4 0,1 0 0,-8 3 0,5-3 0,14-9 0,5-2 0,-9 4 0,5-3 0,-8 6 0,9-3 0,15 5 0,3-5 0,8 2 0,5-6 0,-9 0 0,7 0 0,-6-3 0,6 2 0,1-2 0,11 6 0,5 1 0,-12-4 0,2 1 0,23 6 0,0 1 0,-21-4 0,-2 1 0,0 1 0,-2 0 0,3 4 0,-16-6 0,3 2 0,-4-6 0,0 3 0,-1-3 0,3 6 0,-2 1 0,8 5 0,-7-5 0,1 1 0,-6-7 0,0 2 0,3-3 0,-4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3:13:10.5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2407 6815 24575,'3'-4'0,"3"1"0,4 1 0,36-3 0,-14-1 0,5-1 0,-1 0 0,5 1 0,3 0 0,0-4 0,7-1 0,-1-1 0,-8 4 0,-5 2 0,-1 2 0,2-2 0,5-1 0,1 1 0,-7 3-796,-2 5 0,-2 3 796,15-1 0,1 1 0,-15-1 0,4 0 0,5 1 0,8-1 0,2 0 0,-4-1 0,0-1 0,-2-2 0,5 1 0,-8 0 0,5 1 0,3 0 0,0 0 0,-3-1 0,-6 0 0,5-1 0,-6 0 0,4 0 0,-5 2 0,4 1 0,1 0 0,-3 1 0,-6-1 0,9 1 0,-3 2 96,-9 1 1,4 3 0,0-1-1,-1 0-96,8 2 0,-2-2 0,3 0 0,-8-2 0,3-1 0,-1-1 0,-2 1 0,6 0 0,-2 0 0,0-1 0,2-2 0,1-1 0,-9 0 0,7 4 0,6 1 0,-27 0 0,-17-6 0,-5 1 0</inkml:trace>
  <inkml:trace contextRef="#ctx0" brushRef="#br0" timeOffset="20221">2206 8218 24575,'6'4'0,"12"4"0,26 4 0,-10-4 0,1 0 0,2 2 0,2-1 0,3-2 0,4-2 0,-4 0-494,-7-1 1,1 0 493,2-1 0,7 0 0,3-1 0,-1 1 0,-7-1 0,9-1 0,1-1 0,-15 1 0,7 0 0,4 0 0,2 0 0,-1 0 0,-2 0 0,-6 0 0,3-1 0,-4 0 0,-1 0 0,2 0 0,3-1 0,3-1 0,0 0 0,-1-1 0,-6 1 0,0 0 0,-3 0 0,-5-3 121,2-8 0,-7 0-121,0 0 0,-10-8 0,-2-3 0,-2 1 0,-2 0 0,5-22 0,3 2 0,-17 25 745,3-3-745,-1-5 0,0-5 0,-1-5 0,-1-1 0,3-1 0,-2-6 0,-5 8 0,-3-6 0,-1-2 0,-1 1 0,1 6 0,-1 2 0,0 5 0,0-3 0,-1-8 0,-1-4 0,0 1 0,-2 7 0,-6 2 0,-5 5 0,-4 5 0,-4 1 0,0 1 0,-4-8 0,-4-2 0,8 10 0,-5-4 0,-2 0 0,1 2 0,4 3 0,2 3 0,2 4 0,-1-1 0,-2-1 0,-4-2 0,2 3 0,4 4 0,0 5 0,2 5 0,-3 4 0,-1 4 0,2 0 0,1 0 0,-17 5 0,-2-2 0,0 0 0,23-3 0,1 0 0,-11 2 0,-5 2 0,3 1 0,-7 6 0,1 3 0,10-5 0,-2 0 0,2 3 0,-8 11 0,5 0 0,14-15 0,2 2 0,-3 14 0,-2 6 0,4-4 0,5-8 0,0-1 0,-12 14 0,-2 5 0,10-6 0,1 4 0,2 0 0,5-5 0,1 1 0,0 1 0,0-2 0,-4 7 0,-2-1 0,3 1 0,0 4 0,1 2 0,3-6 0,3-11 0,1-2 0,3-3 0,0 3 0,-2 14 0,-2 6 0,3-6 0,4-13 0,0-2 0,1 9 0,-1 3 0,1-9 0,2-10 0,8 14 0,-7-24 0,27 17 0,12-14 0,-2 5 0,6-21 0,-38 1 0,3-5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3:14:16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1939 7084 24575,'29'0'0,"-5"0"0,-11 0 0,29 0 0,-7-3 0,9 3 0,-14-3 0,-15 3 0,11 3 0,6 1 0,5 0 0,2 0 0,5 1 0,4-2 0,-3-3 0,3-2 0,-5 0 0,-5 1 0,0 0 0,2-2 0,6 0 0,1 0 0,-5 1 0,1 2 0,2 0 0,-6 0 0,7-1 0,3 1 0,-2 0 0,-7 1 0,-2 1 0,-5 1 0,6 0 0,0-2 0,6-1 0,4 0 0,-1 0 0,-4 0 0,-9 1-744,5 3 0,-4 0 744,12-3 0,5-2 0,-16 1 0,-25 0 0,-1 0 0,1 0 0,-3-3 0,-2 0 0,2-1 372,-3 1 0,-3 3 0,0 0 0</inkml:trace>
  <inkml:trace contextRef="#ctx0" brushRef="#br0" timeOffset="3722">2209 13667 11614,'2'-7'0,"17"-3"3276,3-2-1662,5 4 641,-5-2-2255,-12 9 1278,-1-2-1278,7-1 3276,2 3-2014,26-6-1262,2 7 0,-4-5 0,3 0-271,-1 4 1,3 1 270,-7-3 0,5-1 0,0 0 0,-4 2-954,-5 1 1,-3 1 0,2-1 953,2 0 0,2-1 0,1 0 0,-4 0 0,0 0 0,-2-1 0,-2 1 0,9 0 0,0 2 0,0-3 0,2 0 0,-3 1 0,5 1 0,-3 2 0,-1-1 0,-1 0 0,3-3 0,-5-1 0,-1-2 0,-3 2 0,1 0 0,12 0 154,-15 3 0,5 1 0,-5 1-154,14-1 1469,-13-1 1,-4 2-1470,-14 2 0,-5-3 0,5 6 0,10-3 0,-15 1 0,8-1 0</inkml:trace>
  <inkml:trace contextRef="#ctx0" brushRef="#br0" timeOffset="38639">5068 8944 24575,'9'0'0,"20"0"0,-9-3 0,24 2 0,-10-1 0,1 2 0,-8-3 0,1-1 0,7 3 0,3 1 0,7-4 0,6 1 0,-11 2 0,4 1 0,0 1 0,-2-1 0,-3 0 0,-2 0 0,3 0 0,-1-1 0,4 0 0,1 0 0,-2-1 0,-6 0 0,9-1 0,-3-2 0,-5 3 0,1-1 0,-4 0 0,-5-1 0,-4 2 0,5 2 0,4-3 0,-4 2 0,5 1 0,11-1 0,5-1 0,-8 2 0,2 0 0,4 0-399,-6 0 0,5 1 1,0-1-1,-1 0 1,-7-1 398,0 0 0,-6 0 0,2 0 0,14 1 0,1 1 0,-15-2 0,-18-2 0,-8 3 0,5 0 0,19-5 0,2-1 0,-6 4 0,7-5 0,-4 0 0,-21 7 0,-2-3 1993,-1 3-1993,-2 0 0,-4 0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3:15:37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9223 6790 10496,'-9'0'0,"2"0"3276,-11 0-2390,-16 6 1,-3 2 1562,-3 0-2449,7-1 0,-5 2 0,3-1 0,5-2 0,0 0 0,-17 3 0,-5-1 86,14-3 1,-1 0-1,-1 1-86,-4-1 0,-2 1 0,2-1 0,3 1 0,1-1 0,0 0 0,-3 0 0,0 0 0,2-1 0,-5 2 0,2 0 1092,11-3 0,-1 1 0,1 2-592,-1 3 1,1 2 0,1 0-501,-7 2 0,2 1 0,1 4 0,3 1 0,-6 3 0,18-3 0,0 4 0,-7 8 0,0 4 0,8-5 0,2 2 0,-1 2-76,-5 7 0,-2 2 0,4 2 76,9-9 0,3 2 0,0-1 0,1 0 0,-3 6 0,0-1 0,3-2 0,2-2 0,1-1 0,3-4 0,2-3 0,2-4 0,-1 13 0,3-5 0,13-3 0,7 0 0,-3-3 0,5-1 0,6 1 0,5 1 0,1-3 0,-4-6 0,-1-1 0,2-2-335,5 3 1,3-2 0,0-1 334,-4-3 0,1-3 0,1 0 0,2-2 0,2-2 0,1 0 0,-6-3 0,3 0 0,-1-1 0,-2 0-51,5 1 1,-2-2 0,1-1 50,-4-4 0,2-1 0,-2-2 0,-3-1 0,12-5 0,-3-5 0,-10-2 0,0-4 0,-3 0 0,3-6 0,-4-1 0,-4-5 0,-6-1 0,-10 9 0,-4-1 0,-4-6 0,-2-1 0,-4-7 0,-1-3 0,0 12 0,-1-1 0,-1-2 0,-1-12 0,-2-2 0,0 3 0,0-1 0,-3 0 0,0 10 0,-4-3 0,-1 0 0,0 3-596,-2-1 0,-1 2 0,-4-1 596,1 5 0,-4-2 0,-1-1 0,1 2 0,2 3 547,-1-5 0,2 4 0,-4 0-547,-4 1 0,-5 0 0,-1 3 0,6 8 0,2 10 0,0 2-315,-3-6 0,-6-5 0,1 0 0,4 3 315,-5 1 0,3 1-65,-7-9 0,6 2 1,12 4-1,22 17 1</inkml:trace>
  <inkml:trace contextRef="#ctx0" brushRef="#br0" timeOffset="11100">2033 12611 24575,'16'0'0,"2"0"0,5 0 0,2 0 0,2 0 0,12 0 0,-4 0 0,9 0 0,-1 0 0,-4 0 0,-1-1 0,2 2-820,-4 1 1,1 1 0,1 0 0,3 1 807,-1 0 0,2 0 0,1 0 0,1 1 1,0-1 11,3 1 0,1 1 0,1-1 0,0 0 0,1 0 0,-7-1 0,1 0 0,0-1 0,1 1 0,1-1 0,-1 0-310,-1-1 1,1 0 0,1-1-1,-1 0 1,0 0 0,-2 0 0,-3 0 309,11-1 0,-5 0 0,0 0 0,2 0 0,-7 0 0,1 0 0,1 0 0,0 0 0,0 0 0,0 0 0,6 0 0,-1 0 0,1 0 0,-1 0 0,2 0 0,-4 0 0,0 0 0,1 0 0,0 0 0,1 0 0,0 0 0,-4 0 0,1 0 0,1 0 0,-1 0 0,0 0 0,-1 0 0,-2 0 0,7 0 0,-3 0 0,0 0 0,-2 0 0,2 0 0,-2 0 0,1 0 0,-1 0 0,0 0 0,-1 0 0,6 0 0,-1 0 0,-1 0 0,1 0 0,1 0 0,0 0 0,0 0 0,0 0 0,-7-1 0,1 1 0,-1 0 0,0 0 0,-1 1-290,6 0 0,-1 0 0,0 1 1,-2 0 289,8 2 0,-2 0 0,-4 0 0,-3 2 0,-5 0 0,-11 1 0,-6 0 0,-14-3 0,2-1 0</inkml:trace>
  <inkml:trace contextRef="#ctx0" brushRef="#br0" timeOffset="19066">13431 15061 24575,'7'0'0,"2"0"0,10 0 0,5-3 0,-2 3 0,9-3 0,-19 3 0,22 0 0,8 0 0,1 4 0,6-3 0,-23 6 0,-9-6 0,-8 1 0,-3-2 0,-3 0 0,0 0 0</inkml:trace>
  <inkml:trace contextRef="#ctx0" brushRef="#br0" timeOffset="20399">14417 14937 24575,'9'-3'0,"-2"3"0,5-3 0,-2 3 0,28 0 0,-16 0 0,23 3 0,-8-3 0,-4 3 0,7 2 0,-2-1-726,5 1 1,3 0 725,-5-2 0,5 0 0,2 0 0,0-1 0,-1 1 0,2-1 0,-1 0 0,0-1 0,0 0 0,0-1 0,0-1 0,1 1-373,-6 0 1,2 1 0,-1-1 0,0 0-1,-2-1 373,1-1 0,-1 0 0,-3 0 0,-1 0 0,-1 2 0,-3 0 0,3-2 0,7-2 0,5-3 0,-2 0 0,-9 3 0,-10 2 0,-1 0 0,11-3 0,4-2 0,-13 2 0,-20 1 1309,-2 1-1309,2 0 2004,-2 3-2004,-1 0 0,0 0 0,-2 0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B6BD0-7592-4E9A-A556-6041664A96AB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A5A67-E111-43F7-8A34-3F9AD92B0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27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084218BF-A5C3-4039-A3E2-DBE1990692B4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1DBD9A-9718-4228-8A58-60DD9574A0C7}" type="slidenum">
              <a:rPr lang="en-US"/>
              <a:pPr/>
              <a:t>29</a:t>
            </a:fld>
            <a:endParaRPr lang="en-US"/>
          </a:p>
        </p:txBody>
      </p:sp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8071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22836D0-D952-4254-9543-97EF4560A269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EB88E7-C4B3-4F85-A564-75E17E9FC911}" type="slidenum">
              <a:rPr lang="en-US"/>
              <a:pPr/>
              <a:t>30</a:t>
            </a:fld>
            <a:endParaRPr lang="en-US"/>
          </a:p>
        </p:txBody>
      </p:sp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508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6679A452-A285-4F14-8CF3-CC05A7EB3DD6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E42A81-E6DA-43BE-9651-E11036DB9DE4}" type="slidenum">
              <a:rPr lang="en-US"/>
              <a:pPr/>
              <a:t>42</a:t>
            </a:fld>
            <a:endParaRPr lang="en-US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687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B3A0E7E8-DAE2-4EB4-9ABE-42CB47B5AF1F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EDF742-F060-475F-B698-091D83870989}" type="slidenum">
              <a:rPr lang="en-US"/>
              <a:pPr/>
              <a:t>49</a:t>
            </a:fld>
            <a:endParaRPr lang="en-US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7746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A5A67-E111-43F7-8A34-3F9AD92B0DF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00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444A516D-6259-446F-90FF-86BFF3208DCD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0539EA-1B17-4DBF-98C1-EEF2EB13FF0B}" type="slidenum">
              <a:rPr lang="en-US"/>
              <a:pPr/>
              <a:t>57</a:t>
            </a:fld>
            <a:endParaRPr lang="en-US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893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824494B-1ED5-46BF-935E-DEF1619032C3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605BA2-EC1F-40F1-BDC8-6F7896F26EC6}" type="slidenum">
              <a:rPr lang="en-US"/>
              <a:pPr/>
              <a:t>58</a:t>
            </a:fld>
            <a:endParaRPr lang="en-US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9534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764741CB-E245-4677-BD54-F3F8D7DA2C01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B43B24-F11B-4A4E-B350-E7D4F6E0E2C2}" type="slidenum">
              <a:rPr lang="en-US"/>
              <a:pPr/>
              <a:t>59</a:t>
            </a:fld>
            <a:endParaRPr lang="en-US"/>
          </a:p>
        </p:txBody>
      </p:sp>
      <p:sp>
        <p:nvSpPr>
          <p:cNvPr id="44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922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D97D08BD-BD72-4C7D-A5BA-855655B97AB2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2BA528-2F0A-41EB-B546-EC34732432C1}" type="slidenum">
              <a:rPr lang="en-US"/>
              <a:pPr/>
              <a:t>62</a:t>
            </a:fld>
            <a:endParaRPr lang="en-US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8176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765C3AF-D8FE-4118-A319-483F1F95DC1C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B3E6E6-2485-45A6-AF49-65BE7D417903}" type="slidenum">
              <a:rPr lang="en-US"/>
              <a:pPr/>
              <a:t>64</a:t>
            </a:fld>
            <a:endParaRPr lang="en-US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7477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AB1CD833-A096-461B-B228-568AEAD0A3CC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30067B-5C84-408F-BFFB-468240BECB64}" type="slidenum">
              <a:rPr lang="en-US"/>
              <a:pPr/>
              <a:t>66</a:t>
            </a:fld>
            <a:endParaRPr lang="en-US"/>
          </a:p>
        </p:txBody>
      </p:sp>
      <p:sp>
        <p:nvSpPr>
          <p:cNvPr id="303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0524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2EB141F8-716D-4ED5-A006-6D3C9CD2D41D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BC7650-EC74-48C5-A06D-CC1A933D53E9}" type="slidenum">
              <a:rPr lang="en-US"/>
              <a:pPr/>
              <a:t>75</a:t>
            </a:fld>
            <a:endParaRPr lang="en-US"/>
          </a:p>
        </p:txBody>
      </p:sp>
      <p:sp>
        <p:nvSpPr>
          <p:cNvPr id="311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1791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F21D6A09-5177-421C-9523-5EA79E846594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8177AA-113C-4670-AC4A-913474F836A3}" type="slidenum">
              <a:rPr lang="en-US"/>
              <a:pPr/>
              <a:t>79</a:t>
            </a:fld>
            <a:endParaRPr lang="en-US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498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60D73A4-DABB-4656-95B9-9D5652B64833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D23234-1793-46DF-956A-A5FF6FD48D27}" type="slidenum">
              <a:rPr lang="en-US"/>
              <a:pPr/>
              <a:t>80</a:t>
            </a:fld>
            <a:endParaRPr lang="en-US"/>
          </a:p>
        </p:txBody>
      </p:sp>
      <p:sp>
        <p:nvSpPr>
          <p:cNvPr id="317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5104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A5A67-E111-43F7-8A34-3F9AD92B0DFB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712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3A05CC93-0E8A-470B-A286-8B53EE7C46C8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79E142-EBD3-4546-8E68-513FC3CEFF7A}" type="slidenum">
              <a:rPr lang="en-US"/>
              <a:pPr/>
              <a:t>105</a:t>
            </a:fld>
            <a:endParaRPr lang="en-US"/>
          </a:p>
        </p:txBody>
      </p:sp>
      <p:sp>
        <p:nvSpPr>
          <p:cNvPr id="33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608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$a4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A5A67-E111-43F7-8A34-3F9AD92B0DFB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24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F9092935-E3C2-4235-8D6E-B122E81D5DEA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C05101-C92E-4588-89C1-7B2074AC09F5}" type="slidenum">
              <a:rPr lang="en-US"/>
              <a:pPr/>
              <a:t>122</a:t>
            </a:fld>
            <a:endParaRPr lang="en-US"/>
          </a:p>
        </p:txBody>
      </p:sp>
      <p:sp>
        <p:nvSpPr>
          <p:cNvPr id="337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0436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F48EB3CC-4CBC-409A-9266-0AE462776BA2}" type="datetime3">
              <a:rPr lang="en-US"/>
              <a:pPr/>
              <a:t>13 April 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CD669A-DC2D-4D8A-9A80-617778BC842F}" type="slidenum">
              <a:rPr lang="en-US"/>
              <a:pPr/>
              <a:t>124</a:t>
            </a:fld>
            <a:endParaRPr lang="en-US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765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442DF6E-9538-4145-86ED-B0B94173337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C60A846E-9861-4A14-B4C0-062B56F2A93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/sites/tiriasresearch/2022/12/13/mips-technologies-joins-the-risc-v-gang/?sh=15ddfe46a749" TargetMode="External"/><Relationship Id="rId2" Type="http://schemas.openxmlformats.org/officeDocument/2006/relationships/hyperlink" Target="https://www.electronicspecifier.com/news/blog/the-five-most-iconic-devices-to-use-mips-cpu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" TargetMode="External"/><Relationship Id="rId2" Type="http://schemas.openxmlformats.org/officeDocument/2006/relationships/hyperlink" Target="https://www.electronicspecifier.com/news/blog/the-five-most-iconic-devices-to-use-mips-cpu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Instruction Set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4766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pPr lvl="1"/>
            <a:r>
              <a:rPr lang="en-US" dirty="0"/>
              <a:t>Voltages</a:t>
            </a:r>
          </a:p>
          <a:p>
            <a:pPr lvl="1"/>
            <a:r>
              <a:rPr lang="en-US" dirty="0"/>
              <a:t>Logic Gates</a:t>
            </a:r>
          </a:p>
          <a:p>
            <a:pPr lvl="1"/>
            <a:r>
              <a:rPr lang="en-US" dirty="0"/>
              <a:t>Latches</a:t>
            </a:r>
          </a:p>
          <a:p>
            <a:pPr lvl="1"/>
            <a:r>
              <a:rPr lang="en-US" dirty="0"/>
              <a:t>Flip-Flops</a:t>
            </a:r>
          </a:p>
          <a:p>
            <a:pPr lvl="1"/>
            <a:r>
              <a:rPr lang="en-US" dirty="0"/>
              <a:t>Registers</a:t>
            </a:r>
          </a:p>
          <a:p>
            <a:pPr lvl="1"/>
            <a:r>
              <a:rPr lang="en-US" dirty="0"/>
              <a:t>Adders</a:t>
            </a:r>
          </a:p>
          <a:p>
            <a:pPr lvl="1"/>
            <a:r>
              <a:rPr lang="en-US" dirty="0"/>
              <a:t>Arithmetic Logic Unit</a:t>
            </a:r>
          </a:p>
        </p:txBody>
      </p:sp>
    </p:spTree>
    <p:extLst>
      <p:ext uri="{BB962C8B-B14F-4D97-AF65-F5344CB8AC3E}">
        <p14:creationId xmlns:p14="http://schemas.microsoft.com/office/powerpoint/2010/main" val="166482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Languages</a:t>
            </a:r>
          </a:p>
          <a:p>
            <a:pPr lvl="1"/>
            <a:r>
              <a:rPr lang="en-US" dirty="0"/>
              <a:t>Instruction Sets</a:t>
            </a:r>
          </a:p>
          <a:p>
            <a:pPr lvl="1"/>
            <a:r>
              <a:rPr lang="en-US" dirty="0"/>
              <a:t>MIPS Assembly Language</a:t>
            </a:r>
          </a:p>
          <a:p>
            <a:pPr lvl="1"/>
            <a:r>
              <a:rPr lang="en-US" dirty="0"/>
              <a:t>Machine Code</a:t>
            </a:r>
          </a:p>
          <a:p>
            <a:pPr lvl="2"/>
            <a:r>
              <a:rPr lang="en-US" dirty="0"/>
              <a:t>Binary</a:t>
            </a:r>
          </a:p>
          <a:p>
            <a:pPr lvl="2"/>
            <a:r>
              <a:rPr lang="en-US" dirty="0"/>
              <a:t>Hexadecimal</a:t>
            </a:r>
          </a:p>
        </p:txBody>
      </p:sp>
    </p:spTree>
    <p:extLst>
      <p:ext uri="{BB962C8B-B14F-4D97-AF65-F5344CB8AC3E}">
        <p14:creationId xmlns:p14="http://schemas.microsoft.com/office/powerpoint/2010/main" val="1719173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Instructions: the words of a computer language</a:t>
            </a:r>
          </a:p>
          <a:p>
            <a:r>
              <a:rPr lang="en-US" dirty="0"/>
              <a:t>Instruction set: vocabulary</a:t>
            </a:r>
          </a:p>
          <a:p>
            <a:pPr lvl="1"/>
            <a:r>
              <a:rPr lang="en-US" dirty="0"/>
              <a:t>Repertoire of instructions of a computer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Instruction sets may differ from computer to computer, but have many things in common.</a:t>
            </a:r>
          </a:p>
          <a:p>
            <a:pPr lvl="1"/>
            <a:r>
              <a:rPr lang="en-US" dirty="0"/>
              <a:t>Computational operations</a:t>
            </a:r>
          </a:p>
          <a:p>
            <a:pPr lvl="1">
              <a:lnSpc>
                <a:spcPct val="125000"/>
              </a:lnSpc>
            </a:pPr>
            <a:r>
              <a:rPr lang="en-US" dirty="0"/>
              <a:t>Memory access &amp; addressing</a:t>
            </a:r>
          </a:p>
          <a:p>
            <a:pPr lvl="1">
              <a:lnSpc>
                <a:spcPct val="125000"/>
              </a:lnSpc>
            </a:pPr>
            <a:r>
              <a:rPr lang="en-US" dirty="0"/>
              <a:t>Branches</a:t>
            </a:r>
          </a:p>
          <a:p>
            <a:pPr lvl="1">
              <a:lnSpc>
                <a:spcPct val="125000"/>
              </a:lnSpc>
            </a:pPr>
            <a:r>
              <a:rPr lang="en-US" dirty="0"/>
              <a:t>Procedure calls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324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Instruction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All instruction sets promote a common goal.</a:t>
            </a:r>
            <a:endParaRPr lang="en-US" dirty="0">
              <a:cs typeface="Arial"/>
            </a:endParaRPr>
          </a:p>
          <a:p>
            <a:pPr lvl="1"/>
            <a:r>
              <a:rPr lang="en-US" dirty="0"/>
              <a:t>Make it easy to build the hardware and the compiler while maximizing performance and minimizing cost.</a:t>
            </a:r>
            <a:endParaRPr lang="en-US" dirty="0">
              <a:cs typeface="Arial"/>
            </a:endParaRPr>
          </a:p>
          <a:p>
            <a:r>
              <a:rPr lang="en-US" dirty="0"/>
              <a:t>MIPS was a popular instruction set and once core to many iconic platforms</a:t>
            </a:r>
            <a:endParaRPr lang="en-US" dirty="0">
              <a:cs typeface="Arial"/>
            </a:endParaRPr>
          </a:p>
          <a:p>
            <a:pPr lvl="1"/>
            <a:r>
              <a:rPr lang="en-US" dirty="0">
                <a:cs typeface="Arial"/>
              </a:rPr>
              <a:t>Notable current platform: Tesla Model S (MIPS I-class)</a:t>
            </a:r>
          </a:p>
          <a:p>
            <a:pPr lvl="1"/>
            <a:r>
              <a:rPr lang="en-US" dirty="0">
                <a:cs typeface="Arial"/>
              </a:rPr>
              <a:t>Source: </a:t>
            </a:r>
            <a:r>
              <a:rPr lang="en-US" dirty="0">
                <a:ea typeface="+mn-lt"/>
                <a:cs typeface="+mn-lt"/>
                <a:hlinkClick r:id="rId2"/>
              </a:rPr>
              <a:t>https://www.electronicspecifier.com/news/blog/the-five-most-iconic-devices-to-use-mips-cpus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cs typeface="Arial"/>
              </a:rPr>
              <a:t>MIPS has now joined RISC-V, effectively bringing the MIPS architecture to</a:t>
            </a:r>
            <a:r>
              <a:rPr lang="en-US">
                <a:cs typeface="Arial"/>
              </a:rPr>
              <a:t> end-of-life</a:t>
            </a:r>
            <a:endParaRPr lang="en-US" dirty="0">
              <a:cs typeface="Arial"/>
            </a:endParaRPr>
          </a:p>
          <a:p>
            <a:pPr lvl="1"/>
            <a:r>
              <a:rPr lang="en-US">
                <a:cs typeface="Arial"/>
              </a:rPr>
              <a:t>Source: </a:t>
            </a:r>
            <a:r>
              <a:rPr lang="en-US" dirty="0">
                <a:ea typeface="+mn-lt"/>
                <a:cs typeface="+mn-lt"/>
                <a:hlinkClick r:id="rId3"/>
              </a:rPr>
              <a:t>https://www.forbes.com/sites/tiriasresearch/2022/12/13/mips-technologies-joins-the-risc-v-gang/?sh=15ddfe46a749</a:t>
            </a:r>
            <a:endParaRPr lang="en-US" dirty="0">
              <a:ea typeface="+mn-lt"/>
              <a:cs typeface="+mn-lt"/>
            </a:endParaRPr>
          </a:p>
          <a:p>
            <a:pPr lvl="1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642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6161-DAD6-70B5-852C-B1A1B484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MIPS Instruction Set 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A92A1-B550-4750-5AB2-79BD3BA73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Arial"/>
              </a:rPr>
              <a:t>Once a dominant player in RISC systems</a:t>
            </a:r>
          </a:p>
          <a:p>
            <a:pPr lvl="1">
              <a:buFont typeface="Courier New" pitchFamily="34" charset="0"/>
              <a:buChar char="o"/>
            </a:pPr>
            <a:r>
              <a:rPr lang="en-US" dirty="0">
                <a:cs typeface="Arial"/>
              </a:rPr>
              <a:t>Many UNIX workstations and servers</a:t>
            </a:r>
          </a:p>
          <a:p>
            <a:pPr lvl="2"/>
            <a:r>
              <a:rPr lang="en-US" dirty="0">
                <a:cs typeface="Arial"/>
              </a:rPr>
              <a:t>DEC Workstations</a:t>
            </a:r>
          </a:p>
          <a:p>
            <a:pPr lvl="2"/>
            <a:r>
              <a:rPr lang="en-US" dirty="0">
                <a:cs typeface="Arial"/>
              </a:rPr>
              <a:t>Silicon Graphics</a:t>
            </a:r>
          </a:p>
          <a:p>
            <a:pPr lvl="2"/>
            <a:r>
              <a:rPr lang="en-US">
                <a:cs typeface="Arial"/>
              </a:rPr>
              <a:t>NEC Cenju-4 Supercomputer (R10000)</a:t>
            </a:r>
          </a:p>
          <a:p>
            <a:pPr lvl="1">
              <a:buFont typeface="Courier New" pitchFamily="34" charset="0"/>
              <a:buChar char="o"/>
            </a:pPr>
            <a:r>
              <a:rPr lang="en-US" dirty="0">
                <a:cs typeface="Arial"/>
              </a:rPr>
              <a:t>Devices</a:t>
            </a:r>
          </a:p>
          <a:p>
            <a:pPr lvl="2"/>
            <a:r>
              <a:rPr lang="en-US" dirty="0">
                <a:cs typeface="Arial"/>
              </a:rPr>
              <a:t>Broadcom Networking Adapters, Routers, etc.</a:t>
            </a:r>
          </a:p>
          <a:p>
            <a:pPr lvl="2"/>
            <a:r>
              <a:rPr lang="en-US" dirty="0">
                <a:cs typeface="Arial"/>
              </a:rPr>
              <a:t>MediaTek, Marvell, Qualcomm</a:t>
            </a:r>
          </a:p>
          <a:p>
            <a:pPr lvl="1">
              <a:buFont typeface="Courier New" pitchFamily="34" charset="0"/>
              <a:buChar char="o"/>
            </a:pPr>
            <a:r>
              <a:rPr lang="en-US" dirty="0">
                <a:cs typeface="Arial"/>
              </a:rPr>
              <a:t>Gaming Consoles and Arcade Systems</a:t>
            </a:r>
          </a:p>
          <a:p>
            <a:pPr lvl="2"/>
            <a:r>
              <a:rPr lang="en-US" dirty="0">
                <a:cs typeface="Arial"/>
              </a:rPr>
              <a:t>Original </a:t>
            </a:r>
            <a:r>
              <a:rPr lang="en-US" dirty="0" err="1">
                <a:cs typeface="Arial"/>
              </a:rPr>
              <a:t>Playstation</a:t>
            </a:r>
            <a:r>
              <a:rPr lang="en-US" dirty="0">
                <a:cs typeface="Arial"/>
              </a:rPr>
              <a:t> (MIPS R3000)</a:t>
            </a:r>
            <a:endParaRPr lang="en-US" dirty="0">
              <a:solidFill>
                <a:srgbClr val="808080"/>
              </a:solidFill>
              <a:cs typeface="Arial"/>
            </a:endParaRPr>
          </a:p>
          <a:p>
            <a:pPr lvl="2"/>
            <a:r>
              <a:rPr lang="en-US" dirty="0">
                <a:cs typeface="Arial"/>
              </a:rPr>
              <a:t>Nintendo 64 (MIPS R4300i)</a:t>
            </a:r>
            <a:endParaRPr lang="en-US" dirty="0">
              <a:solidFill>
                <a:srgbClr val="808080"/>
              </a:solidFill>
              <a:cs typeface="Arial"/>
            </a:endParaRPr>
          </a:p>
          <a:p>
            <a:pPr lvl="2"/>
            <a:r>
              <a:rPr lang="en-US" dirty="0">
                <a:cs typeface="Arial"/>
              </a:rPr>
              <a:t>Atari COJAG (Arcade variant of Jaguar – MIPS R3000)</a:t>
            </a:r>
          </a:p>
          <a:p>
            <a:pPr lvl="1">
              <a:buFont typeface="Courier New" pitchFamily="34" charset="0"/>
              <a:buChar char="o"/>
            </a:pPr>
            <a:r>
              <a:rPr lang="en-US" sz="1600" dirty="0">
                <a:cs typeface="Arial"/>
              </a:rPr>
              <a:t>Sources:  </a:t>
            </a:r>
            <a:r>
              <a:rPr lang="en-US" sz="1600" dirty="0">
                <a:ea typeface="+mn-lt"/>
                <a:cs typeface="+mn-lt"/>
                <a:hlinkClick r:id="rId2"/>
              </a:rPr>
              <a:t>https://www.electronicspecifier.com/news/blog/the-five-most-iconic-devices-to-use-mips-cpus</a:t>
            </a:r>
            <a:r>
              <a:rPr lang="en-US" sz="1600" dirty="0">
                <a:ea typeface="+mn-lt"/>
                <a:cs typeface="+mn-lt"/>
              </a:rPr>
              <a:t> and </a:t>
            </a:r>
            <a:r>
              <a:rPr lang="en-US" sz="1600" dirty="0">
                <a:ea typeface="+mn-lt"/>
                <a:cs typeface="+mn-lt"/>
                <a:hlinkClick r:id="rId3"/>
              </a:rPr>
              <a:t>https://en.wikipedia.org</a:t>
            </a:r>
            <a:endParaRPr lang="en-US" sz="1600">
              <a:ea typeface="+mn-lt"/>
              <a:cs typeface="+mn-lt"/>
            </a:endParaRPr>
          </a:p>
          <a:p>
            <a:pPr lvl="1">
              <a:buFont typeface="Courier New" pitchFamily="34" charset="0"/>
              <a:buChar char="o"/>
            </a:pP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3579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add	a, b, 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a = b + 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589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instruction performs only one operation.</a:t>
            </a:r>
          </a:p>
          <a:p>
            <a:r>
              <a:rPr lang="en-US" dirty="0"/>
              <a:t>Each instruction must have three variables.</a:t>
            </a:r>
          </a:p>
          <a:p>
            <a:pPr lvl="1"/>
            <a:r>
              <a:rPr lang="en-US" dirty="0"/>
              <a:t>Two sources and one destination.</a:t>
            </a:r>
          </a:p>
        </p:txBody>
      </p:sp>
    </p:spTree>
    <p:extLst>
      <p:ext uri="{BB962C8B-B14F-4D97-AF65-F5344CB8AC3E}">
        <p14:creationId xmlns:p14="http://schemas.microsoft.com/office/powerpoint/2010/main" val="44787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= b + c + d + 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add	a, b, c		#a = b + c</a:t>
            </a:r>
          </a:p>
          <a:p>
            <a:pPr marL="0" indent="0">
              <a:buNone/>
            </a:pPr>
            <a:r>
              <a:rPr lang="en-US" dirty="0"/>
              <a:t>	add 	a, a, d		#a = b + c + d</a:t>
            </a:r>
            <a:br>
              <a:rPr lang="en-US" dirty="0"/>
            </a:br>
            <a:r>
              <a:rPr lang="en-US" dirty="0"/>
              <a:t>	add	a, a, e		#a = b + c + d + e</a:t>
            </a:r>
          </a:p>
        </p:txBody>
      </p:sp>
    </p:spTree>
    <p:extLst>
      <p:ext uri="{BB962C8B-B14F-4D97-AF65-F5344CB8AC3E}">
        <p14:creationId xmlns:p14="http://schemas.microsoft.com/office/powerpoint/2010/main" val="3932067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line can only have one instruction on it</a:t>
            </a:r>
          </a:p>
          <a:p>
            <a:r>
              <a:rPr lang="en-US" dirty="0"/>
              <a:t>Anything following a # is a comment.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601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C to MIPS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a = b + c;</a:t>
            </a:r>
            <a:br>
              <a:rPr lang="en-US" dirty="0"/>
            </a:br>
            <a:r>
              <a:rPr lang="en-US" dirty="0"/>
              <a:t>	d = a – 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add	a, b, c</a:t>
            </a:r>
            <a:br>
              <a:rPr lang="en-US" dirty="0"/>
            </a:br>
            <a:r>
              <a:rPr lang="en-US" dirty="0"/>
              <a:t>	sub	d, a, e</a:t>
            </a:r>
          </a:p>
        </p:txBody>
      </p:sp>
    </p:spTree>
    <p:extLst>
      <p:ext uri="{BB962C8B-B14F-4D97-AF65-F5344CB8AC3E}">
        <p14:creationId xmlns:p14="http://schemas.microsoft.com/office/powerpoint/2010/main" val="1107037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C to MIPS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f = (g + h) – (</a:t>
            </a:r>
            <a:r>
              <a:rPr lang="en-US" dirty="0" err="1"/>
              <a:t>i</a:t>
            </a:r>
            <a:r>
              <a:rPr lang="en-US" dirty="0"/>
              <a:t> + j);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add	t0, g, h	#temporary variable t0 = g + h</a:t>
            </a:r>
          </a:p>
          <a:p>
            <a:pPr marL="0" indent="0">
              <a:buNone/>
            </a:pPr>
            <a:r>
              <a:rPr lang="en-US" dirty="0"/>
              <a:t>	add	t1, </a:t>
            </a:r>
            <a:r>
              <a:rPr lang="en-US" dirty="0" err="1"/>
              <a:t>i</a:t>
            </a:r>
            <a:r>
              <a:rPr lang="en-US" dirty="0"/>
              <a:t>, j		#temporary variable t1 = </a:t>
            </a:r>
            <a:r>
              <a:rPr lang="en-US" dirty="0" err="1"/>
              <a:t>i</a:t>
            </a:r>
            <a:r>
              <a:rPr lang="en-US" dirty="0"/>
              <a:t> + j</a:t>
            </a:r>
          </a:p>
          <a:p>
            <a:pPr marL="0" indent="0">
              <a:buNone/>
            </a:pPr>
            <a:r>
              <a:rPr lang="en-US" dirty="0"/>
              <a:t>	sub	f, t0, t1	#f = t0 – t1</a:t>
            </a:r>
          </a:p>
        </p:txBody>
      </p:sp>
    </p:spTree>
    <p:extLst>
      <p:ext uri="{BB962C8B-B14F-4D97-AF65-F5344CB8AC3E}">
        <p14:creationId xmlns:p14="http://schemas.microsoft.com/office/powerpoint/2010/main" val="25262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Instructions use register operands</a:t>
            </a:r>
          </a:p>
          <a:p>
            <a:r>
              <a:rPr lang="en-US" dirty="0"/>
              <a:t>Registers</a:t>
            </a:r>
          </a:p>
          <a:p>
            <a:pPr lvl="1"/>
            <a:r>
              <a:rPr lang="en-US" dirty="0"/>
              <a:t>Made from Flip-Flops</a:t>
            </a:r>
          </a:p>
          <a:p>
            <a:pPr lvl="1"/>
            <a:r>
              <a:rPr lang="en-US" dirty="0"/>
              <a:t>Primitive used in hardware design</a:t>
            </a:r>
          </a:p>
          <a:p>
            <a:r>
              <a:rPr lang="en-US" dirty="0"/>
              <a:t>Register Size</a:t>
            </a:r>
          </a:p>
          <a:p>
            <a:pPr lvl="1"/>
            <a:r>
              <a:rPr lang="en-US" dirty="0"/>
              <a:t>32 bits</a:t>
            </a:r>
          </a:p>
          <a:p>
            <a:pPr lvl="1"/>
            <a:r>
              <a:rPr lang="en-US" dirty="0"/>
              <a:t>Called a “word”</a:t>
            </a:r>
          </a:p>
          <a:p>
            <a:r>
              <a:rPr lang="en-US" dirty="0"/>
              <a:t>Number of Registers</a:t>
            </a:r>
          </a:p>
          <a:p>
            <a:pPr lvl="1"/>
            <a:r>
              <a:rPr lang="en-US" dirty="0"/>
              <a:t>32 registers in the register file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Use for frequently accessed data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Numbered 0 to 31</a:t>
            </a:r>
          </a:p>
        </p:txBody>
      </p:sp>
    </p:spTree>
    <p:extLst>
      <p:ext uri="{BB962C8B-B14F-4D97-AF65-F5344CB8AC3E}">
        <p14:creationId xmlns:p14="http://schemas.microsoft.com/office/powerpoint/2010/main" val="109415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MIPS naming conventions</a:t>
            </a:r>
          </a:p>
          <a:p>
            <a:pPr lvl="1"/>
            <a:r>
              <a:rPr lang="en-US" dirty="0"/>
              <a:t>$00 - $31</a:t>
            </a:r>
          </a:p>
          <a:p>
            <a:pPr lvl="1"/>
            <a:r>
              <a:rPr lang="en-US" dirty="0"/>
              <a:t>$XX</a:t>
            </a:r>
          </a:p>
          <a:p>
            <a:pPr lvl="2"/>
            <a:r>
              <a:rPr lang="en-US" dirty="0"/>
              <a:t>A $ followed by two characters that represent the register</a:t>
            </a:r>
          </a:p>
          <a:p>
            <a:pPr lvl="2"/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Assembler names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$t0, $t1, …, $t9 for temporary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$s0, $s1, …, $s7 for saved variables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12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C to MIPS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f = (g + h) – (</a:t>
            </a:r>
            <a:r>
              <a:rPr lang="en-US" dirty="0" err="1"/>
              <a:t>i</a:t>
            </a:r>
            <a:r>
              <a:rPr lang="en-US" dirty="0"/>
              <a:t> + j);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f	g	h	</a:t>
            </a:r>
            <a:r>
              <a:rPr lang="en-US" dirty="0" err="1"/>
              <a:t>i</a:t>
            </a:r>
            <a:r>
              <a:rPr lang="en-US" dirty="0"/>
              <a:t>	j 	</a:t>
            </a:r>
            <a:br>
              <a:rPr lang="en-US" dirty="0"/>
            </a:br>
            <a:r>
              <a:rPr lang="en-US" dirty="0"/>
              <a:t>	$s0 	$s1	$s2	$s3	$s4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add	$t0, $s1, $s2	#temporary variable t0 = g + h</a:t>
            </a:r>
          </a:p>
          <a:p>
            <a:pPr marL="0" indent="0">
              <a:buNone/>
            </a:pPr>
            <a:r>
              <a:rPr lang="en-US" dirty="0"/>
              <a:t>	add	$t1, $s3, $s4	#temporary variable t1 = </a:t>
            </a:r>
            <a:r>
              <a:rPr lang="en-US" dirty="0" err="1"/>
              <a:t>i</a:t>
            </a:r>
            <a:r>
              <a:rPr lang="en-US" dirty="0"/>
              <a:t> + j</a:t>
            </a:r>
          </a:p>
          <a:p>
            <a:pPr marL="0" indent="0">
              <a:buNone/>
            </a:pPr>
            <a:r>
              <a:rPr lang="en-US" dirty="0"/>
              <a:t>	sub	$s0, $t0, $t1	#f = t0 – t1</a:t>
            </a:r>
          </a:p>
        </p:txBody>
      </p:sp>
    </p:spTree>
    <p:extLst>
      <p:ext uri="{BB962C8B-B14F-4D97-AF65-F5344CB8AC3E}">
        <p14:creationId xmlns:p14="http://schemas.microsoft.com/office/powerpoint/2010/main" val="350335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variables</a:t>
            </a:r>
          </a:p>
          <a:p>
            <a:pPr lvl="1"/>
            <a:r>
              <a:rPr lang="en-US" dirty="0"/>
              <a:t>Integers, Characters, etc.</a:t>
            </a:r>
          </a:p>
          <a:p>
            <a:r>
              <a:rPr lang="en-US" dirty="0"/>
              <a:t>Data Structures</a:t>
            </a:r>
          </a:p>
          <a:p>
            <a:pPr lvl="1"/>
            <a:r>
              <a:rPr lang="en-US" dirty="0"/>
              <a:t>Arrays, Structures</a:t>
            </a:r>
          </a:p>
          <a:p>
            <a:pPr lvl="1"/>
            <a:endParaRPr lang="en-US" dirty="0"/>
          </a:p>
          <a:p>
            <a:r>
              <a:rPr lang="en-US" dirty="0"/>
              <a:t>Store data structures in main memory</a:t>
            </a:r>
          </a:p>
        </p:txBody>
      </p:sp>
    </p:spTree>
    <p:extLst>
      <p:ext uri="{BB962C8B-B14F-4D97-AF65-F5344CB8AC3E}">
        <p14:creationId xmlns:p14="http://schemas.microsoft.com/office/powerpoint/2010/main" val="393827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use data from main memory:</a:t>
            </a:r>
          </a:p>
          <a:p>
            <a:pPr lvl="1"/>
            <a:r>
              <a:rPr lang="en-US" dirty="0"/>
              <a:t>Load values from memory into registers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Store result from register to memory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905000" y="3048000"/>
            <a:ext cx="4495800" cy="322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53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Memory is byte addressed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Each address identifies an 8-bit byte</a:t>
            </a:r>
          </a:p>
          <a:p>
            <a:pPr>
              <a:lnSpc>
                <a:spcPct val="80000"/>
              </a:lnSpc>
            </a:pPr>
            <a:r>
              <a:rPr lang="en-US" dirty="0"/>
              <a:t>Words are aligned in memory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Address must be a multiple of 4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0" y="3384776"/>
            <a:ext cx="4428590" cy="308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08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</a:t>
            </a:r>
          </a:p>
          <a:p>
            <a:pPr lvl="1"/>
            <a:r>
              <a:rPr lang="en-US" dirty="0"/>
              <a:t>Copies data from memory to a register</a:t>
            </a:r>
          </a:p>
          <a:p>
            <a:r>
              <a:rPr lang="en-US" dirty="0"/>
              <a:t>store</a:t>
            </a:r>
          </a:p>
          <a:p>
            <a:pPr lvl="1"/>
            <a:r>
              <a:rPr lang="en-US" dirty="0"/>
              <a:t>Copies data from a register to memory</a:t>
            </a:r>
          </a:p>
        </p:txBody>
      </p:sp>
    </p:spTree>
    <p:extLst>
      <p:ext uri="{BB962C8B-B14F-4D97-AF65-F5344CB8AC3E}">
        <p14:creationId xmlns:p14="http://schemas.microsoft.com/office/powerpoint/2010/main" val="3763981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lw</a:t>
            </a:r>
            <a:r>
              <a:rPr lang="en-US" dirty="0"/>
              <a:t>	destination, constant(register)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“load word” instruction takes the sum of the constant and the register to determine a memory address.  The data at this address is placed in the destination register.</a:t>
            </a:r>
          </a:p>
        </p:txBody>
      </p:sp>
    </p:spTree>
    <p:extLst>
      <p:ext uri="{BB962C8B-B14F-4D97-AF65-F5344CB8AC3E}">
        <p14:creationId xmlns:p14="http://schemas.microsoft.com/office/powerpoint/2010/main" val="2904933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From C to MIPS</a:t>
            </a:r>
          </a:p>
          <a:p>
            <a:pPr lvl="1"/>
            <a:r>
              <a:rPr lang="en-US" dirty="0"/>
              <a:t>A is an array of 100 words</a:t>
            </a:r>
          </a:p>
          <a:p>
            <a:pPr lvl="1"/>
            <a:r>
              <a:rPr lang="en-US" dirty="0"/>
              <a:t>g is a variable in $s1</a:t>
            </a:r>
          </a:p>
          <a:p>
            <a:pPr lvl="1"/>
            <a:r>
              <a:rPr lang="en-US" dirty="0"/>
              <a:t>h is a variables in $s2</a:t>
            </a:r>
          </a:p>
          <a:p>
            <a:pPr lvl="1"/>
            <a:r>
              <a:rPr lang="en-US" dirty="0"/>
              <a:t>base address of A is in $s3</a:t>
            </a:r>
          </a:p>
          <a:p>
            <a:pPr lvl="1"/>
            <a:endParaRPr lang="en-US" dirty="0"/>
          </a:p>
          <a:p>
            <a:pPr marL="274320" lvl="1" indent="0">
              <a:buNone/>
            </a:pPr>
            <a:r>
              <a:rPr lang="en-US" sz="2400" dirty="0"/>
              <a:t>	g = h + A[8];</a:t>
            </a:r>
          </a:p>
          <a:p>
            <a:endParaRPr lang="en-US" sz="2800" dirty="0"/>
          </a:p>
          <a:p>
            <a:r>
              <a:rPr lang="en-US" dirty="0"/>
              <a:t>First, we have to transfer A[8] to a register.</a:t>
            </a:r>
          </a:p>
          <a:p>
            <a:r>
              <a:rPr lang="en-US" dirty="0"/>
              <a:t>A[8] is stored in memory address $s3 + 8*4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lw</a:t>
            </a:r>
            <a:r>
              <a:rPr lang="en-US" dirty="0"/>
              <a:t>	$t0, 32($s3)	# t0 = A[8]</a:t>
            </a:r>
          </a:p>
          <a:p>
            <a:pPr marL="0" indent="0">
              <a:buNone/>
            </a:pPr>
            <a:r>
              <a:rPr lang="en-US" dirty="0"/>
              <a:t>	add	$s1, $s2, $t0	# g = h + A[8]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0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Offset</a:t>
            </a:r>
          </a:p>
          <a:p>
            <a:r>
              <a:rPr lang="en-US" dirty="0">
                <a:solidFill>
                  <a:schemeClr val="accent1"/>
                </a:solidFill>
              </a:rPr>
              <a:t>Base Register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200400" y="3352800"/>
            <a:ext cx="3657600" cy="20574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3657600" y="3657600"/>
            <a:ext cx="3200400" cy="1828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97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sw</a:t>
            </a:r>
            <a:r>
              <a:rPr lang="en-US" dirty="0"/>
              <a:t>	data, constant(register)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“store word” instruction takes the sum of the constant and the register to determine a memory address.  The data in the first register operand will be placed at this address.</a:t>
            </a:r>
          </a:p>
        </p:txBody>
      </p:sp>
    </p:spTree>
    <p:extLst>
      <p:ext uri="{BB962C8B-B14F-4D97-AF65-F5344CB8AC3E}">
        <p14:creationId xmlns:p14="http://schemas.microsoft.com/office/powerpoint/2010/main" val="268424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C to MIPS</a:t>
            </a:r>
          </a:p>
          <a:p>
            <a:pPr lvl="1"/>
            <a:r>
              <a:rPr lang="en-US" dirty="0"/>
              <a:t>A is an array of 100 words</a:t>
            </a:r>
          </a:p>
          <a:p>
            <a:pPr lvl="1"/>
            <a:r>
              <a:rPr lang="en-US" dirty="0"/>
              <a:t>h is a variables in $s2</a:t>
            </a:r>
          </a:p>
          <a:p>
            <a:pPr lvl="1"/>
            <a:r>
              <a:rPr lang="en-US" dirty="0"/>
              <a:t>base address of A is in $s3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A[12] = h + A[8]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lw</a:t>
            </a:r>
            <a:r>
              <a:rPr lang="en-US" dirty="0"/>
              <a:t>	$t0, 32($s3)	# t0 = A[8]</a:t>
            </a:r>
          </a:p>
          <a:p>
            <a:pPr marL="0" indent="0">
              <a:buNone/>
            </a:pPr>
            <a:r>
              <a:rPr lang="en-US" dirty="0"/>
              <a:t>	add	$t0, $s2, $t0	# t0 = h + A[8]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sw</a:t>
            </a:r>
            <a:r>
              <a:rPr lang="en-US" dirty="0"/>
              <a:t>	$t0, 48($s3)	# store t0 in A[12]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98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we need to use a constant value</a:t>
            </a:r>
          </a:p>
          <a:p>
            <a:r>
              <a:rPr lang="en-US" dirty="0"/>
              <a:t>So far, we would need to load the constant into a register</a:t>
            </a:r>
          </a:p>
          <a:p>
            <a:pPr lvl="1"/>
            <a:r>
              <a:rPr lang="en-US" dirty="0"/>
              <a:t>Requires two instructions: load word and add</a:t>
            </a:r>
          </a:p>
          <a:p>
            <a:pPr lvl="1"/>
            <a:endParaRPr lang="en-US" dirty="0"/>
          </a:p>
          <a:p>
            <a:r>
              <a:rPr lang="en-US" dirty="0"/>
              <a:t>Instead, the “add immediate” instruction allows us to use a constant instead of one of the register operands</a:t>
            </a:r>
          </a:p>
        </p:txBody>
      </p:sp>
    </p:spTree>
    <p:extLst>
      <p:ext uri="{BB962C8B-B14F-4D97-AF65-F5344CB8AC3E}">
        <p14:creationId xmlns:p14="http://schemas.microsoft.com/office/powerpoint/2010/main" val="3066967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C to MIPS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s = s + 4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addi</a:t>
            </a:r>
            <a:r>
              <a:rPr lang="en-US" dirty="0"/>
              <a:t>	$s0, $s0, 4</a:t>
            </a:r>
          </a:p>
        </p:txBody>
      </p:sp>
    </p:spTree>
    <p:extLst>
      <p:ext uri="{BB962C8B-B14F-4D97-AF65-F5344CB8AC3E}">
        <p14:creationId xmlns:p14="http://schemas.microsoft.com/office/powerpoint/2010/main" val="3395738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know that computers use binary to represent data</a:t>
            </a:r>
          </a:p>
          <a:p>
            <a:endParaRPr lang="en-US" dirty="0"/>
          </a:p>
          <a:p>
            <a:r>
              <a:rPr lang="en-US" dirty="0"/>
              <a:t>Register names are also mapped to numbers</a:t>
            </a:r>
          </a:p>
          <a:p>
            <a:endParaRPr lang="en-US" dirty="0"/>
          </a:p>
          <a:p>
            <a:r>
              <a:rPr lang="en-US" dirty="0"/>
              <a:t>08		$t0			16		$s0	</a:t>
            </a:r>
          </a:p>
          <a:p>
            <a:r>
              <a:rPr lang="en-US" dirty="0"/>
              <a:t>09		$t1			17		$s1</a:t>
            </a:r>
          </a:p>
          <a:p>
            <a:r>
              <a:rPr lang="en-US" dirty="0"/>
              <a:t>10		$t2			18		$s2</a:t>
            </a:r>
          </a:p>
          <a:p>
            <a:r>
              <a:rPr lang="en-US" dirty="0"/>
              <a:t>11		$t3			19		$s3</a:t>
            </a:r>
          </a:p>
          <a:p>
            <a:r>
              <a:rPr lang="en-US" dirty="0"/>
              <a:t>12		$t4			20		$s4</a:t>
            </a:r>
          </a:p>
          <a:p>
            <a:r>
              <a:rPr lang="en-US" dirty="0"/>
              <a:t>13		$t5			21		$s5</a:t>
            </a:r>
          </a:p>
          <a:p>
            <a:r>
              <a:rPr lang="en-US" dirty="0"/>
              <a:t>14		$t6			22		$s6</a:t>
            </a:r>
          </a:p>
          <a:p>
            <a:r>
              <a:rPr lang="en-US" dirty="0"/>
              <a:t>15		$t7			23		$s7</a:t>
            </a:r>
          </a:p>
        </p:txBody>
      </p:sp>
    </p:spTree>
    <p:extLst>
      <p:ext uri="{BB962C8B-B14F-4D97-AF65-F5344CB8AC3E}">
        <p14:creationId xmlns:p14="http://schemas.microsoft.com/office/powerpoint/2010/main" val="1095512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Programming Language</a:t>
            </a:r>
          </a:p>
          <a:p>
            <a:pPr lvl="1"/>
            <a:r>
              <a:rPr lang="en-US" dirty="0"/>
              <a:t>fruit = </a:t>
            </a:r>
            <a:r>
              <a:rPr lang="en-US" dirty="0" err="1"/>
              <a:t>num_apples</a:t>
            </a:r>
            <a:r>
              <a:rPr lang="en-US" dirty="0"/>
              <a:t> + </a:t>
            </a:r>
            <a:r>
              <a:rPr lang="en-US" dirty="0" err="1"/>
              <a:t>num_oranges</a:t>
            </a:r>
            <a:r>
              <a:rPr lang="en-US" dirty="0"/>
              <a:t>;</a:t>
            </a:r>
          </a:p>
          <a:p>
            <a:pPr lvl="1"/>
            <a:endParaRPr lang="en-US" dirty="0"/>
          </a:p>
          <a:p>
            <a:r>
              <a:rPr lang="en-US" dirty="0"/>
              <a:t>MIPS Assembly</a:t>
            </a:r>
          </a:p>
          <a:p>
            <a:pPr lvl="1"/>
            <a:r>
              <a:rPr lang="en-US" dirty="0"/>
              <a:t>add	    $s0, $s1, $s2</a:t>
            </a:r>
          </a:p>
          <a:p>
            <a:pPr lvl="1"/>
            <a:endParaRPr lang="en-US" dirty="0"/>
          </a:p>
          <a:p>
            <a:r>
              <a:rPr lang="en-US" dirty="0"/>
              <a:t>Machine Code</a:t>
            </a:r>
          </a:p>
          <a:p>
            <a:pPr lvl="1"/>
            <a:r>
              <a:rPr lang="en-US" dirty="0"/>
              <a:t>0000 0010 0011 0010 1000 0000 0010 0000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84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Instruction Format</a:t>
            </a:r>
          </a:p>
          <a:p>
            <a:pPr lvl="1"/>
            <a:r>
              <a:rPr lang="en-US" dirty="0"/>
              <a:t>The layout of an instruction</a:t>
            </a:r>
          </a:p>
          <a:p>
            <a:pPr lvl="1"/>
            <a:r>
              <a:rPr lang="en-US" dirty="0"/>
              <a:t>formed by pieces of the instruction called fields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1468" y="3124200"/>
            <a:ext cx="850106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81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81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Instructions</a:t>
            </a:r>
            <a:endParaRPr lang="en-AU" dirty="0"/>
          </a:p>
        </p:txBody>
      </p:sp>
      <p:sp>
        <p:nvSpPr>
          <p:cNvPr id="267282" name="Rectangle 1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Instruction fields</a:t>
            </a:r>
          </a:p>
          <a:p>
            <a:pPr lvl="1"/>
            <a:r>
              <a:rPr lang="en-US" dirty="0"/>
              <a:t>op: 	operation code (</a:t>
            </a:r>
            <a:r>
              <a:rPr lang="en-US" dirty="0" err="1"/>
              <a:t>opcode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rs</a:t>
            </a:r>
            <a:r>
              <a:rPr lang="en-US" dirty="0"/>
              <a:t>: 	first source register number</a:t>
            </a:r>
          </a:p>
          <a:p>
            <a:pPr lvl="1"/>
            <a:r>
              <a:rPr lang="en-US" dirty="0" err="1"/>
              <a:t>rt</a:t>
            </a:r>
            <a:r>
              <a:rPr lang="en-US" dirty="0"/>
              <a:t>: 	second source register number</a:t>
            </a:r>
          </a:p>
          <a:p>
            <a:pPr lvl="1"/>
            <a:r>
              <a:rPr lang="en-US" dirty="0" err="1"/>
              <a:t>rd</a:t>
            </a:r>
            <a:r>
              <a:rPr lang="en-US" dirty="0"/>
              <a:t>: 	destination register number</a:t>
            </a:r>
          </a:p>
          <a:p>
            <a:pPr lvl="1"/>
            <a:r>
              <a:rPr lang="en-US" dirty="0" err="1"/>
              <a:t>shamt</a:t>
            </a:r>
            <a:r>
              <a:rPr lang="en-US" dirty="0"/>
              <a:t>: shift amount (00000 for now)</a:t>
            </a:r>
          </a:p>
          <a:p>
            <a:pPr lvl="1"/>
            <a:r>
              <a:rPr lang="en-US" dirty="0" err="1"/>
              <a:t>funct</a:t>
            </a:r>
            <a:r>
              <a:rPr lang="en-US" dirty="0"/>
              <a:t>:   function code (extends </a:t>
            </a:r>
            <a:r>
              <a:rPr lang="en-US" dirty="0" err="1"/>
              <a:t>opcode</a:t>
            </a:r>
            <a:r>
              <a:rPr lang="en-US" dirty="0"/>
              <a:t>)</a:t>
            </a:r>
            <a:endParaRPr lang="en-AU" dirty="0"/>
          </a:p>
        </p:txBody>
      </p:sp>
      <p:grpSp>
        <p:nvGrpSpPr>
          <p:cNvPr id="267268" name="Group 4"/>
          <p:cNvGrpSpPr>
            <a:grpSpLocks/>
          </p:cNvGrpSpPr>
          <p:nvPr/>
        </p:nvGrpSpPr>
        <p:grpSpPr bwMode="auto">
          <a:xfrm>
            <a:off x="1331913" y="2046287"/>
            <a:ext cx="6913562" cy="773113"/>
            <a:chOff x="703" y="981"/>
            <a:chExt cx="4355" cy="487"/>
          </a:xfrm>
        </p:grpSpPr>
        <p:sp>
          <p:nvSpPr>
            <p:cNvPr id="267269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267270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rs</a:t>
              </a:r>
              <a:endParaRPr lang="en-AU" sz="2000"/>
            </a:p>
          </p:txBody>
        </p:sp>
        <p:sp>
          <p:nvSpPr>
            <p:cNvPr id="267271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rt</a:t>
              </a:r>
              <a:endParaRPr lang="en-AU" sz="2000"/>
            </a:p>
          </p:txBody>
        </p:sp>
        <p:sp>
          <p:nvSpPr>
            <p:cNvPr id="267272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rd</a:t>
              </a:r>
              <a:endParaRPr lang="en-AU" sz="2000"/>
            </a:p>
          </p:txBody>
        </p:sp>
        <p:sp>
          <p:nvSpPr>
            <p:cNvPr id="267273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shamt</a:t>
              </a:r>
              <a:endParaRPr lang="en-AU" sz="2000"/>
            </a:p>
          </p:txBody>
        </p:sp>
        <p:sp>
          <p:nvSpPr>
            <p:cNvPr id="267274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funct</a:t>
              </a:r>
              <a:endParaRPr lang="en-AU" sz="2000"/>
            </a:p>
          </p:txBody>
        </p:sp>
        <p:sp>
          <p:nvSpPr>
            <p:cNvPr id="267275" name="Text Box 11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267276" name="Text Box 12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267277" name="Text Box 13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67278" name="Text Box 14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67279" name="Text Box 15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67280" name="Text Box 16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</p:grpSp>
    </p:spTree>
    <p:extLst>
      <p:ext uri="{BB962C8B-B14F-4D97-AF65-F5344CB8AC3E}">
        <p14:creationId xmlns:p14="http://schemas.microsoft.com/office/powerpoint/2010/main" val="1484125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48" name="Rectangle 3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Representing Instructions</a:t>
            </a:r>
            <a:endParaRPr lang="en-AU" dirty="0"/>
          </a:p>
        </p:txBody>
      </p:sp>
      <p:sp>
        <p:nvSpPr>
          <p:cNvPr id="269349" name="Rectangle 3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dirty="0"/>
              <a:t>		add $t0, $s1, $s2</a:t>
            </a:r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dirty="0"/>
              <a:t>Represented using decimal numbers in each field:</a:t>
            </a:r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dirty="0"/>
              <a:t>Convert each field to binary:</a:t>
            </a:r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dirty="0"/>
              <a:t>Result: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dirty="0"/>
              <a:t>		 00000010001100100100000000100000</a:t>
            </a:r>
            <a:r>
              <a:rPr lang="en-US" baseline="-25000" dirty="0"/>
              <a:t>2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1297782" y="3048000"/>
            <a:ext cx="6913562" cy="415925"/>
            <a:chOff x="1331913" y="4078288"/>
            <a:chExt cx="6913562" cy="415925"/>
          </a:xfrm>
        </p:grpSpPr>
        <p:sp>
          <p:nvSpPr>
            <p:cNvPr id="269335" name="Text Box 23"/>
            <p:cNvSpPr txBox="1">
              <a:spLocks noChangeArrowheads="1"/>
            </p:cNvSpPr>
            <p:nvPr/>
          </p:nvSpPr>
          <p:spPr bwMode="auto">
            <a:xfrm>
              <a:off x="1331913" y="4078288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0</a:t>
              </a:r>
              <a:endParaRPr lang="en-AU" sz="2000"/>
            </a:p>
          </p:txBody>
        </p:sp>
        <p:sp>
          <p:nvSpPr>
            <p:cNvPr id="269336" name="Text Box 24"/>
            <p:cNvSpPr txBox="1">
              <a:spLocks noChangeArrowheads="1"/>
            </p:cNvSpPr>
            <p:nvPr/>
          </p:nvSpPr>
          <p:spPr bwMode="auto">
            <a:xfrm>
              <a:off x="2628900" y="4078288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17</a:t>
              </a:r>
              <a:endParaRPr lang="en-AU" sz="2000"/>
            </a:p>
          </p:txBody>
        </p:sp>
        <p:sp>
          <p:nvSpPr>
            <p:cNvPr id="269337" name="Text Box 25"/>
            <p:cNvSpPr txBox="1">
              <a:spLocks noChangeArrowheads="1"/>
            </p:cNvSpPr>
            <p:nvPr/>
          </p:nvSpPr>
          <p:spPr bwMode="auto">
            <a:xfrm>
              <a:off x="3708400" y="4078288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18</a:t>
              </a:r>
              <a:endParaRPr lang="en-AU" sz="2000"/>
            </a:p>
          </p:txBody>
        </p:sp>
        <p:sp>
          <p:nvSpPr>
            <p:cNvPr id="269338" name="Text Box 26"/>
            <p:cNvSpPr txBox="1">
              <a:spLocks noChangeArrowheads="1"/>
            </p:cNvSpPr>
            <p:nvPr/>
          </p:nvSpPr>
          <p:spPr bwMode="auto">
            <a:xfrm>
              <a:off x="4787900" y="4078288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8</a:t>
              </a:r>
              <a:endParaRPr lang="en-AU" sz="2000"/>
            </a:p>
          </p:txBody>
        </p:sp>
        <p:sp>
          <p:nvSpPr>
            <p:cNvPr id="269339" name="Text Box 27"/>
            <p:cNvSpPr txBox="1">
              <a:spLocks noChangeArrowheads="1"/>
            </p:cNvSpPr>
            <p:nvPr/>
          </p:nvSpPr>
          <p:spPr bwMode="auto">
            <a:xfrm>
              <a:off x="5868988" y="4078288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0</a:t>
              </a:r>
              <a:endParaRPr lang="en-AU" sz="2000"/>
            </a:p>
          </p:txBody>
        </p:sp>
        <p:sp>
          <p:nvSpPr>
            <p:cNvPr id="269340" name="Text Box 28"/>
            <p:cNvSpPr txBox="1">
              <a:spLocks noChangeArrowheads="1"/>
            </p:cNvSpPr>
            <p:nvPr/>
          </p:nvSpPr>
          <p:spPr bwMode="auto">
            <a:xfrm>
              <a:off x="6948488" y="4078288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32</a:t>
              </a:r>
              <a:endParaRPr lang="en-AU" sz="200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331913" y="4572000"/>
            <a:ext cx="6913562" cy="415925"/>
            <a:chOff x="1331913" y="4725988"/>
            <a:chExt cx="6913562" cy="415925"/>
          </a:xfrm>
        </p:grpSpPr>
        <p:sp>
          <p:nvSpPr>
            <p:cNvPr id="269341" name="Text Box 29"/>
            <p:cNvSpPr txBox="1">
              <a:spLocks noChangeArrowheads="1"/>
            </p:cNvSpPr>
            <p:nvPr/>
          </p:nvSpPr>
          <p:spPr bwMode="auto">
            <a:xfrm>
              <a:off x="1331913" y="4725988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000000</a:t>
              </a:r>
              <a:endParaRPr lang="en-AU" sz="2000"/>
            </a:p>
          </p:txBody>
        </p:sp>
        <p:sp>
          <p:nvSpPr>
            <p:cNvPr id="269342" name="Text Box 30"/>
            <p:cNvSpPr txBox="1">
              <a:spLocks noChangeArrowheads="1"/>
            </p:cNvSpPr>
            <p:nvPr/>
          </p:nvSpPr>
          <p:spPr bwMode="auto">
            <a:xfrm>
              <a:off x="2628900" y="4725988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 dirty="0"/>
                <a:t>10001</a:t>
              </a:r>
              <a:endParaRPr lang="en-AU" sz="2000" dirty="0"/>
            </a:p>
          </p:txBody>
        </p:sp>
        <p:sp>
          <p:nvSpPr>
            <p:cNvPr id="269343" name="Text Box 31"/>
            <p:cNvSpPr txBox="1">
              <a:spLocks noChangeArrowheads="1"/>
            </p:cNvSpPr>
            <p:nvPr/>
          </p:nvSpPr>
          <p:spPr bwMode="auto">
            <a:xfrm>
              <a:off x="3708400" y="4725988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10010</a:t>
              </a:r>
              <a:endParaRPr lang="en-AU" sz="2000"/>
            </a:p>
          </p:txBody>
        </p:sp>
        <p:sp>
          <p:nvSpPr>
            <p:cNvPr id="269344" name="Text Box 32"/>
            <p:cNvSpPr txBox="1">
              <a:spLocks noChangeArrowheads="1"/>
            </p:cNvSpPr>
            <p:nvPr/>
          </p:nvSpPr>
          <p:spPr bwMode="auto">
            <a:xfrm>
              <a:off x="4787900" y="4725988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01000</a:t>
              </a:r>
              <a:endParaRPr lang="en-AU" sz="2000"/>
            </a:p>
          </p:txBody>
        </p:sp>
        <p:sp>
          <p:nvSpPr>
            <p:cNvPr id="269345" name="Text Box 33"/>
            <p:cNvSpPr txBox="1">
              <a:spLocks noChangeArrowheads="1"/>
            </p:cNvSpPr>
            <p:nvPr/>
          </p:nvSpPr>
          <p:spPr bwMode="auto">
            <a:xfrm>
              <a:off x="5868988" y="4725988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00000</a:t>
              </a:r>
              <a:endParaRPr lang="en-AU" sz="2000"/>
            </a:p>
          </p:txBody>
        </p:sp>
        <p:sp>
          <p:nvSpPr>
            <p:cNvPr id="269346" name="Text Box 34"/>
            <p:cNvSpPr txBox="1">
              <a:spLocks noChangeArrowheads="1"/>
            </p:cNvSpPr>
            <p:nvPr/>
          </p:nvSpPr>
          <p:spPr bwMode="auto">
            <a:xfrm>
              <a:off x="6948488" y="4725988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100000</a:t>
              </a:r>
              <a:endParaRPr lang="en-AU" sz="2000"/>
            </a:p>
          </p:txBody>
        </p:sp>
      </p:grpSp>
    </p:spTree>
    <p:extLst>
      <p:ext uri="{BB962C8B-B14F-4D97-AF65-F5344CB8AC3E}">
        <p14:creationId xmlns:p14="http://schemas.microsoft.com/office/powerpoint/2010/main" val="3375373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Hexadecimal</a:t>
            </a:r>
          </a:p>
          <a:p>
            <a:pPr lvl="1"/>
            <a:r>
              <a:rPr lang="en-US" dirty="0"/>
              <a:t>Instead of writing strings of 32-bit binary numbers, we can use hexadecimal – a base that converts easily into binary.</a:t>
            </a:r>
          </a:p>
          <a:p>
            <a:pPr lvl="1"/>
            <a:r>
              <a:rPr lang="en-US" dirty="0"/>
              <a:t>Hexadecimal is base 16</a:t>
            </a:r>
          </a:p>
          <a:p>
            <a:pPr lvl="2"/>
            <a:r>
              <a:rPr lang="en-US" dirty="0"/>
              <a:t>Uses digits 0-9, A-F</a:t>
            </a:r>
          </a:p>
          <a:p>
            <a:pPr lvl="2"/>
            <a:r>
              <a:rPr lang="en-US" dirty="0"/>
              <a:t>Replaces a group of four binary numbers with a single hexadecimal digit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088417"/>
              </p:ext>
            </p:extLst>
          </p:nvPr>
        </p:nvGraphicFramePr>
        <p:xfrm>
          <a:off x="1524000" y="4267200"/>
          <a:ext cx="6096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889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add $t0, $s1, $s2</a:t>
            </a:r>
          </a:p>
          <a:p>
            <a:pPr marL="0" indent="0">
              <a:buNone/>
            </a:pPr>
            <a:r>
              <a:rPr lang="en-US" dirty="0"/>
              <a:t>	00000010001100100100000000100000</a:t>
            </a:r>
            <a:r>
              <a:rPr lang="en-US" baseline="-25000" dirty="0"/>
              <a:t>2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0000	0010	0011	0010	0100	0000	0010	0000</a:t>
            </a:r>
          </a:p>
          <a:p>
            <a:pPr marL="0" indent="0">
              <a:buNone/>
            </a:pPr>
            <a:r>
              <a:rPr lang="en-US" dirty="0"/>
              <a:t>	0	2	3	2	4	0	2	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0x02324020</a:t>
            </a:r>
          </a:p>
        </p:txBody>
      </p:sp>
    </p:spTree>
    <p:extLst>
      <p:ext uri="{BB962C8B-B14F-4D97-AF65-F5344CB8AC3E}">
        <p14:creationId xmlns:p14="http://schemas.microsoft.com/office/powerpoint/2010/main" val="92776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from hexadecimal to binary: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0xECA86420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E	C	A	8	6	4	2	0</a:t>
            </a:r>
          </a:p>
          <a:p>
            <a:pPr marL="0" indent="0">
              <a:buNone/>
            </a:pPr>
            <a:r>
              <a:rPr lang="en-US" dirty="0"/>
              <a:t>	1110	1100	1010	1000	0110	0100	0010	0000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7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if we need longer fields?</a:t>
            </a:r>
          </a:p>
          <a:p>
            <a:pPr lvl="1"/>
            <a:r>
              <a:rPr lang="en-US" dirty="0"/>
              <a:t>The load word instruction specifies two registers and a constant.</a:t>
            </a:r>
          </a:p>
          <a:p>
            <a:pPr lvl="1"/>
            <a:r>
              <a:rPr lang="en-US" dirty="0"/>
              <a:t>With our current fields, the constant is restricted to 5 or 6 bits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Same size for all instructions </a:t>
            </a:r>
            <a:br>
              <a:rPr lang="en-US" dirty="0"/>
            </a:br>
            <a:r>
              <a:rPr lang="en-US" dirty="0"/>
              <a:t>vs. Same format for all instructions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219200" y="1752600"/>
            <a:ext cx="6913562" cy="773113"/>
            <a:chOff x="703" y="981"/>
            <a:chExt cx="4355" cy="487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rs</a:t>
              </a:r>
              <a:endParaRPr lang="en-AU" sz="2000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rt</a:t>
              </a:r>
              <a:endParaRPr lang="en-AU" sz="2000"/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rd</a:t>
              </a:r>
              <a:endParaRPr lang="en-AU" sz="2000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shamt</a:t>
              </a:r>
              <a:endParaRPr lang="en-AU" sz="2000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funct</a:t>
              </a:r>
              <a:endParaRPr lang="en-AU" sz="2000"/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</p:grpSp>
    </p:spTree>
    <p:extLst>
      <p:ext uri="{BB962C8B-B14F-4D97-AF65-F5344CB8AC3E}">
        <p14:creationId xmlns:p14="http://schemas.microsoft.com/office/powerpoint/2010/main" val="504955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R-type (Register)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I-type (ALU Immediate)</a:t>
            </a:r>
            <a:endParaRPr lang="en-US" dirty="0">
              <a:cs typeface="Arial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J-type (Jump)</a:t>
            </a:r>
            <a:endParaRPr lang="en-US" dirty="0">
              <a:cs typeface="Arial"/>
            </a:endParaRP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219200" y="2198687"/>
            <a:ext cx="6913562" cy="773113"/>
            <a:chOff x="703" y="981"/>
            <a:chExt cx="4355" cy="487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rs</a:t>
              </a:r>
              <a:endParaRPr lang="en-AU" sz="2000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rt</a:t>
              </a:r>
              <a:endParaRPr lang="en-AU" sz="2000"/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rd</a:t>
              </a:r>
              <a:endParaRPr lang="en-AU" sz="2000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shamt</a:t>
              </a:r>
              <a:endParaRPr lang="en-AU" sz="2000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funct</a:t>
              </a:r>
              <a:endParaRPr lang="en-AU" sz="2000"/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</p:grpSp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1218405" y="3951287"/>
            <a:ext cx="6913562" cy="773113"/>
            <a:chOff x="884" y="981"/>
            <a:chExt cx="4355" cy="487"/>
          </a:xfrm>
        </p:grpSpPr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19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rs</a:t>
              </a:r>
              <a:endParaRPr lang="en-AU" sz="2000"/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rt</a:t>
              </a:r>
              <a:endParaRPr lang="en-AU" sz="2000"/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constant or address</a:t>
              </a:r>
              <a:endParaRPr lang="en-AU" sz="2000"/>
            </a:p>
          </p:txBody>
        </p:sp>
        <p:sp>
          <p:nvSpPr>
            <p:cNvPr id="22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23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5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16 bits</a:t>
              </a:r>
              <a:endParaRPr lang="en-AU" sz="1600"/>
            </a:p>
          </p:txBody>
        </p:sp>
      </p:grp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1218405" y="5703887"/>
            <a:ext cx="6913563" cy="773113"/>
            <a:chOff x="884" y="2356"/>
            <a:chExt cx="4355" cy="487"/>
          </a:xfrm>
        </p:grpSpPr>
        <p:sp>
          <p:nvSpPr>
            <p:cNvPr id="27" name="Text Box 5"/>
            <p:cNvSpPr txBox="1">
              <a:spLocks noChangeArrowheads="1"/>
            </p:cNvSpPr>
            <p:nvPr/>
          </p:nvSpPr>
          <p:spPr bwMode="auto">
            <a:xfrm>
              <a:off x="884" y="2356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28" name="Text Box 6"/>
            <p:cNvSpPr txBox="1">
              <a:spLocks noChangeArrowheads="1"/>
            </p:cNvSpPr>
            <p:nvPr/>
          </p:nvSpPr>
          <p:spPr bwMode="auto">
            <a:xfrm>
              <a:off x="1701" y="2356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address</a:t>
              </a:r>
              <a:endParaRPr lang="en-AU" sz="2000"/>
            </a:p>
          </p:txBody>
        </p:sp>
        <p:sp>
          <p:nvSpPr>
            <p:cNvPr id="29" name="Text Box 7"/>
            <p:cNvSpPr txBox="1">
              <a:spLocks noChangeArrowheads="1"/>
            </p:cNvSpPr>
            <p:nvPr/>
          </p:nvSpPr>
          <p:spPr bwMode="auto">
            <a:xfrm>
              <a:off x="1067" y="2631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3244" y="2617"/>
              <a:ext cx="4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26 bits</a:t>
              </a:r>
              <a:endParaRPr lang="en-AU" sz="1600"/>
            </a:p>
          </p:txBody>
        </p:sp>
      </p:grpSp>
    </p:spTree>
    <p:extLst>
      <p:ext uri="{BB962C8B-B14F-4D97-AF65-F5344CB8AC3E}">
        <p14:creationId xmlns:p14="http://schemas.microsoft.com/office/powerpoint/2010/main" val="2472273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I-type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16 bit address allows:</a:t>
            </a:r>
          </a:p>
          <a:p>
            <a:pPr lvl="1"/>
            <a:r>
              <a:rPr lang="en-US" dirty="0" err="1"/>
              <a:t>lw</a:t>
            </a:r>
            <a:r>
              <a:rPr lang="en-US" dirty="0"/>
              <a:t> and </a:t>
            </a:r>
            <a:r>
              <a:rPr lang="en-US" dirty="0" err="1"/>
              <a:t>sw</a:t>
            </a:r>
            <a:r>
              <a:rPr lang="en-US" dirty="0"/>
              <a:t> to access a range of 8192 words</a:t>
            </a:r>
          </a:p>
          <a:p>
            <a:pPr lvl="1"/>
            <a:r>
              <a:rPr lang="en-US" dirty="0" err="1"/>
              <a:t>addi</a:t>
            </a:r>
            <a:r>
              <a:rPr lang="en-US" dirty="0"/>
              <a:t> to add constants in a range of +/- 2</a:t>
            </a:r>
            <a:r>
              <a:rPr lang="en-US" baseline="30000" dirty="0"/>
              <a:t>15</a:t>
            </a:r>
          </a:p>
          <a:p>
            <a:endParaRPr lang="en-US" dirty="0"/>
          </a:p>
        </p:txBody>
      </p:sp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1219200" y="2209800"/>
            <a:ext cx="6913562" cy="773113"/>
            <a:chOff x="884" y="981"/>
            <a:chExt cx="4355" cy="487"/>
          </a:xfrm>
        </p:grpSpPr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19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rs</a:t>
              </a:r>
              <a:endParaRPr lang="en-AU" sz="2000"/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rt</a:t>
              </a:r>
              <a:endParaRPr lang="en-AU" sz="2000"/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constant or address</a:t>
              </a:r>
              <a:endParaRPr lang="en-AU" sz="2000"/>
            </a:p>
          </p:txBody>
        </p:sp>
        <p:sp>
          <p:nvSpPr>
            <p:cNvPr id="22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23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5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16 bits</a:t>
              </a:r>
              <a:endParaRPr lang="en-AU" sz="1600"/>
            </a:p>
          </p:txBody>
        </p:sp>
      </p:grpSp>
    </p:spTree>
    <p:extLst>
      <p:ext uri="{BB962C8B-B14F-4D97-AF65-F5344CB8AC3E}">
        <p14:creationId xmlns:p14="http://schemas.microsoft.com/office/powerpoint/2010/main" val="38439549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lw</a:t>
            </a:r>
            <a:r>
              <a:rPr lang="en-US" dirty="0"/>
              <a:t>	$t0, 32($s3)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Represented using decimal:</a:t>
            </a:r>
          </a:p>
          <a:p>
            <a:pPr marL="0" indent="0">
              <a:buNone/>
            </a:pPr>
            <a:r>
              <a:rPr lang="en-US" dirty="0"/>
              <a:t>	35	19	8	32</a:t>
            </a:r>
          </a:p>
          <a:p>
            <a:pPr marL="0" indent="0">
              <a:buNone/>
            </a:pPr>
            <a:r>
              <a:rPr lang="en-US" dirty="0"/>
              <a:t>Represented in binary:</a:t>
            </a:r>
          </a:p>
          <a:p>
            <a:pPr marL="0" indent="0">
              <a:buNone/>
            </a:pPr>
            <a:r>
              <a:rPr lang="en-US" dirty="0"/>
              <a:t>	100011   10011   01000   0000000000100000</a:t>
            </a:r>
          </a:p>
          <a:p>
            <a:pPr marL="0" indent="0">
              <a:buNone/>
            </a:pPr>
            <a:r>
              <a:rPr lang="en-US" dirty="0"/>
              <a:t>	1000 1110 0110 1000 0000 0000 0010 0000</a:t>
            </a:r>
          </a:p>
          <a:p>
            <a:pPr marL="0" indent="0">
              <a:buNone/>
            </a:pPr>
            <a:r>
              <a:rPr lang="en-US" dirty="0"/>
              <a:t>Represented in hexadecimal:</a:t>
            </a:r>
          </a:p>
          <a:p>
            <a:pPr marL="0" indent="0">
              <a:buNone/>
            </a:pPr>
            <a:r>
              <a:rPr lang="en-US" dirty="0"/>
              <a:t>	0x8E680020</a:t>
            </a:r>
          </a:p>
        </p:txBody>
      </p:sp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1219200" y="1676400"/>
            <a:ext cx="6913562" cy="773113"/>
            <a:chOff x="884" y="981"/>
            <a:chExt cx="4355" cy="487"/>
          </a:xfrm>
        </p:grpSpPr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19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rs</a:t>
              </a:r>
              <a:endParaRPr lang="en-AU" sz="2000"/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rt</a:t>
              </a:r>
              <a:endParaRPr lang="en-AU" sz="2000"/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constant or address</a:t>
              </a:r>
              <a:endParaRPr lang="en-AU" sz="2000"/>
            </a:p>
          </p:txBody>
        </p:sp>
        <p:sp>
          <p:nvSpPr>
            <p:cNvPr id="22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23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5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16 bits</a:t>
              </a:r>
              <a:endParaRPr lang="en-AU" sz="1600"/>
            </a:p>
          </p:txBody>
        </p:sp>
      </p:grpSp>
    </p:spTree>
    <p:extLst>
      <p:ext uri="{BB962C8B-B14F-4D97-AF65-F5344CB8AC3E}">
        <p14:creationId xmlns:p14="http://schemas.microsoft.com/office/powerpoint/2010/main" val="299710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Different formats complicate decoding, but allow 32-bit instructions uniformly</a:t>
            </a:r>
          </a:p>
          <a:p>
            <a:pPr>
              <a:lnSpc>
                <a:spcPct val="90000"/>
              </a:lnSpc>
            </a:pPr>
            <a:r>
              <a:rPr lang="en-US" dirty="0"/>
              <a:t>Keep formats as similar as possible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First three fields of R-type and I-type are the same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Fourth field of I-type is the size of the last 3 fields of R-type</a:t>
            </a:r>
          </a:p>
          <a:p>
            <a:pPr>
              <a:lnSpc>
                <a:spcPct val="90000"/>
              </a:lnSpc>
            </a:pPr>
            <a:r>
              <a:rPr lang="en-US" dirty="0"/>
              <a:t>The first field (op) determines the type and is the same in all three formats</a:t>
            </a:r>
          </a:p>
        </p:txBody>
      </p:sp>
    </p:spTree>
    <p:extLst>
      <p:ext uri="{BB962C8B-B14F-4D97-AF65-F5344CB8AC3E}">
        <p14:creationId xmlns:p14="http://schemas.microsoft.com/office/powerpoint/2010/main" val="3398775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 to Machine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A[300] = h + A[300];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lw</a:t>
            </a:r>
            <a:r>
              <a:rPr lang="en-US" dirty="0"/>
              <a:t>	$t0, 1200($t1)	#$t1 is the base register</a:t>
            </a:r>
          </a:p>
          <a:p>
            <a:pPr marL="0" indent="0">
              <a:buNone/>
            </a:pPr>
            <a:r>
              <a:rPr lang="en-US" dirty="0"/>
              <a:t>	add	$t0, $s2, $t0		#$s2 is h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sw</a:t>
            </a:r>
            <a:r>
              <a:rPr lang="en-US" dirty="0"/>
              <a:t>	$t0, 1200($t1)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35	9	8	1200</a:t>
            </a:r>
          </a:p>
          <a:p>
            <a:pPr marL="0" indent="0">
              <a:buNone/>
            </a:pPr>
            <a:r>
              <a:rPr lang="en-US" dirty="0"/>
              <a:t>	0	18	8	8	0	32</a:t>
            </a:r>
          </a:p>
          <a:p>
            <a:pPr marL="0" indent="0">
              <a:buNone/>
            </a:pPr>
            <a:r>
              <a:rPr lang="en-US" dirty="0"/>
              <a:t>	43	9	8	1200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D35EA5-355B-3520-B1C0-CD8F62CE3B12}"/>
                  </a:ext>
                </a:extLst>
              </p14:cNvPr>
              <p14:cNvContentPartPr/>
              <p14:nvPr/>
            </p14:nvContentPartPr>
            <p14:xfrm>
              <a:off x="703800" y="2670840"/>
              <a:ext cx="5784480" cy="2716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D35EA5-355B-3520-B1C0-CD8F62CE3B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4440" y="2661480"/>
                <a:ext cx="5803200" cy="273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111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 to Machine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A[300] = h + A[300];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lw</a:t>
            </a:r>
            <a:r>
              <a:rPr lang="en-US" dirty="0"/>
              <a:t>	$t0, 1200($t1)	#$t1 is the base register</a:t>
            </a:r>
          </a:p>
          <a:p>
            <a:pPr marL="0" indent="0">
              <a:buNone/>
            </a:pPr>
            <a:r>
              <a:rPr lang="en-US" dirty="0"/>
              <a:t>	add	$t0, $s2, $t0		#$s2 is h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sw</a:t>
            </a:r>
            <a:r>
              <a:rPr lang="en-US" dirty="0"/>
              <a:t>	$t0, 1200($t1)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100011   01001   01000   0000010010110000</a:t>
            </a:r>
            <a:br>
              <a:rPr lang="en-US" dirty="0"/>
            </a:br>
            <a:r>
              <a:rPr lang="en-US" dirty="0"/>
              <a:t> 	000000  10010    01000   01000   00000   100000</a:t>
            </a:r>
            <a:br>
              <a:rPr lang="en-US" dirty="0"/>
            </a:br>
            <a:r>
              <a:rPr lang="en-US" dirty="0"/>
              <a:t>	101011   01001   01000   0000010010110000</a:t>
            </a:r>
          </a:p>
        </p:txBody>
      </p:sp>
    </p:spTree>
    <p:extLst>
      <p:ext uri="{BB962C8B-B14F-4D97-AF65-F5344CB8AC3E}">
        <p14:creationId xmlns:p14="http://schemas.microsoft.com/office/powerpoint/2010/main" val="405976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Shifts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357802"/>
              </p:ext>
            </p:extLst>
          </p:nvPr>
        </p:nvGraphicFramePr>
        <p:xfrm>
          <a:off x="685800" y="2438400"/>
          <a:ext cx="7696200" cy="1504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6087">
                <a:tc>
                  <a:txBody>
                    <a:bodyPr/>
                    <a:lstStyle/>
                    <a:p>
                      <a:r>
                        <a:rPr lang="en-US" sz="2000" dirty="0"/>
                        <a:t>Logical Operation</a:t>
                      </a:r>
                    </a:p>
                  </a:txBody>
                  <a:tcPr marL="99441" marR="99441" marT="49720" marB="497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 Operator</a:t>
                      </a:r>
                    </a:p>
                  </a:txBody>
                  <a:tcPr marL="99441" marR="99441" marT="49720" marB="497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MIPS Instruction</a:t>
                      </a:r>
                    </a:p>
                  </a:txBody>
                  <a:tcPr marL="99441" marR="99441" marT="49720" marB="49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88">
                <a:tc>
                  <a:txBody>
                    <a:bodyPr/>
                    <a:lstStyle/>
                    <a:p>
                      <a:r>
                        <a:rPr lang="en-US" sz="2000" dirty="0"/>
                        <a:t>Shift Left</a:t>
                      </a:r>
                    </a:p>
                  </a:txBody>
                  <a:tcPr marL="99441" marR="99441" marT="49720" marB="497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&lt;&lt;</a:t>
                      </a:r>
                    </a:p>
                  </a:txBody>
                  <a:tcPr marL="99441" marR="99441" marT="49720" marB="49720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sll</a:t>
                      </a:r>
                      <a:endParaRPr lang="en-US" sz="2000" dirty="0"/>
                    </a:p>
                  </a:txBody>
                  <a:tcPr marL="99441" marR="99441" marT="49720" marB="49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88">
                <a:tc>
                  <a:txBody>
                    <a:bodyPr/>
                    <a:lstStyle/>
                    <a:p>
                      <a:r>
                        <a:rPr lang="en-US" sz="2000" dirty="0"/>
                        <a:t>Shift Right</a:t>
                      </a:r>
                    </a:p>
                  </a:txBody>
                  <a:tcPr marL="99441" marR="99441" marT="49720" marB="497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&gt;&gt;</a:t>
                      </a:r>
                    </a:p>
                  </a:txBody>
                  <a:tcPr marL="99441" marR="99441" marT="49720" marB="49720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srl</a:t>
                      </a:r>
                      <a:endParaRPr lang="en-US" sz="2000" dirty="0"/>
                    </a:p>
                  </a:txBody>
                  <a:tcPr marL="99441" marR="99441" marT="49720" marB="49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2C0D9B3-7908-5FD8-5546-5E2837CC16F1}"/>
                  </a:ext>
                </a:extLst>
              </p14:cNvPr>
              <p14:cNvContentPartPr/>
              <p14:nvPr/>
            </p14:nvContentPartPr>
            <p14:xfrm>
              <a:off x="5885640" y="3538800"/>
              <a:ext cx="533160" cy="379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2C0D9B3-7908-5FD8-5546-5E2837CC16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76280" y="3529440"/>
                <a:ext cx="551880" cy="39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56551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Operations</a:t>
            </a:r>
            <a:endParaRPr lang="en-AU" dirty="0"/>
          </a:p>
        </p:txBody>
      </p:sp>
      <p:sp>
        <p:nvSpPr>
          <p:cNvPr id="277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shamt</a:t>
            </a:r>
            <a:r>
              <a:rPr lang="en-US" dirty="0"/>
              <a:t>: how many positions to shift </a:t>
            </a:r>
          </a:p>
          <a:p>
            <a:pPr>
              <a:lnSpc>
                <a:spcPct val="90000"/>
              </a:lnSpc>
            </a:pPr>
            <a:r>
              <a:rPr lang="en-US" dirty="0"/>
              <a:t>Shift left logical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Shift left and fill with 0 bits</a:t>
            </a:r>
          </a:p>
          <a:p>
            <a:pPr lvl="1">
              <a:lnSpc>
                <a:spcPct val="90000"/>
              </a:lnSpc>
            </a:pPr>
            <a:r>
              <a:rPr lang="en-US" dirty="0" err="1">
                <a:latin typeface="Lucida Console" panose="020B0609040504020204" pitchFamily="49" charset="0"/>
              </a:rPr>
              <a:t>sll</a:t>
            </a:r>
            <a:r>
              <a:rPr lang="en-US" dirty="0"/>
              <a:t> by </a:t>
            </a:r>
            <a:r>
              <a:rPr lang="en-US" i="1" dirty="0" err="1"/>
              <a:t>i</a:t>
            </a:r>
            <a:r>
              <a:rPr lang="en-US" dirty="0"/>
              <a:t> bits multiplies by 2</a:t>
            </a:r>
            <a:r>
              <a:rPr lang="en-US" i="1" baseline="30000" dirty="0"/>
              <a:t>i</a:t>
            </a:r>
          </a:p>
          <a:p>
            <a:pPr>
              <a:lnSpc>
                <a:spcPct val="90000"/>
              </a:lnSpc>
            </a:pPr>
            <a:r>
              <a:rPr lang="en-US" dirty="0"/>
              <a:t>Shift right logical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Shift right and fill with 0 bits</a:t>
            </a:r>
          </a:p>
          <a:p>
            <a:pPr lvl="1">
              <a:lnSpc>
                <a:spcPct val="90000"/>
              </a:lnSpc>
            </a:pPr>
            <a:r>
              <a:rPr lang="en-US" dirty="0" err="1">
                <a:latin typeface="Lucida Console" panose="020B0609040504020204" pitchFamily="49" charset="0"/>
              </a:rPr>
              <a:t>srl</a:t>
            </a:r>
            <a:r>
              <a:rPr lang="en-US" dirty="0"/>
              <a:t> by </a:t>
            </a:r>
            <a:r>
              <a:rPr lang="en-US" i="1" dirty="0" err="1"/>
              <a:t>i</a:t>
            </a:r>
            <a:r>
              <a:rPr lang="en-US" dirty="0"/>
              <a:t> bits divides by 2</a:t>
            </a:r>
            <a:r>
              <a:rPr lang="en-US" i="1" baseline="30000" dirty="0"/>
              <a:t>i</a:t>
            </a:r>
            <a:r>
              <a:rPr lang="en-US" dirty="0"/>
              <a:t> (unsigned only)</a:t>
            </a:r>
            <a:endParaRPr lang="en-AU" dirty="0"/>
          </a:p>
        </p:txBody>
      </p:sp>
      <p:grpSp>
        <p:nvGrpSpPr>
          <p:cNvPr id="277508" name="Group 4"/>
          <p:cNvGrpSpPr>
            <a:grpSpLocks/>
          </p:cNvGrpSpPr>
          <p:nvPr/>
        </p:nvGrpSpPr>
        <p:grpSpPr bwMode="auto">
          <a:xfrm>
            <a:off x="1403350" y="1557338"/>
            <a:ext cx="6913563" cy="773112"/>
            <a:chOff x="703" y="981"/>
            <a:chExt cx="4355" cy="487"/>
          </a:xfrm>
        </p:grpSpPr>
        <p:sp>
          <p:nvSpPr>
            <p:cNvPr id="277509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277510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rs</a:t>
              </a:r>
              <a:endParaRPr lang="en-AU" sz="2000"/>
            </a:p>
          </p:txBody>
        </p:sp>
        <p:sp>
          <p:nvSpPr>
            <p:cNvPr id="277511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rt</a:t>
              </a:r>
              <a:endParaRPr lang="en-AU" sz="2000"/>
            </a:p>
          </p:txBody>
        </p:sp>
        <p:sp>
          <p:nvSpPr>
            <p:cNvPr id="277512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rd</a:t>
              </a:r>
              <a:endParaRPr lang="en-AU" sz="2000"/>
            </a:p>
          </p:txBody>
        </p:sp>
        <p:sp>
          <p:nvSpPr>
            <p:cNvPr id="277513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shamt</a:t>
              </a:r>
              <a:endParaRPr lang="en-AU" sz="2000"/>
            </a:p>
          </p:txBody>
        </p:sp>
        <p:sp>
          <p:nvSpPr>
            <p:cNvPr id="277514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funct</a:t>
              </a:r>
              <a:endParaRPr lang="en-AU" sz="2000"/>
            </a:p>
          </p:txBody>
        </p:sp>
        <p:sp>
          <p:nvSpPr>
            <p:cNvPr id="277515" name="Text Box 11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277516" name="Text Box 12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277517" name="Text Box 13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77518" name="Text Box 14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77519" name="Text Box 15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77520" name="Text Box 16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F5CAB3-C225-D30E-1A54-4443D34FF1D5}"/>
                  </a:ext>
                </a:extLst>
              </p14:cNvPr>
              <p14:cNvContentPartPr/>
              <p14:nvPr/>
            </p14:nvContentPartPr>
            <p14:xfrm>
              <a:off x="2359440" y="1317600"/>
              <a:ext cx="4740120" cy="4187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F5CAB3-C225-D30E-1A54-4443D34FF1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0080" y="1308240"/>
                <a:ext cx="4758840" cy="420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80187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0000 0000 0000 00000 000 0000 0000 0000 1001	(9)</a:t>
            </a:r>
          </a:p>
          <a:p>
            <a:endParaRPr lang="en-US" dirty="0"/>
          </a:p>
          <a:p>
            <a:r>
              <a:rPr lang="en-US" dirty="0"/>
              <a:t>Shift left by four:</a:t>
            </a:r>
          </a:p>
          <a:p>
            <a:endParaRPr lang="en-US" dirty="0"/>
          </a:p>
          <a:p>
            <a:r>
              <a:rPr lang="en-US" dirty="0"/>
              <a:t>0000 0000 0000 0000 0000 0000 0000 1001 0000	(144)</a:t>
            </a:r>
          </a:p>
          <a:p>
            <a:endParaRPr lang="en-US" dirty="0"/>
          </a:p>
          <a:p>
            <a:r>
              <a:rPr lang="en-US" dirty="0"/>
              <a:t>9 * 2</a:t>
            </a:r>
            <a:r>
              <a:rPr lang="en-US" baseline="30000" dirty="0"/>
              <a:t>4</a:t>
            </a:r>
            <a:r>
              <a:rPr lang="en-US" dirty="0"/>
              <a:t> = 144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3D1CCD-515C-FFA9-1096-8720FC1DC7B2}"/>
                  </a:ext>
                </a:extLst>
              </p14:cNvPr>
              <p14:cNvContentPartPr/>
              <p14:nvPr/>
            </p14:nvContentPartPr>
            <p14:xfrm>
              <a:off x="4127760" y="2043720"/>
              <a:ext cx="3470040" cy="1055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3D1CCD-515C-FFA9-1096-8720FC1DC7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18400" y="2034360"/>
                <a:ext cx="3488760" cy="107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57807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sll</a:t>
            </a:r>
            <a:r>
              <a:rPr lang="en-US" dirty="0"/>
              <a:t> $t2, $s0, 4		# t2 = s0 &lt;&lt; 4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R-type instruction that uses the </a:t>
            </a:r>
            <a:r>
              <a:rPr lang="en-US" dirty="0" err="1"/>
              <a:t>shamt</a:t>
            </a:r>
            <a:r>
              <a:rPr lang="en-US" dirty="0"/>
              <a:t> field: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0	0	16	10	4	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288344-9F55-4518-15F7-533D3D0641BD}"/>
                  </a:ext>
                </a:extLst>
              </p14:cNvPr>
              <p14:cNvContentPartPr/>
              <p14:nvPr/>
            </p14:nvContentPartPr>
            <p14:xfrm>
              <a:off x="1350720" y="1602720"/>
              <a:ext cx="4880160" cy="2677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288344-9F55-4518-15F7-533D3D0641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1360" y="1593360"/>
                <a:ext cx="4898880" cy="269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11777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034486"/>
              </p:ext>
            </p:extLst>
          </p:nvPr>
        </p:nvGraphicFramePr>
        <p:xfrm>
          <a:off x="274983" y="2588151"/>
          <a:ext cx="8716617" cy="1890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049">
                <a:tc>
                  <a:txBody>
                    <a:bodyPr/>
                    <a:lstStyle/>
                    <a:p>
                      <a:r>
                        <a:rPr lang="en-US" sz="2200" dirty="0"/>
                        <a:t>Logical Operation</a:t>
                      </a:r>
                    </a:p>
                  </a:txBody>
                  <a:tcPr marL="111318" marR="111318" marT="55659" marB="5565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 Operator</a:t>
                      </a:r>
                    </a:p>
                  </a:txBody>
                  <a:tcPr marL="111318" marR="111318" marT="55659" marB="5565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MIPS Instruction</a:t>
                      </a:r>
                    </a:p>
                  </a:txBody>
                  <a:tcPr marL="111318" marR="111318" marT="55659" marB="5565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57">
                <a:tc>
                  <a:txBody>
                    <a:bodyPr/>
                    <a:lstStyle/>
                    <a:p>
                      <a:r>
                        <a:rPr lang="en-US" sz="2200" dirty="0"/>
                        <a:t>Bitwise AND</a:t>
                      </a:r>
                    </a:p>
                  </a:txBody>
                  <a:tcPr marL="111318" marR="111318" marT="55659" marB="5565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&amp;</a:t>
                      </a:r>
                    </a:p>
                  </a:txBody>
                  <a:tcPr marL="111318" marR="111318" marT="55659" marB="5565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and, </a:t>
                      </a:r>
                      <a:r>
                        <a:rPr lang="en-US" sz="2200" dirty="0" err="1"/>
                        <a:t>andi</a:t>
                      </a:r>
                      <a:endParaRPr lang="en-US" sz="2200" dirty="0"/>
                    </a:p>
                  </a:txBody>
                  <a:tcPr marL="111318" marR="111318" marT="55659" marB="5565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57">
                <a:tc>
                  <a:txBody>
                    <a:bodyPr/>
                    <a:lstStyle/>
                    <a:p>
                      <a:r>
                        <a:rPr lang="en-US" sz="2200" dirty="0"/>
                        <a:t>Bitwise OR</a:t>
                      </a:r>
                    </a:p>
                  </a:txBody>
                  <a:tcPr marL="111318" marR="111318" marT="55659" marB="5565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|</a:t>
                      </a:r>
                    </a:p>
                  </a:txBody>
                  <a:tcPr marL="111318" marR="111318" marT="55659" marB="5565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or, </a:t>
                      </a:r>
                      <a:r>
                        <a:rPr lang="en-US" sz="2200" dirty="0" err="1"/>
                        <a:t>ori</a:t>
                      </a:r>
                      <a:endParaRPr lang="en-US" sz="2200" dirty="0"/>
                    </a:p>
                  </a:txBody>
                  <a:tcPr marL="111318" marR="111318" marT="55659" marB="5565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57">
                <a:tc>
                  <a:txBody>
                    <a:bodyPr/>
                    <a:lstStyle/>
                    <a:p>
                      <a:r>
                        <a:rPr lang="en-US" sz="2200" dirty="0"/>
                        <a:t>Bitwise NOT</a:t>
                      </a:r>
                    </a:p>
                  </a:txBody>
                  <a:tcPr marL="111318" marR="111318" marT="55659" marB="5565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~</a:t>
                      </a:r>
                    </a:p>
                  </a:txBody>
                  <a:tcPr marL="111318" marR="111318" marT="55659" marB="5565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nor</a:t>
                      </a:r>
                    </a:p>
                  </a:txBody>
                  <a:tcPr marL="111318" marR="111318" marT="55659" marB="5565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8402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Bit-by-bit operation that leaves 1 in the result only if both bits of the operands are 1.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and 	$t0, $t1, $t2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AND to “mask” some bits in a word.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287463" y="3871912"/>
            <a:ext cx="5840412" cy="1614488"/>
            <a:chOff x="1287463" y="3403600"/>
            <a:chExt cx="5840412" cy="1614488"/>
          </a:xfrm>
        </p:grpSpPr>
        <p:sp>
          <p:nvSpPr>
            <p:cNvPr id="4" name="Rectangle 2"/>
            <p:cNvSpPr>
              <a:spLocks noChangeArrowheads="1"/>
            </p:cNvSpPr>
            <p:nvPr/>
          </p:nvSpPr>
          <p:spPr bwMode="auto">
            <a:xfrm>
              <a:off x="4824413" y="3408363"/>
              <a:ext cx="647700" cy="16049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924050" y="3403600"/>
              <a:ext cx="5203825" cy="406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0000 0000 0000 0000 0000 1101 1100 0000</a:t>
              </a:r>
              <a:endParaRPr lang="en-AU" sz="2000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924050" y="3963988"/>
              <a:ext cx="5203825" cy="406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0000 0000 0000 0000 0011 1100 0000 0000</a:t>
              </a:r>
              <a:endParaRPr lang="en-AU" sz="2000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287463" y="3403600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$t2</a:t>
              </a:r>
              <a:endParaRPr lang="en-AU" sz="2000"/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287463" y="3963988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$t1</a:t>
              </a:r>
              <a:endParaRPr lang="en-AU" sz="2000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924050" y="4611688"/>
              <a:ext cx="5203825" cy="406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0000 0000 0000 0000 0000 1100 0000 0000</a:t>
              </a:r>
              <a:endParaRPr lang="en-AU" sz="2000" dirty="0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287463" y="4611688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$t0</a:t>
              </a:r>
              <a:endParaRPr lang="en-AU" sz="200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20CA803-01BF-C599-08D1-807E894EAB1E}"/>
                  </a:ext>
                </a:extLst>
              </p14:cNvPr>
              <p14:cNvContentPartPr/>
              <p14:nvPr/>
            </p14:nvContentPartPr>
            <p14:xfrm>
              <a:off x="1766880" y="857520"/>
              <a:ext cx="5725440" cy="4885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20CA803-01BF-C599-08D1-807E894EAB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7520" y="848160"/>
                <a:ext cx="5744160" cy="490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581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Bit-by-bit operation that leaves 1 in the result only if either bits of the operands are 1.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or $t0, $t1, $t2</a:t>
            </a:r>
          </a:p>
          <a:p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1287463" y="3871912"/>
            <a:ext cx="5840412" cy="1614488"/>
            <a:chOff x="1287463" y="3403600"/>
            <a:chExt cx="5840412" cy="1614488"/>
          </a:xfrm>
        </p:grpSpPr>
        <p:sp>
          <p:nvSpPr>
            <p:cNvPr id="4" name="Rectangle 2"/>
            <p:cNvSpPr>
              <a:spLocks noChangeArrowheads="1"/>
            </p:cNvSpPr>
            <p:nvPr/>
          </p:nvSpPr>
          <p:spPr bwMode="auto">
            <a:xfrm>
              <a:off x="4859338" y="3408363"/>
              <a:ext cx="612775" cy="16049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924050" y="3403600"/>
              <a:ext cx="5203825" cy="406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0000 0000 0000 0000 0000 1101 1100 0000</a:t>
              </a:r>
              <a:endParaRPr lang="en-AU" sz="2000" dirty="0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924050" y="3963988"/>
              <a:ext cx="5203825" cy="406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0000 0000 0000 0000 0011 1100 0000 0000</a:t>
              </a:r>
              <a:endParaRPr lang="en-AU" sz="2000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287463" y="3403600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$t2</a:t>
              </a:r>
              <a:endParaRPr lang="en-AU" sz="2000"/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287463" y="3963988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$t1</a:t>
              </a:r>
              <a:endParaRPr lang="en-AU" sz="2000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924050" y="4611688"/>
              <a:ext cx="5203825" cy="406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0000 0000 0000 0000 0011 1101 1100 0000</a:t>
              </a:r>
              <a:endParaRPr lang="en-AU" sz="2000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287463" y="4611688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$t0</a:t>
              </a:r>
              <a:endParaRPr lang="en-AU" sz="200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61A8313-289A-A53A-E6A5-038466169BBB}"/>
                  </a:ext>
                </a:extLst>
              </p14:cNvPr>
              <p14:cNvContentPartPr/>
              <p14:nvPr/>
            </p14:nvContentPartPr>
            <p14:xfrm>
              <a:off x="1743840" y="3783960"/>
              <a:ext cx="5728320" cy="1824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61A8313-289A-A53A-E6A5-038466169B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4480" y="3774600"/>
                <a:ext cx="5747040" cy="18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88553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Bit-by-bit operation on only one operand that inverts each bit: changes a 0 to a 1 and 1 to a 0</a:t>
            </a:r>
          </a:p>
          <a:p>
            <a:endParaRPr lang="en-US" dirty="0"/>
          </a:p>
          <a:p>
            <a:r>
              <a:rPr lang="en-US" dirty="0"/>
              <a:t>NOR </a:t>
            </a:r>
          </a:p>
          <a:p>
            <a:pPr lvl="1"/>
            <a:r>
              <a:rPr lang="en-US" dirty="0"/>
              <a:t>NOT OR</a:t>
            </a:r>
          </a:p>
          <a:p>
            <a:pPr lvl="1"/>
            <a:r>
              <a:rPr lang="en-US" dirty="0"/>
              <a:t>A NOR 0 = NOT (A OR 0) = NOT 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6AD17B-9D3B-0D53-7C2A-723D3C55DEDF}"/>
                  </a:ext>
                </a:extLst>
              </p14:cNvPr>
              <p14:cNvContentPartPr/>
              <p14:nvPr/>
            </p14:nvContentPartPr>
            <p14:xfrm>
              <a:off x="1235160" y="3386880"/>
              <a:ext cx="3922920" cy="81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6AD17B-9D3B-0D53-7C2A-723D3C55DE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5800" y="3377520"/>
                <a:ext cx="3941640" cy="83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690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The Constant Zero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MIPS register 0 ($zero) is the constant 0</a:t>
            </a:r>
          </a:p>
          <a:p>
            <a:pPr lvl="1"/>
            <a:r>
              <a:rPr lang="en-AU" dirty="0"/>
              <a:t>Cannot be overwritten</a:t>
            </a:r>
          </a:p>
          <a:p>
            <a:pPr lvl="1"/>
            <a:endParaRPr lang="en-AU" dirty="0"/>
          </a:p>
          <a:p>
            <a:r>
              <a:rPr lang="en-AU" dirty="0"/>
              <a:t>Useful for common operations</a:t>
            </a:r>
          </a:p>
          <a:p>
            <a:pPr lvl="1"/>
            <a:r>
              <a:rPr lang="en-AU" dirty="0"/>
              <a:t>move between registers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AU" dirty="0"/>
              <a:t>		add $t2, $s1, $zero</a:t>
            </a:r>
          </a:p>
          <a:p>
            <a:pPr lvl="1"/>
            <a:r>
              <a:rPr lang="en-AU" dirty="0"/>
              <a:t>NOT</a:t>
            </a:r>
          </a:p>
          <a:p>
            <a:pPr marL="274320" lvl="1" indent="0">
              <a:buNone/>
            </a:pPr>
            <a:r>
              <a:rPr lang="en-AU" dirty="0"/>
              <a:t>	nor $t0, $t1, $zero</a:t>
            </a:r>
          </a:p>
          <a:p>
            <a:pPr lvl="1">
              <a:buFont typeface="Wingdings" panose="05000000000000000000" pitchFamily="2" charset="2"/>
              <a:buNone/>
            </a:pP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BAE125-9C2F-3257-EA49-536A8999D327}"/>
                  </a:ext>
                </a:extLst>
              </p14:cNvPr>
              <p14:cNvContentPartPr/>
              <p14:nvPr/>
            </p14:nvContentPartPr>
            <p14:xfrm>
              <a:off x="1934280" y="3884040"/>
              <a:ext cx="1699560" cy="832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BAE125-9C2F-3257-EA49-536A8999D3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4920" y="3874680"/>
                <a:ext cx="1718280" cy="85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41252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nor 	$t0, $t1, $zero	#t0 = ~(t1 | 0)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89857" y="3733800"/>
            <a:ext cx="7855230" cy="1047810"/>
            <a:chOff x="1287463" y="4586288"/>
            <a:chExt cx="7855230" cy="1047810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924050" y="4586288"/>
              <a:ext cx="721864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0000 	0000 	0000 	0000 	0011 	1100 	0000 	0000</a:t>
              </a:r>
              <a:endParaRPr lang="en-AU" sz="2000" dirty="0"/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287463" y="4586288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$t1</a:t>
              </a:r>
              <a:endParaRPr lang="en-AU" sz="2000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924050" y="5233988"/>
              <a:ext cx="716151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1111 	1111 	1111 	1111 	1100 	0011 	1111 	1111</a:t>
              </a:r>
              <a:endParaRPr lang="en-AU" sz="2000" dirty="0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287463" y="5233988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$t0</a:t>
              </a:r>
              <a:endParaRPr lang="en-AU" sz="2000"/>
            </a:p>
          </p:txBody>
        </p:sp>
      </p:grpSp>
    </p:spTree>
    <p:extLst>
      <p:ext uri="{BB962C8B-B14F-4D97-AF65-F5344CB8AC3E}">
        <p14:creationId xmlns:p14="http://schemas.microsoft.com/office/powerpoint/2010/main" val="38338051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Operations with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immediate</a:t>
            </a:r>
          </a:p>
          <a:p>
            <a:pPr lvl="1"/>
            <a:r>
              <a:rPr lang="en-US" dirty="0" err="1"/>
              <a:t>andi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Or immediate</a:t>
            </a:r>
          </a:p>
          <a:p>
            <a:pPr lvl="1"/>
            <a:r>
              <a:rPr lang="en-US" dirty="0" err="1"/>
              <a:t>ori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9518D33-A434-CFFB-F952-A28EE5A89965}"/>
                  </a:ext>
                </a:extLst>
              </p14:cNvPr>
              <p14:cNvContentPartPr/>
              <p14:nvPr/>
            </p14:nvContentPartPr>
            <p14:xfrm>
              <a:off x="3354120" y="2205360"/>
              <a:ext cx="3497040" cy="528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9518D33-A434-CFFB-F952-A28EE5A899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44760" y="2196000"/>
                <a:ext cx="3515760" cy="54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26593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Computer programs can make decisions</a:t>
            </a:r>
          </a:p>
          <a:p>
            <a:pPr lvl="1"/>
            <a:r>
              <a:rPr lang="en-US" dirty="0"/>
              <a:t>If statements, Switch statements</a:t>
            </a:r>
          </a:p>
          <a:p>
            <a:pPr lvl="1"/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Branch to a labeled instruction if a condition is true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Otherwise, continue sequentially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>
                <a:latin typeface="Lucida Console" panose="020B0609040504020204" pitchFamily="49" charset="0"/>
              </a:rPr>
              <a:t>beq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rs</a:t>
            </a:r>
            <a:r>
              <a:rPr lang="en-US" dirty="0">
                <a:latin typeface="Lucida Console" panose="020B0609040504020204" pitchFamily="49" charset="0"/>
              </a:rPr>
              <a:t>, </a:t>
            </a:r>
            <a:r>
              <a:rPr lang="en-US" dirty="0" err="1">
                <a:latin typeface="Lucida Console" panose="020B0609040504020204" pitchFamily="49" charset="0"/>
              </a:rPr>
              <a:t>rt</a:t>
            </a:r>
            <a:r>
              <a:rPr lang="en-US" dirty="0">
                <a:latin typeface="Lucida Console" panose="020B0609040504020204" pitchFamily="49" charset="0"/>
              </a:rPr>
              <a:t>, L1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if (</a:t>
            </a:r>
            <a:r>
              <a:rPr lang="en-US" dirty="0" err="1"/>
              <a:t>rs</a:t>
            </a:r>
            <a:r>
              <a:rPr lang="en-US" dirty="0"/>
              <a:t> == </a:t>
            </a:r>
            <a:r>
              <a:rPr lang="en-US" dirty="0" err="1"/>
              <a:t>rt</a:t>
            </a:r>
            <a:r>
              <a:rPr lang="en-US" dirty="0"/>
              <a:t>) branch to instruction labeled L1;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>
                <a:latin typeface="Lucida Console" panose="020B0609040504020204" pitchFamily="49" charset="0"/>
              </a:rPr>
              <a:t>bne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rs</a:t>
            </a:r>
            <a:r>
              <a:rPr lang="en-US" dirty="0">
                <a:latin typeface="Lucida Console" panose="020B0609040504020204" pitchFamily="49" charset="0"/>
              </a:rPr>
              <a:t>, </a:t>
            </a:r>
            <a:r>
              <a:rPr lang="en-US" dirty="0" err="1">
                <a:latin typeface="Lucida Console" panose="020B0609040504020204" pitchFamily="49" charset="0"/>
              </a:rPr>
              <a:t>rt</a:t>
            </a:r>
            <a:r>
              <a:rPr lang="en-US" dirty="0">
                <a:latin typeface="Lucida Console" panose="020B0609040504020204" pitchFamily="49" charset="0"/>
              </a:rPr>
              <a:t>, L1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if (</a:t>
            </a:r>
            <a:r>
              <a:rPr lang="en-US" dirty="0" err="1"/>
              <a:t>rs</a:t>
            </a:r>
            <a:r>
              <a:rPr lang="en-US" dirty="0"/>
              <a:t> != </a:t>
            </a:r>
            <a:r>
              <a:rPr lang="en-US" dirty="0" err="1"/>
              <a:t>rt</a:t>
            </a:r>
            <a:r>
              <a:rPr lang="en-US" dirty="0"/>
              <a:t>) branch to instruction labeled L1;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>
                <a:latin typeface="Lucida Console" panose="020B0609040504020204" pitchFamily="49" charset="0"/>
              </a:rPr>
              <a:t>j L1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unconditional jump to instruction labeled L1</a:t>
            </a:r>
            <a:endParaRPr lang="en-AU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961E3D-225E-4574-AA9F-4F37B13C20F3}"/>
                  </a:ext>
                </a:extLst>
              </p14:cNvPr>
              <p14:cNvContentPartPr/>
              <p14:nvPr/>
            </p14:nvContentPartPr>
            <p14:xfrm>
              <a:off x="924840" y="2309040"/>
              <a:ext cx="2765160" cy="3628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961E3D-225E-4574-AA9F-4F37B13C20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5480" y="2299680"/>
                <a:ext cx="2783880" cy="364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489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i</a:t>
            </a:r>
            <a:r>
              <a:rPr lang="en-US" dirty="0"/>
              <a:t>==j)</a:t>
            </a:r>
            <a:br>
              <a:rPr lang="en-US" dirty="0"/>
            </a:br>
            <a:r>
              <a:rPr lang="en-US" dirty="0"/>
              <a:t>		f = g + h;</a:t>
            </a:r>
            <a:br>
              <a:rPr lang="en-US" dirty="0"/>
            </a:br>
            <a:r>
              <a:rPr lang="en-US" dirty="0"/>
              <a:t>	else</a:t>
            </a:r>
            <a:br>
              <a:rPr lang="en-US" dirty="0"/>
            </a:br>
            <a:r>
              <a:rPr lang="en-US" dirty="0"/>
              <a:t>		f = g - h;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	j	f	g	h</a:t>
            </a:r>
          </a:p>
          <a:p>
            <a:pPr marL="0" indent="0">
              <a:buNone/>
            </a:pPr>
            <a:r>
              <a:rPr lang="en-US" dirty="0"/>
              <a:t>$s0	$s1	$s2	$s3	$s4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566987" y="4501797"/>
            <a:ext cx="4010025" cy="2333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9A5BC4E-B61F-F73C-1BB0-948165017B2A}"/>
                  </a:ext>
                </a:extLst>
              </p14:cNvPr>
              <p14:cNvContentPartPr/>
              <p14:nvPr/>
            </p14:nvContentPartPr>
            <p14:xfrm>
              <a:off x="4091400" y="6302520"/>
              <a:ext cx="853200" cy="555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9A5BC4E-B61F-F73C-1BB0-948165017B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2040" y="6293160"/>
                <a:ext cx="871920" cy="5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773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i</a:t>
            </a:r>
            <a:r>
              <a:rPr lang="en-US" dirty="0"/>
              <a:t>==j)</a:t>
            </a:r>
            <a:br>
              <a:rPr lang="en-US" dirty="0"/>
            </a:br>
            <a:r>
              <a:rPr lang="en-US" dirty="0"/>
              <a:t>	f = g + h;</a:t>
            </a:r>
            <a:br>
              <a:rPr lang="en-US" dirty="0"/>
            </a:br>
            <a:r>
              <a:rPr lang="en-US" dirty="0"/>
              <a:t>else</a:t>
            </a:r>
            <a:br>
              <a:rPr lang="en-US" dirty="0"/>
            </a:br>
            <a:r>
              <a:rPr lang="en-US" dirty="0"/>
              <a:t>	f = g - h;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	$s0</a:t>
            </a:r>
          </a:p>
          <a:p>
            <a:pPr marL="0" indent="0">
              <a:buNone/>
            </a:pPr>
            <a:r>
              <a:rPr lang="en-US" dirty="0"/>
              <a:t>j	$s1</a:t>
            </a:r>
          </a:p>
          <a:p>
            <a:pPr marL="0" indent="0">
              <a:buNone/>
            </a:pPr>
            <a:r>
              <a:rPr lang="en-US" dirty="0"/>
              <a:t>f	$s2</a:t>
            </a:r>
          </a:p>
          <a:p>
            <a:pPr marL="0" indent="0">
              <a:buNone/>
            </a:pPr>
            <a:r>
              <a:rPr lang="en-US" dirty="0"/>
              <a:t>g	$s3</a:t>
            </a:r>
          </a:p>
          <a:p>
            <a:pPr marL="0" indent="0">
              <a:buNone/>
            </a:pPr>
            <a:r>
              <a:rPr lang="en-US" dirty="0"/>
              <a:t>h	$s4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95800" y="1673352"/>
            <a:ext cx="4191000" cy="47183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bne</a:t>
            </a:r>
            <a:r>
              <a:rPr lang="en-US" dirty="0"/>
              <a:t> 	$s0,$s1,Else</a:t>
            </a:r>
            <a:br>
              <a:rPr lang="en-US" dirty="0"/>
            </a:br>
            <a:r>
              <a:rPr lang="en-US" dirty="0"/>
              <a:t>	add 	$s2,$s3,$s4 </a:t>
            </a:r>
          </a:p>
          <a:p>
            <a:pPr marL="0" indent="0">
              <a:buNone/>
            </a:pPr>
            <a:r>
              <a:rPr lang="en-US" dirty="0"/>
              <a:t>	j 	Exit 		</a:t>
            </a:r>
          </a:p>
          <a:p>
            <a:pPr marL="0" indent="0">
              <a:buNone/>
            </a:pPr>
            <a:r>
              <a:rPr lang="en-US" dirty="0"/>
              <a:t>Else:	sub 	$s2,$s3,$s4 Exit: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3F0654-2ACB-FE48-D678-D1307D2C6212}"/>
                  </a:ext>
                </a:extLst>
              </p14:cNvPr>
              <p14:cNvContentPartPr/>
              <p14:nvPr/>
            </p14:nvContentPartPr>
            <p14:xfrm>
              <a:off x="1353600" y="1924560"/>
              <a:ext cx="5936760" cy="1998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3F0654-2ACB-FE48-D678-D1307D2C6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4240" y="1915200"/>
                <a:ext cx="5955480" cy="201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78816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computer programs require iteration</a:t>
            </a:r>
          </a:p>
          <a:p>
            <a:pPr lvl="1"/>
            <a:r>
              <a:rPr lang="en-US" dirty="0"/>
              <a:t>while loops, for loops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C2855E-A910-5612-3692-3245E7D232BB}"/>
                  </a:ext>
                </a:extLst>
              </p14:cNvPr>
              <p14:cNvContentPartPr/>
              <p14:nvPr/>
            </p14:nvContentPartPr>
            <p14:xfrm>
              <a:off x="1067040" y="2401200"/>
              <a:ext cx="2844000" cy="4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C2855E-A910-5612-3692-3245E7D232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7680" y="2391840"/>
                <a:ext cx="2862720" cy="6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30332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while (save[</a:t>
            </a:r>
            <a:r>
              <a:rPr lang="en-US" dirty="0" err="1"/>
              <a:t>i</a:t>
            </a:r>
            <a:r>
              <a:rPr lang="en-US" dirty="0"/>
              <a:t>] == k)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i</a:t>
            </a:r>
            <a:r>
              <a:rPr lang="en-US" dirty="0"/>
              <a:t> +=1;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Assume </a:t>
            </a:r>
            <a:r>
              <a:rPr lang="en-US" dirty="0" err="1"/>
              <a:t>i</a:t>
            </a:r>
            <a:r>
              <a:rPr lang="en-US" dirty="0"/>
              <a:t> in $s3, k in $s5, base address of save in $s6.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 Loop:	</a:t>
            </a:r>
            <a:r>
              <a:rPr lang="en-US" dirty="0" err="1"/>
              <a:t>sll</a:t>
            </a:r>
            <a:r>
              <a:rPr lang="en-US" dirty="0"/>
              <a:t>  	$t1, $s3, 2</a:t>
            </a:r>
            <a:br>
              <a:rPr lang="en-US" dirty="0"/>
            </a:br>
            <a:r>
              <a:rPr lang="en-US" dirty="0"/>
              <a:t>	      	add  	$t1, $t1, $s6</a:t>
            </a:r>
            <a:br>
              <a:rPr lang="en-US" dirty="0"/>
            </a:br>
            <a:r>
              <a:rPr lang="en-US" dirty="0"/>
              <a:t>     		</a:t>
            </a:r>
            <a:r>
              <a:rPr lang="en-US" dirty="0" err="1"/>
              <a:t>lw</a:t>
            </a:r>
            <a:r>
              <a:rPr lang="en-US" dirty="0"/>
              <a:t>   	$t0, 0($t1)</a:t>
            </a:r>
            <a:br>
              <a:rPr lang="en-US" dirty="0"/>
            </a:br>
            <a:r>
              <a:rPr lang="en-US" dirty="0"/>
              <a:t>      		</a:t>
            </a:r>
            <a:r>
              <a:rPr lang="en-US" dirty="0" err="1"/>
              <a:t>bne</a:t>
            </a:r>
            <a:r>
              <a:rPr lang="en-US" dirty="0"/>
              <a:t>  	$t0, $s5, Exit</a:t>
            </a:r>
            <a:br>
              <a:rPr lang="en-US" dirty="0"/>
            </a:br>
            <a:r>
              <a:rPr lang="en-US" dirty="0"/>
              <a:t>      		</a:t>
            </a:r>
            <a:r>
              <a:rPr lang="en-US" dirty="0" err="1"/>
              <a:t>addi</a:t>
            </a:r>
            <a:r>
              <a:rPr lang="en-US" dirty="0"/>
              <a:t> 	$s3, $s3, 1</a:t>
            </a:r>
            <a:br>
              <a:rPr lang="en-US" dirty="0"/>
            </a:br>
            <a:r>
              <a:rPr lang="en-US" dirty="0"/>
              <a:t>      		j    	Loop</a:t>
            </a:r>
            <a:br>
              <a:rPr lang="en-US" dirty="0"/>
            </a:br>
            <a:r>
              <a:rPr lang="en-US" dirty="0"/>
              <a:t>	 Exit: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0B3034-DBB3-5DF6-E1D0-C2BF727D690A}"/>
                  </a:ext>
                </a:extLst>
              </p14:cNvPr>
              <p14:cNvContentPartPr/>
              <p14:nvPr/>
            </p14:nvContentPartPr>
            <p14:xfrm>
              <a:off x="2342880" y="3717720"/>
              <a:ext cx="3493440" cy="1219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0B3034-DBB3-5DF6-E1D0-C2BF727D69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520" y="3708360"/>
                <a:ext cx="3512160" cy="123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5867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Conditional Operations</a:t>
            </a:r>
            <a:endParaRPr lang="en-AU"/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result to 1 if a condition is true</a:t>
            </a:r>
          </a:p>
          <a:p>
            <a:pPr lvl="1"/>
            <a:r>
              <a:rPr lang="en-US" dirty="0"/>
              <a:t>Otherwise, set to 0</a:t>
            </a:r>
          </a:p>
          <a:p>
            <a:r>
              <a:rPr lang="en-US" dirty="0" err="1">
                <a:latin typeface="Lucida Console" panose="020B0609040504020204" pitchFamily="49" charset="0"/>
              </a:rPr>
              <a:t>slt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rd</a:t>
            </a:r>
            <a:r>
              <a:rPr lang="en-US" dirty="0">
                <a:latin typeface="Lucida Console" panose="020B0609040504020204" pitchFamily="49" charset="0"/>
              </a:rPr>
              <a:t>, </a:t>
            </a:r>
            <a:r>
              <a:rPr lang="en-US" dirty="0" err="1">
                <a:latin typeface="Lucida Console" panose="020B0609040504020204" pitchFamily="49" charset="0"/>
              </a:rPr>
              <a:t>rs</a:t>
            </a:r>
            <a:r>
              <a:rPr lang="en-US" dirty="0">
                <a:latin typeface="Lucida Console" panose="020B0609040504020204" pitchFamily="49" charset="0"/>
              </a:rPr>
              <a:t>, </a:t>
            </a:r>
            <a:r>
              <a:rPr lang="en-US" dirty="0" err="1">
                <a:latin typeface="Lucida Console" panose="020B0609040504020204" pitchFamily="49" charset="0"/>
              </a:rPr>
              <a:t>rt</a:t>
            </a:r>
            <a:endParaRPr lang="en-US" dirty="0">
              <a:latin typeface="Lucida Console" panose="020B0609040504020204" pitchFamily="49" charset="0"/>
            </a:endParaRPr>
          </a:p>
          <a:p>
            <a:pPr lvl="1"/>
            <a:r>
              <a:rPr lang="en-US" dirty="0"/>
              <a:t>if (</a:t>
            </a:r>
            <a:r>
              <a:rPr lang="en-US" dirty="0" err="1"/>
              <a:t>rs</a:t>
            </a:r>
            <a:r>
              <a:rPr lang="en-US" dirty="0"/>
              <a:t> &lt; </a:t>
            </a:r>
            <a:r>
              <a:rPr lang="en-US" dirty="0" err="1"/>
              <a:t>rt</a:t>
            </a:r>
            <a:r>
              <a:rPr lang="en-US" dirty="0"/>
              <a:t>) </a:t>
            </a:r>
            <a:r>
              <a:rPr lang="en-US" dirty="0" err="1"/>
              <a:t>rd</a:t>
            </a:r>
            <a:r>
              <a:rPr lang="en-US" dirty="0"/>
              <a:t> = 1; else </a:t>
            </a:r>
            <a:r>
              <a:rPr lang="en-US" dirty="0" err="1"/>
              <a:t>rd</a:t>
            </a:r>
            <a:r>
              <a:rPr lang="en-US" dirty="0"/>
              <a:t> = 0;</a:t>
            </a:r>
          </a:p>
          <a:p>
            <a:r>
              <a:rPr lang="en-US" dirty="0" err="1">
                <a:latin typeface="Lucida Console" panose="020B0609040504020204" pitchFamily="49" charset="0"/>
              </a:rPr>
              <a:t>slti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rt</a:t>
            </a:r>
            <a:r>
              <a:rPr lang="en-US" dirty="0">
                <a:latin typeface="Lucida Console" panose="020B0609040504020204" pitchFamily="49" charset="0"/>
              </a:rPr>
              <a:t>, </a:t>
            </a:r>
            <a:r>
              <a:rPr lang="en-US" dirty="0" err="1">
                <a:latin typeface="Lucida Console" panose="020B0609040504020204" pitchFamily="49" charset="0"/>
              </a:rPr>
              <a:t>rs</a:t>
            </a:r>
            <a:r>
              <a:rPr lang="en-US" dirty="0">
                <a:latin typeface="Lucida Console" panose="020B0609040504020204" pitchFamily="49" charset="0"/>
              </a:rPr>
              <a:t>, constant</a:t>
            </a:r>
          </a:p>
          <a:p>
            <a:pPr lvl="1"/>
            <a:r>
              <a:rPr lang="en-US" dirty="0"/>
              <a:t>if (</a:t>
            </a:r>
            <a:r>
              <a:rPr lang="en-US" dirty="0" err="1"/>
              <a:t>rs</a:t>
            </a:r>
            <a:r>
              <a:rPr lang="en-US" dirty="0"/>
              <a:t> &lt; constant) </a:t>
            </a:r>
            <a:r>
              <a:rPr lang="en-US" dirty="0" err="1"/>
              <a:t>rt</a:t>
            </a:r>
            <a:r>
              <a:rPr lang="en-US" dirty="0"/>
              <a:t> = 1; else </a:t>
            </a:r>
            <a:r>
              <a:rPr lang="en-US" dirty="0" err="1"/>
              <a:t>rt</a:t>
            </a:r>
            <a:r>
              <a:rPr lang="en-US" dirty="0"/>
              <a:t> = 0;</a:t>
            </a:r>
          </a:p>
          <a:p>
            <a:r>
              <a:rPr lang="en-US" dirty="0"/>
              <a:t>Use in combination with </a:t>
            </a:r>
            <a:r>
              <a:rPr lang="en-US" dirty="0" err="1">
                <a:latin typeface="Lucida Console" panose="020B0609040504020204" pitchFamily="49" charset="0"/>
              </a:rPr>
              <a:t>beq</a:t>
            </a:r>
            <a:r>
              <a:rPr lang="en-US" dirty="0"/>
              <a:t>, </a:t>
            </a:r>
            <a:r>
              <a:rPr lang="en-US" dirty="0" err="1">
                <a:latin typeface="Lucida Console" panose="020B0609040504020204" pitchFamily="49" charset="0"/>
              </a:rPr>
              <a:t>bne</a:t>
            </a:r>
            <a:endParaRPr lang="en-US" dirty="0">
              <a:latin typeface="Lucida Console" panose="020B06090405040202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sz="2400" dirty="0"/>
              <a:t>	</a:t>
            </a:r>
            <a:r>
              <a:rPr lang="en-US" sz="2400" dirty="0" err="1">
                <a:latin typeface="Lucida Console" panose="020B0609040504020204" pitchFamily="49" charset="0"/>
              </a:rPr>
              <a:t>slt</a:t>
            </a:r>
            <a:r>
              <a:rPr lang="en-US" sz="2400" dirty="0">
                <a:latin typeface="Lucida Console" panose="020B0609040504020204" pitchFamily="49" charset="0"/>
              </a:rPr>
              <a:t> $t0, $s1, $s2  # if ($s1 &lt; $s2)</a:t>
            </a:r>
            <a:br>
              <a:rPr lang="en-US" sz="2400" dirty="0">
                <a:latin typeface="Lucida Console" panose="020B0609040504020204" pitchFamily="49" charset="0"/>
              </a:rPr>
            </a:br>
            <a:r>
              <a:rPr lang="en-US" sz="2400" dirty="0" err="1">
                <a:latin typeface="Lucida Console" panose="020B0609040504020204" pitchFamily="49" charset="0"/>
              </a:rPr>
              <a:t>bne</a:t>
            </a:r>
            <a:r>
              <a:rPr lang="en-US" sz="2400" dirty="0">
                <a:latin typeface="Lucida Console" panose="020B0609040504020204" pitchFamily="49" charset="0"/>
              </a:rPr>
              <a:t> $t0, $zero, L  #   branch to 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6FA380-1A5D-0C68-DF77-F7E61FD99243}"/>
                  </a:ext>
                </a:extLst>
              </p14:cNvPr>
              <p14:cNvContentPartPr/>
              <p14:nvPr/>
            </p14:nvContentPartPr>
            <p14:xfrm>
              <a:off x="1502280" y="2385360"/>
              <a:ext cx="2813040" cy="3347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6FA380-1A5D-0C68-DF77-F7E61FD992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2920" y="2376000"/>
                <a:ext cx="2831760" cy="336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666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 Instruction Design</a:t>
            </a:r>
            <a:endParaRPr lang="en-AU"/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not </a:t>
            </a:r>
            <a:r>
              <a:rPr lang="en-US" dirty="0" err="1">
                <a:latin typeface="Lucida Console" panose="020B0609040504020204" pitchFamily="49" charset="0"/>
              </a:rPr>
              <a:t>blt</a:t>
            </a:r>
            <a:r>
              <a:rPr lang="en-US" dirty="0"/>
              <a:t>, </a:t>
            </a:r>
            <a:r>
              <a:rPr lang="en-US" dirty="0" err="1">
                <a:latin typeface="Lucida Console" panose="020B0609040504020204" pitchFamily="49" charset="0"/>
              </a:rPr>
              <a:t>bge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?</a:t>
            </a:r>
          </a:p>
          <a:p>
            <a:r>
              <a:rPr lang="en-US" dirty="0"/>
              <a:t>Hardware for &lt;, ≥, … slower than =, ≠</a:t>
            </a:r>
          </a:p>
          <a:p>
            <a:pPr lvl="1"/>
            <a:r>
              <a:rPr lang="en-US" dirty="0"/>
              <a:t>Combining with branch involves more work per instruction, requiring a slower clock</a:t>
            </a:r>
          </a:p>
          <a:p>
            <a:r>
              <a:rPr lang="en-US" dirty="0" err="1">
                <a:latin typeface="Lucida Console" panose="020B0609040504020204" pitchFamily="49" charset="0"/>
              </a:rPr>
              <a:t>beq</a:t>
            </a:r>
            <a:r>
              <a:rPr lang="en-US" dirty="0"/>
              <a:t> and </a:t>
            </a:r>
            <a:r>
              <a:rPr lang="en-US" dirty="0" err="1">
                <a:latin typeface="Lucida Console" panose="020B0609040504020204" pitchFamily="49" charset="0"/>
              </a:rPr>
              <a:t>bne</a:t>
            </a:r>
            <a:r>
              <a:rPr lang="en-US" dirty="0"/>
              <a:t> are the common case</a:t>
            </a:r>
          </a:p>
          <a:p>
            <a:pPr lvl="1"/>
            <a:r>
              <a:rPr lang="en-US" dirty="0" err="1"/>
              <a:t>slt</a:t>
            </a:r>
            <a:r>
              <a:rPr lang="en-US" dirty="0"/>
              <a:t>, </a:t>
            </a:r>
            <a:r>
              <a:rPr lang="en-US" dirty="0" err="1"/>
              <a:t>slti</a:t>
            </a:r>
            <a:r>
              <a:rPr lang="en-US" dirty="0"/>
              <a:t>, </a:t>
            </a:r>
            <a:r>
              <a:rPr lang="en-US" dirty="0" err="1"/>
              <a:t>beq</a:t>
            </a:r>
            <a:r>
              <a:rPr lang="en-US" dirty="0"/>
              <a:t>, </a:t>
            </a:r>
            <a:r>
              <a:rPr lang="en-US" dirty="0" err="1"/>
              <a:t>bne</a:t>
            </a:r>
            <a:r>
              <a:rPr lang="en-US" dirty="0"/>
              <a:t> can be used to create any other necessary conditions.</a:t>
            </a:r>
          </a:p>
          <a:p>
            <a:r>
              <a:rPr lang="en-US" dirty="0"/>
              <a:t>This is a good design compromise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1C9A7E-9F50-2E07-B5C9-49F3FD57413A}"/>
                  </a:ext>
                </a:extLst>
              </p14:cNvPr>
              <p14:cNvContentPartPr/>
              <p14:nvPr/>
            </p14:nvContentPartPr>
            <p14:xfrm>
              <a:off x="1400040" y="1429560"/>
              <a:ext cx="2482920" cy="65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1C9A7E-9F50-2E07-B5C9-49F3FD5741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0680" y="1420200"/>
                <a:ext cx="2501640" cy="66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3574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Signed vs. Unsigned</a:t>
            </a:r>
          </a:p>
        </p:txBody>
      </p:sp>
      <p:sp>
        <p:nvSpPr>
          <p:cNvPr id="445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Signed comparison: 	</a:t>
            </a:r>
            <a:r>
              <a:rPr lang="en-AU" dirty="0" err="1">
                <a:latin typeface="Lucida Console" panose="020B0609040504020204" pitchFamily="49" charset="0"/>
              </a:rPr>
              <a:t>slt</a:t>
            </a:r>
            <a:r>
              <a:rPr lang="en-AU" dirty="0"/>
              <a:t>, </a:t>
            </a:r>
            <a:r>
              <a:rPr lang="en-AU" dirty="0" err="1">
                <a:latin typeface="Lucida Console" panose="020B0609040504020204" pitchFamily="49" charset="0"/>
              </a:rPr>
              <a:t>slti</a:t>
            </a:r>
            <a:endParaRPr lang="en-AU" dirty="0">
              <a:latin typeface="Lucida Console" panose="020B0609040504020204" pitchFamily="49" charset="0"/>
            </a:endParaRPr>
          </a:p>
          <a:p>
            <a:r>
              <a:rPr lang="en-AU" dirty="0"/>
              <a:t>Unsigned comparison: 	</a:t>
            </a:r>
            <a:r>
              <a:rPr lang="en-AU" dirty="0" err="1">
                <a:latin typeface="Lucida Console" panose="020B0609040504020204" pitchFamily="49" charset="0"/>
              </a:rPr>
              <a:t>sltu</a:t>
            </a:r>
            <a:r>
              <a:rPr lang="en-AU" dirty="0"/>
              <a:t>, </a:t>
            </a:r>
            <a:r>
              <a:rPr lang="en-AU" dirty="0" err="1">
                <a:latin typeface="Lucida Console" panose="020B0609040504020204" pitchFamily="49" charset="0"/>
              </a:rPr>
              <a:t>sltui</a:t>
            </a:r>
            <a:endParaRPr lang="en-AU" dirty="0">
              <a:latin typeface="Lucida Console" panose="020B0609040504020204" pitchFamily="49" charset="0"/>
            </a:endParaRPr>
          </a:p>
          <a:p>
            <a:r>
              <a:rPr lang="en-AU" dirty="0"/>
              <a:t>Example</a:t>
            </a:r>
          </a:p>
          <a:p>
            <a:pPr lvl="1"/>
            <a:r>
              <a:rPr lang="en-AU" dirty="0"/>
              <a:t>$s0 = </a:t>
            </a:r>
            <a:r>
              <a:rPr lang="en-AU" sz="2400" dirty="0"/>
              <a:t>1111 1111 1111 1111 1111 1111 1111 1111</a:t>
            </a:r>
          </a:p>
          <a:p>
            <a:pPr lvl="1"/>
            <a:r>
              <a:rPr lang="en-AU" dirty="0"/>
              <a:t>$s1 = </a:t>
            </a:r>
            <a:r>
              <a:rPr lang="en-AU" sz="2400" dirty="0"/>
              <a:t>0000 0000 0000 0000 0000 0000 0000 0001</a:t>
            </a:r>
          </a:p>
          <a:p>
            <a:pPr lvl="1"/>
            <a:endParaRPr lang="en-AU" dirty="0">
              <a:latin typeface="Lucida Console" panose="020B0609040504020204" pitchFamily="49" charset="0"/>
            </a:endParaRPr>
          </a:p>
          <a:p>
            <a:pPr lvl="1"/>
            <a:r>
              <a:rPr lang="en-AU" dirty="0" err="1">
                <a:latin typeface="Lucida Console" panose="020B0609040504020204" pitchFamily="49" charset="0"/>
              </a:rPr>
              <a:t>slt</a:t>
            </a:r>
            <a:r>
              <a:rPr lang="en-AU" dirty="0">
                <a:latin typeface="Lucida Console" panose="020B0609040504020204" pitchFamily="49" charset="0"/>
              </a:rPr>
              <a:t>  $t0, $s0, $s1  # signed</a:t>
            </a:r>
          </a:p>
          <a:p>
            <a:pPr lvl="2"/>
            <a:r>
              <a:rPr lang="en-AU" dirty="0">
                <a:cs typeface="Arial" panose="020B0604020202020204" pitchFamily="34" charset="0"/>
              </a:rPr>
              <a:t>–1 &lt; +1 </a:t>
            </a:r>
            <a:r>
              <a:rPr lang="en-AU" dirty="0">
                <a:cs typeface="Arial" panose="020B0604020202020204" pitchFamily="34" charset="0"/>
                <a:sym typeface="Symbol" panose="05050102010706020507" pitchFamily="18" charset="2"/>
              </a:rPr>
              <a:t> $t0 = 1</a:t>
            </a:r>
          </a:p>
          <a:p>
            <a:pPr lvl="1"/>
            <a:endParaRPr lang="en-AU" dirty="0">
              <a:latin typeface="Lucida Console" panose="020B0609040504020204" pitchFamily="49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/>
            <a:r>
              <a:rPr lang="en-AU" dirty="0" err="1">
                <a:latin typeface="Lucida Console" panose="020B0609040504020204" pitchFamily="49" charset="0"/>
                <a:cs typeface="Arial" panose="020B0604020202020204" pitchFamily="34" charset="0"/>
                <a:sym typeface="Symbol" panose="05050102010706020507" pitchFamily="18" charset="2"/>
              </a:rPr>
              <a:t>sltu</a:t>
            </a:r>
            <a:r>
              <a:rPr lang="en-AU" dirty="0">
                <a:latin typeface="Lucida Console" panose="020B0609040504020204" pitchFamily="49" charset="0"/>
                <a:cs typeface="Arial" panose="020B0604020202020204" pitchFamily="34" charset="0"/>
                <a:sym typeface="Symbol" panose="05050102010706020507" pitchFamily="18" charset="2"/>
              </a:rPr>
              <a:t> $t0, $s0, $s1  # unsigned</a:t>
            </a:r>
          </a:p>
          <a:p>
            <a:pPr lvl="2"/>
            <a:r>
              <a:rPr lang="en-US" dirty="0"/>
              <a:t>+4,294,967,295 &gt; +1 </a:t>
            </a:r>
            <a:r>
              <a:rPr lang="en-AU" dirty="0">
                <a:cs typeface="Arial" panose="020B0604020202020204" pitchFamily="34" charset="0"/>
                <a:sym typeface="Symbol" panose="05050102010706020507" pitchFamily="18" charset="2"/>
              </a:rPr>
              <a:t> $t0 = 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C42197-C29E-7DE4-C2DB-AC5BC5006224}"/>
                  </a:ext>
                </a:extLst>
              </p14:cNvPr>
              <p14:cNvContentPartPr/>
              <p14:nvPr/>
            </p14:nvContentPartPr>
            <p14:xfrm>
              <a:off x="1654920" y="1983600"/>
              <a:ext cx="6154560" cy="4031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C42197-C29E-7DE4-C2DB-AC5BC50062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5560" y="1974240"/>
                <a:ext cx="6173280" cy="405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02073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switch (selection) {</a:t>
            </a:r>
          </a:p>
          <a:p>
            <a:pPr marL="0" indent="0">
              <a:buNone/>
            </a:pPr>
            <a:r>
              <a:rPr lang="en-US" dirty="0"/>
              <a:t>	case 1:</a:t>
            </a:r>
          </a:p>
          <a:p>
            <a:pPr marL="0" indent="0">
              <a:buNone/>
            </a:pPr>
            <a:r>
              <a:rPr lang="en-US" dirty="0"/>
              <a:t>	….</a:t>
            </a:r>
          </a:p>
          <a:p>
            <a:pPr marL="0" indent="0">
              <a:buNone/>
            </a:pPr>
            <a:r>
              <a:rPr lang="en-US" dirty="0"/>
              <a:t>	case 2:</a:t>
            </a:r>
          </a:p>
          <a:p>
            <a:pPr marL="0" indent="0">
              <a:buNone/>
            </a:pPr>
            <a:r>
              <a:rPr lang="en-US" dirty="0"/>
              <a:t>	…</a:t>
            </a:r>
          </a:p>
          <a:p>
            <a:pPr marL="0" indent="0">
              <a:buNone/>
            </a:pPr>
            <a:r>
              <a:rPr lang="en-US" dirty="0"/>
              <a:t>	default: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(selection == 1)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goto</a:t>
            </a:r>
            <a:r>
              <a:rPr lang="en-US" dirty="0"/>
              <a:t> 1</a:t>
            </a:r>
          </a:p>
          <a:p>
            <a:pPr marL="0" indent="0">
              <a:buNone/>
            </a:pPr>
            <a:r>
              <a:rPr lang="en-US" dirty="0"/>
              <a:t>else if (selection == 2)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goto</a:t>
            </a:r>
            <a:r>
              <a:rPr lang="en-US" dirty="0"/>
              <a:t> 2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goto</a:t>
            </a:r>
            <a:r>
              <a:rPr lang="en-US" dirty="0"/>
              <a:t> 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AB6E4F-ED46-EC5E-5AD3-43AF7ECBF92C}"/>
                  </a:ext>
                </a:extLst>
              </p14:cNvPr>
              <p14:cNvContentPartPr/>
              <p14:nvPr/>
            </p14:nvContentPartPr>
            <p14:xfrm>
              <a:off x="5578920" y="2720160"/>
              <a:ext cx="1828080" cy="2047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AB6E4F-ED46-EC5E-5AD3-43AF7ECBF9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69560" y="2710800"/>
                <a:ext cx="1846800" cy="206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89913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switch (selection) {</a:t>
            </a:r>
          </a:p>
          <a:p>
            <a:pPr marL="0" indent="0">
              <a:buNone/>
            </a:pPr>
            <a:r>
              <a:rPr lang="en-US" dirty="0"/>
              <a:t>	case 1:</a:t>
            </a:r>
          </a:p>
          <a:p>
            <a:pPr marL="0" indent="0">
              <a:buNone/>
            </a:pPr>
            <a:r>
              <a:rPr lang="en-US" dirty="0"/>
              <a:t>	….</a:t>
            </a:r>
          </a:p>
          <a:p>
            <a:pPr marL="0" indent="0">
              <a:buNone/>
            </a:pPr>
            <a:r>
              <a:rPr lang="en-US" dirty="0"/>
              <a:t>	case 2:</a:t>
            </a:r>
          </a:p>
          <a:p>
            <a:pPr marL="0" indent="0">
              <a:buNone/>
            </a:pPr>
            <a:r>
              <a:rPr lang="en-US" dirty="0"/>
              <a:t>	…</a:t>
            </a:r>
          </a:p>
          <a:p>
            <a:pPr marL="0" indent="0">
              <a:buNone/>
            </a:pPr>
            <a:r>
              <a:rPr lang="en-US" dirty="0"/>
              <a:t>	default: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Jump Address Table</a:t>
            </a:r>
          </a:p>
          <a:p>
            <a:r>
              <a:rPr lang="en-US" dirty="0"/>
              <a:t>selection is an index to the table</a:t>
            </a:r>
          </a:p>
          <a:p>
            <a:r>
              <a:rPr lang="en-US" dirty="0"/>
              <a:t>the table contains addresses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jr</a:t>
            </a:r>
            <a:r>
              <a:rPr lang="en-US" dirty="0"/>
              <a:t> $s0</a:t>
            </a:r>
          </a:p>
        </p:txBody>
      </p:sp>
    </p:spTree>
    <p:extLst>
      <p:ext uri="{BB962C8B-B14F-4D97-AF65-F5344CB8AC3E}">
        <p14:creationId xmlns:p14="http://schemas.microsoft.com/office/powerpoint/2010/main" val="40796894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Stored Program Computers</a:t>
            </a:r>
            <a:endParaRPr lang="en-AU"/>
          </a:p>
        </p:txBody>
      </p:sp>
      <p:sp>
        <p:nvSpPr>
          <p:cNvPr id="273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Instructions represented in binary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Instructions and data stored in memory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Programs can operate on programs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e.g., compilers, linkers, …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Binary compatibility allows </a:t>
            </a:r>
            <a:br>
              <a:rPr lang="en-US" sz="2800" dirty="0"/>
            </a:br>
            <a:r>
              <a:rPr lang="en-US" sz="2800" dirty="0"/>
              <a:t>compiled programs to work </a:t>
            </a:r>
            <a:br>
              <a:rPr lang="en-US" sz="2800" dirty="0"/>
            </a:br>
            <a:r>
              <a:rPr lang="en-US" sz="2800" dirty="0"/>
              <a:t>on different computers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Standardized ISAs</a:t>
            </a:r>
            <a:endParaRPr lang="en-AU" sz="2400" dirty="0"/>
          </a:p>
        </p:txBody>
      </p:sp>
      <p:pic>
        <p:nvPicPr>
          <p:cNvPr id="273415" name="Picture 7" descr="f02-07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630487"/>
            <a:ext cx="2908300" cy="384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744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often write functions or methods</a:t>
            </a:r>
          </a:p>
          <a:p>
            <a:pPr lvl="1"/>
            <a:r>
              <a:rPr lang="en-US" dirty="0"/>
              <a:t>procedures</a:t>
            </a:r>
          </a:p>
          <a:p>
            <a:pPr lvl="1"/>
            <a:endParaRPr lang="en-US" dirty="0"/>
          </a:p>
          <a:p>
            <a:r>
              <a:rPr lang="en-US" dirty="0"/>
              <a:t>A procedure is stored subroutine that performs a specific task based on the parameters it is provided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AEB904-69D2-5D1E-DCDB-618860923BB8}"/>
                  </a:ext>
                </a:extLst>
              </p14:cNvPr>
              <p14:cNvContentPartPr/>
              <p14:nvPr/>
            </p14:nvContentPartPr>
            <p14:xfrm>
              <a:off x="2650680" y="3525840"/>
              <a:ext cx="3758760" cy="2476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AEB904-69D2-5D1E-DCDB-618860923B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1320" y="3516480"/>
                <a:ext cx="3777480" cy="249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48388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Procedure Calling</a:t>
            </a:r>
            <a:endParaRPr lang="en-AU"/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Steps required</a:t>
            </a:r>
          </a:p>
          <a:p>
            <a:pPr marL="990600" lvl="1" indent="-533400">
              <a:buSzTx/>
              <a:buFont typeface="Wingdings" panose="05000000000000000000" pitchFamily="2" charset="2"/>
              <a:buAutoNum type="arabicPeriod"/>
            </a:pPr>
            <a:r>
              <a:rPr lang="en-US" dirty="0"/>
              <a:t>Place parameters in registers</a:t>
            </a:r>
          </a:p>
          <a:p>
            <a:pPr marL="990600" lvl="1" indent="-533400">
              <a:buSzTx/>
              <a:buFont typeface="Wingdings" panose="05000000000000000000" pitchFamily="2" charset="2"/>
              <a:buAutoNum type="arabicPeriod"/>
            </a:pPr>
            <a:r>
              <a:rPr lang="en-US" dirty="0"/>
              <a:t>Transfer control to procedure</a:t>
            </a:r>
          </a:p>
          <a:p>
            <a:pPr marL="990600" lvl="1" indent="-533400">
              <a:buSzTx/>
              <a:buFont typeface="Wingdings" panose="05000000000000000000" pitchFamily="2" charset="2"/>
              <a:buAutoNum type="arabicPeriod"/>
            </a:pPr>
            <a:r>
              <a:rPr lang="en-US" dirty="0"/>
              <a:t>Acquire storage for procedure</a:t>
            </a:r>
          </a:p>
          <a:p>
            <a:pPr marL="990600" lvl="1" indent="-533400">
              <a:buSzTx/>
              <a:buFont typeface="Wingdings" panose="05000000000000000000" pitchFamily="2" charset="2"/>
              <a:buAutoNum type="arabicPeriod"/>
            </a:pPr>
            <a:r>
              <a:rPr lang="en-US" dirty="0"/>
              <a:t>Perform procedure’s operations</a:t>
            </a:r>
          </a:p>
          <a:p>
            <a:pPr marL="990600" lvl="1" indent="-533400">
              <a:buSzTx/>
              <a:buFont typeface="Wingdings" panose="05000000000000000000" pitchFamily="2" charset="2"/>
              <a:buAutoNum type="arabicPeriod"/>
            </a:pPr>
            <a:r>
              <a:rPr lang="en-US" dirty="0"/>
              <a:t>Place result in register for caller</a:t>
            </a:r>
          </a:p>
          <a:p>
            <a:pPr marL="990600" lvl="1" indent="-533400">
              <a:buSzTx/>
              <a:buFont typeface="Wingdings" panose="05000000000000000000" pitchFamily="2" charset="2"/>
              <a:buAutoNum type="arabicPeriod"/>
            </a:pPr>
            <a:r>
              <a:rPr lang="en-US" dirty="0"/>
              <a:t>Return to place of call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72E8DC-F3B5-31F9-25B8-0D8816F63FA8}"/>
                  </a:ext>
                </a:extLst>
              </p14:cNvPr>
              <p14:cNvContentPartPr/>
              <p14:nvPr/>
            </p14:nvContentPartPr>
            <p14:xfrm>
              <a:off x="5205960" y="2774160"/>
              <a:ext cx="977400" cy="34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72E8DC-F3B5-31F9-25B8-0D8816F63F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6600" y="2764800"/>
                <a:ext cx="996120" cy="36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24242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$a0-$a3: four argument registers</a:t>
            </a:r>
          </a:p>
          <a:p>
            <a:r>
              <a:rPr lang="en-US" dirty="0"/>
              <a:t>$v0-$v1: two return value registers</a:t>
            </a:r>
          </a:p>
          <a:p>
            <a:r>
              <a:rPr lang="en-US" dirty="0"/>
              <a:t>$</a:t>
            </a:r>
            <a:r>
              <a:rPr lang="en-US" dirty="0" err="1"/>
              <a:t>ra</a:t>
            </a:r>
            <a:r>
              <a:rPr lang="en-US" dirty="0"/>
              <a:t>:	      one return address register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3E470A0-988B-CB47-30BF-986F6FF5308C}"/>
                  </a:ext>
                </a:extLst>
              </p14:cNvPr>
              <p14:cNvContentPartPr/>
              <p14:nvPr/>
            </p14:nvContentPartPr>
            <p14:xfrm>
              <a:off x="696960" y="2410560"/>
              <a:ext cx="1175760" cy="639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3E470A0-988B-CB47-30BF-986F6FF530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7600" y="2401200"/>
                <a:ext cx="1194480" cy="65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71638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Procedure Call Instructions</a:t>
            </a:r>
            <a:endParaRPr lang="en-AU"/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Procedure call: jump and link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latin typeface="Lucida Console" panose="020B0609040504020204" pitchFamily="49" charset="0"/>
              </a:rPr>
              <a:t>	</a:t>
            </a:r>
            <a:r>
              <a:rPr lang="en-US" sz="2800" dirty="0" err="1">
                <a:latin typeface="Lucida Console" panose="020B0609040504020204" pitchFamily="49" charset="0"/>
              </a:rPr>
              <a:t>jal</a:t>
            </a:r>
            <a:r>
              <a:rPr lang="en-US" sz="2800" dirty="0">
                <a:latin typeface="Lucida Console" panose="020B0609040504020204" pitchFamily="49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</a:rPr>
              <a:t>ProcedureLabel</a:t>
            </a:r>
            <a:endParaRPr lang="en-US" sz="2800" dirty="0">
              <a:latin typeface="Lucida Console" panose="020B0609040504020204" pitchFamily="49" charset="0"/>
            </a:endParaRPr>
          </a:p>
          <a:p>
            <a:pPr lvl="1"/>
            <a:r>
              <a:rPr lang="en-US" dirty="0"/>
              <a:t>Address of following instruction put in $</a:t>
            </a:r>
            <a:r>
              <a:rPr lang="en-US" dirty="0" err="1"/>
              <a:t>ra</a:t>
            </a:r>
            <a:endParaRPr lang="en-US" dirty="0"/>
          </a:p>
          <a:p>
            <a:pPr lvl="2"/>
            <a:r>
              <a:rPr lang="en-US" dirty="0"/>
              <a:t>$</a:t>
            </a:r>
            <a:r>
              <a:rPr lang="en-US" dirty="0" err="1"/>
              <a:t>ra</a:t>
            </a:r>
            <a:r>
              <a:rPr lang="en-US" dirty="0"/>
              <a:t> = PC + 4</a:t>
            </a:r>
          </a:p>
          <a:p>
            <a:pPr lvl="1"/>
            <a:r>
              <a:rPr lang="en-US" dirty="0"/>
              <a:t>Jumps to target address</a:t>
            </a:r>
          </a:p>
          <a:p>
            <a:pPr lvl="1"/>
            <a:endParaRPr lang="en-US" dirty="0"/>
          </a:p>
          <a:p>
            <a:r>
              <a:rPr lang="en-US" dirty="0"/>
              <a:t>Procedure return: jump register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latin typeface="Lucida Console" panose="020B0609040504020204" pitchFamily="49" charset="0"/>
              </a:rPr>
              <a:t>	</a:t>
            </a:r>
            <a:r>
              <a:rPr lang="en-US" sz="2800" dirty="0" err="1">
                <a:latin typeface="Lucida Console" panose="020B0609040504020204" pitchFamily="49" charset="0"/>
              </a:rPr>
              <a:t>jr</a:t>
            </a:r>
            <a:r>
              <a:rPr lang="en-US" sz="2800" dirty="0">
                <a:latin typeface="Lucida Console" panose="020B0609040504020204" pitchFamily="49" charset="0"/>
              </a:rPr>
              <a:t> $</a:t>
            </a:r>
            <a:r>
              <a:rPr lang="en-US" sz="2800" dirty="0" err="1">
                <a:latin typeface="Lucida Console" panose="020B0609040504020204" pitchFamily="49" charset="0"/>
              </a:rPr>
              <a:t>ra</a:t>
            </a:r>
            <a:endParaRPr lang="en-US" sz="2800" dirty="0">
              <a:latin typeface="Lucida Console" panose="020B0609040504020204" pitchFamily="49" charset="0"/>
            </a:endParaRPr>
          </a:p>
          <a:p>
            <a:pPr lvl="1"/>
            <a:r>
              <a:rPr lang="en-US" dirty="0"/>
              <a:t>Copies $</a:t>
            </a:r>
            <a:r>
              <a:rPr lang="en-US" dirty="0" err="1"/>
              <a:t>ra</a:t>
            </a:r>
            <a:r>
              <a:rPr lang="en-US" dirty="0"/>
              <a:t> to program counter (PC)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3D8502-DB50-4C04-DF30-C23E70698DAB}"/>
                  </a:ext>
                </a:extLst>
              </p14:cNvPr>
              <p14:cNvContentPartPr/>
              <p14:nvPr/>
            </p14:nvContentPartPr>
            <p14:xfrm>
              <a:off x="698040" y="2548080"/>
              <a:ext cx="1928880" cy="237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3D8502-DB50-4C04-DF30-C23E70698D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8680" y="2538720"/>
                <a:ext cx="1947600" cy="239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51512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parent program (caller) places parameters in $a0-$a3</a:t>
            </a:r>
          </a:p>
          <a:p>
            <a:endParaRPr lang="en-US" dirty="0"/>
          </a:p>
          <a:p>
            <a:r>
              <a:rPr lang="en-US" dirty="0"/>
              <a:t>The caller uses </a:t>
            </a:r>
            <a:r>
              <a:rPr lang="en-US" dirty="0" err="1"/>
              <a:t>jal</a:t>
            </a:r>
            <a:r>
              <a:rPr lang="en-US" dirty="0"/>
              <a:t> to jump to the location of the function being called (</a:t>
            </a:r>
            <a:r>
              <a:rPr lang="en-US" dirty="0" err="1"/>
              <a:t>callee</a:t>
            </a:r>
            <a:r>
              <a:rPr lang="en-US" dirty="0"/>
              <a:t>) and store the return address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callee</a:t>
            </a:r>
            <a:r>
              <a:rPr lang="en-US" dirty="0"/>
              <a:t> completes its task and stores the result in </a:t>
            </a:r>
            <a:br>
              <a:rPr lang="en-US" dirty="0"/>
            </a:br>
            <a:r>
              <a:rPr lang="en-US" dirty="0"/>
              <a:t>$v0-$v1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callee</a:t>
            </a:r>
            <a:r>
              <a:rPr lang="en-US" dirty="0"/>
              <a:t> returns control with </a:t>
            </a:r>
            <a:r>
              <a:rPr lang="en-US" dirty="0" err="1"/>
              <a:t>jr</a:t>
            </a:r>
            <a:r>
              <a:rPr lang="en-US" dirty="0"/>
              <a:t> $</a:t>
            </a:r>
            <a:r>
              <a:rPr lang="en-US" dirty="0" err="1"/>
              <a:t>ra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019247-2DB4-51F5-B929-2FA8B3FE7B02}"/>
                  </a:ext>
                </a:extLst>
              </p14:cNvPr>
              <p14:cNvContentPartPr/>
              <p14:nvPr/>
            </p14:nvContentPartPr>
            <p14:xfrm>
              <a:off x="731880" y="2403720"/>
              <a:ext cx="5116680" cy="3021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019247-2DB4-51F5-B929-2FA8B3FE7B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2520" y="2394360"/>
                <a:ext cx="5135400" cy="30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10335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four argument registers and two return value registers aren’t enough?</a:t>
            </a:r>
          </a:p>
          <a:p>
            <a:endParaRPr lang="en-US" dirty="0"/>
          </a:p>
          <a:p>
            <a:r>
              <a:rPr lang="en-US" dirty="0"/>
              <a:t>Spilling Registers</a:t>
            </a:r>
          </a:p>
          <a:p>
            <a:pPr lvl="1"/>
            <a:r>
              <a:rPr lang="en-US" dirty="0"/>
              <a:t>At the beginning of a procedure the contents of $s0-$s7 can be saved in main memory</a:t>
            </a:r>
          </a:p>
          <a:p>
            <a:pPr lvl="1"/>
            <a:r>
              <a:rPr lang="en-US" dirty="0"/>
              <a:t>The procedure can then use $s0-$s7 normally</a:t>
            </a:r>
          </a:p>
          <a:p>
            <a:pPr lvl="1"/>
            <a:r>
              <a:rPr lang="en-US" dirty="0"/>
              <a:t>At the end, the previous values of $s0-$s7 are retrieved from main memory</a:t>
            </a:r>
          </a:p>
          <a:p>
            <a:pPr lvl="1"/>
            <a:endParaRPr lang="en-US" dirty="0"/>
          </a:p>
          <a:p>
            <a:r>
              <a:rPr lang="en-US" dirty="0"/>
              <a:t>Stacks are a natural structure to allocate dynamic data for procedures</a:t>
            </a:r>
          </a:p>
        </p:txBody>
      </p:sp>
    </p:spTree>
    <p:extLst>
      <p:ext uri="{BB962C8B-B14F-4D97-AF65-F5344CB8AC3E}">
        <p14:creationId xmlns:p14="http://schemas.microsoft.com/office/powerpoint/2010/main" val="270405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Stacks are a last-in-first-out structure</a:t>
            </a:r>
          </a:p>
          <a:p>
            <a:r>
              <a:rPr lang="en-US" dirty="0"/>
              <a:t>Requires a stack pointer to place/remove registers</a:t>
            </a:r>
          </a:p>
          <a:p>
            <a:pPr lvl="1"/>
            <a:r>
              <a:rPr lang="en-US" dirty="0"/>
              <a:t>Adjust the pointer by one word when items are added (pushed) or removed (popped)</a:t>
            </a:r>
          </a:p>
          <a:p>
            <a:pPr lvl="1"/>
            <a:endParaRPr lang="en-US" dirty="0"/>
          </a:p>
          <a:p>
            <a:r>
              <a:rPr lang="en-US" dirty="0"/>
              <a:t>MIPS stack pointer is a register: $</a:t>
            </a:r>
            <a:r>
              <a:rPr lang="en-US" dirty="0" err="1"/>
              <a:t>sp</a:t>
            </a:r>
            <a:endParaRPr lang="en-US" dirty="0"/>
          </a:p>
          <a:p>
            <a:pPr lvl="1"/>
            <a:r>
              <a:rPr lang="en-US" dirty="0"/>
              <a:t>The “bottom” of the stack is the highest address and the stack “grows” from higher to lower addresses.</a:t>
            </a:r>
          </a:p>
          <a:p>
            <a:pPr lvl="1"/>
            <a:endParaRPr lang="en-US" dirty="0"/>
          </a:p>
          <a:p>
            <a:r>
              <a:rPr lang="en-US" dirty="0"/>
              <a:t>Push: write to main memory (at $</a:t>
            </a:r>
            <a:r>
              <a:rPr lang="en-US" dirty="0" err="1"/>
              <a:t>sp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decrement $</a:t>
            </a:r>
            <a:r>
              <a:rPr lang="en-US" dirty="0" err="1"/>
              <a:t>sp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Pop: 	increment $</a:t>
            </a:r>
            <a:r>
              <a:rPr lang="en-US" dirty="0" err="1"/>
              <a:t>sp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read from main memory (at $</a:t>
            </a:r>
            <a:r>
              <a:rPr lang="en-US" dirty="0" err="1"/>
              <a:t>sp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417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Procedure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leaf_example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g, </a:t>
            </a:r>
            <a:r>
              <a:rPr lang="en-US" dirty="0" err="1"/>
              <a:t>int</a:t>
            </a:r>
            <a:r>
              <a:rPr lang="en-US" dirty="0"/>
              <a:t> h,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j)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f;</a:t>
            </a:r>
          </a:p>
          <a:p>
            <a:pPr marL="0" indent="0">
              <a:buNone/>
            </a:pPr>
            <a:r>
              <a:rPr lang="en-US" dirty="0"/>
              <a:t>	f = (</a:t>
            </a:r>
            <a:r>
              <a:rPr lang="en-US" dirty="0" err="1"/>
              <a:t>g+h</a:t>
            </a:r>
            <a:r>
              <a:rPr lang="en-US" dirty="0"/>
              <a:t>) – (</a:t>
            </a:r>
            <a:r>
              <a:rPr lang="en-US" dirty="0" err="1"/>
              <a:t>i+j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return f;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Arguments g - j in $a0 - $a3</a:t>
            </a:r>
          </a:p>
          <a:p>
            <a:r>
              <a:rPr lang="en-US" dirty="0"/>
              <a:t>f in $s0 (hence, need to save $s0 on stack)</a:t>
            </a:r>
          </a:p>
          <a:p>
            <a:r>
              <a:rPr lang="en-US" dirty="0"/>
              <a:t>Result in $v0</a:t>
            </a:r>
            <a:endParaRPr lang="en-A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780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Procedure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Lucida Console" panose="020B0609040504020204" pitchFamily="49" charset="0"/>
              </a:rPr>
              <a:t>leaf_example</a:t>
            </a:r>
            <a:r>
              <a:rPr lang="en-US" dirty="0">
                <a:latin typeface="Lucida Console" panose="020B060904050402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	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-12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</a:t>
            </a:r>
            <a:r>
              <a:rPr lang="en-US" dirty="0" err="1">
                <a:latin typeface="Lucida Console" panose="020B0609040504020204" pitchFamily="49" charset="0"/>
              </a:rPr>
              <a:t>sw</a:t>
            </a:r>
            <a:r>
              <a:rPr lang="en-US" dirty="0">
                <a:latin typeface="Lucida Console" panose="020B0609040504020204" pitchFamily="49" charset="0"/>
              </a:rPr>
              <a:t>   $t1, 8($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</a:t>
            </a:r>
            <a:r>
              <a:rPr lang="en-US" dirty="0" err="1">
                <a:latin typeface="Lucida Console" panose="020B0609040504020204" pitchFamily="49" charset="0"/>
              </a:rPr>
              <a:t>sw</a:t>
            </a:r>
            <a:r>
              <a:rPr lang="en-US" dirty="0">
                <a:latin typeface="Lucida Console" panose="020B0609040504020204" pitchFamily="49" charset="0"/>
              </a:rPr>
              <a:t>   $t0, 4($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</a:t>
            </a:r>
            <a:r>
              <a:rPr lang="en-US" dirty="0" err="1">
                <a:latin typeface="Lucida Console" panose="020B0609040504020204" pitchFamily="49" charset="0"/>
              </a:rPr>
              <a:t>sw</a:t>
            </a:r>
            <a:r>
              <a:rPr lang="en-US" dirty="0">
                <a:latin typeface="Lucida Console" panose="020B0609040504020204" pitchFamily="49" charset="0"/>
              </a:rPr>
              <a:t>   $s0, 0($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add  $t0, $a0, $a1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add  $t1, $a2, $a3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sub  $s0, $t0, $t1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add  $v0, $s0, $zero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</a:t>
            </a:r>
            <a:r>
              <a:rPr lang="en-US" dirty="0" err="1">
                <a:latin typeface="Lucida Console" panose="020B0609040504020204" pitchFamily="49" charset="0"/>
              </a:rPr>
              <a:t>lw</a:t>
            </a:r>
            <a:r>
              <a:rPr lang="en-US" dirty="0">
                <a:latin typeface="Lucida Console" panose="020B0609040504020204" pitchFamily="49" charset="0"/>
              </a:rPr>
              <a:t>   $s0, 0($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</a:t>
            </a:r>
            <a:r>
              <a:rPr lang="en-US" dirty="0" err="1">
                <a:latin typeface="Lucida Console" panose="020B0609040504020204" pitchFamily="49" charset="0"/>
              </a:rPr>
              <a:t>lw</a:t>
            </a:r>
            <a:r>
              <a:rPr lang="en-US" dirty="0">
                <a:latin typeface="Lucida Console" panose="020B0609040504020204" pitchFamily="49" charset="0"/>
              </a:rPr>
              <a:t>   $t0, 4($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</a:t>
            </a:r>
            <a:r>
              <a:rPr lang="en-US" dirty="0" err="1">
                <a:latin typeface="Lucida Console" panose="020B0609040504020204" pitchFamily="49" charset="0"/>
              </a:rPr>
              <a:t>lw</a:t>
            </a:r>
            <a:r>
              <a:rPr lang="en-US" dirty="0">
                <a:latin typeface="Lucida Console" panose="020B0609040504020204" pitchFamily="49" charset="0"/>
              </a:rPr>
              <a:t>   $t1, 8($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12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	</a:t>
            </a:r>
            <a:r>
              <a:rPr lang="en-US" dirty="0" err="1">
                <a:latin typeface="Lucida Console" panose="020B0609040504020204" pitchFamily="49" charset="0"/>
              </a:rPr>
              <a:t>jr</a:t>
            </a:r>
            <a:r>
              <a:rPr lang="en-US" dirty="0">
                <a:latin typeface="Lucida Console" panose="020B0609040504020204" pitchFamily="49" charset="0"/>
              </a:rPr>
              <a:t>   $</a:t>
            </a:r>
            <a:r>
              <a:rPr lang="en-US" dirty="0" err="1">
                <a:latin typeface="Lucida Console" panose="020B0609040504020204" pitchFamily="49" charset="0"/>
              </a:rPr>
              <a:t>ra</a:t>
            </a:r>
            <a:endParaRPr lang="en-US" dirty="0">
              <a:latin typeface="Lucida Console" panose="020B0609040504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31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Procedure 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reduce register spilling, we can choose to not save and restore temporary registers.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66738" y="1752600"/>
            <a:ext cx="841052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0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Procedure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Lucida Console" panose="020B0609040504020204" pitchFamily="49" charset="0"/>
              </a:rPr>
              <a:t>leaf_example</a:t>
            </a:r>
            <a:r>
              <a:rPr lang="en-US" dirty="0">
                <a:latin typeface="Lucida Console" panose="020B0609040504020204" pitchFamily="49" charset="0"/>
              </a:rPr>
              <a:t>: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-4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sw</a:t>
            </a:r>
            <a:r>
              <a:rPr lang="en-US" dirty="0">
                <a:latin typeface="Lucida Console" panose="020B0609040504020204" pitchFamily="49" charset="0"/>
              </a:rPr>
              <a:t>   $s0, 0($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add  $t0, $a0, $a1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add  $t1, $a2, $a3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sub  $s0, $t0, $t1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add  $v0, $s0, $zero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lw</a:t>
            </a:r>
            <a:r>
              <a:rPr lang="en-US" dirty="0">
                <a:latin typeface="Lucida Console" panose="020B0609040504020204" pitchFamily="49" charset="0"/>
              </a:rPr>
              <a:t>   $s0, 0($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4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jr</a:t>
            </a:r>
            <a:r>
              <a:rPr lang="en-US" dirty="0">
                <a:latin typeface="Lucida Console" panose="020B0609040504020204" pitchFamily="49" charset="0"/>
              </a:rPr>
              <a:t>   $</a:t>
            </a:r>
            <a:r>
              <a:rPr lang="en-US" dirty="0" err="1">
                <a:latin typeface="Lucida Console" panose="020B0609040504020204" pitchFamily="49" charset="0"/>
              </a:rPr>
              <a:t>ra</a:t>
            </a:r>
            <a:endParaRPr lang="en-US" dirty="0">
              <a:latin typeface="Lucida Console" panose="020B0609040504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512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all procedures are leaf procedures</a:t>
            </a:r>
          </a:p>
          <a:p>
            <a:pPr lvl="1"/>
            <a:r>
              <a:rPr lang="en-US" dirty="0"/>
              <a:t>Procedures call other procedures</a:t>
            </a:r>
          </a:p>
          <a:p>
            <a:pPr lvl="1"/>
            <a:r>
              <a:rPr lang="en-US" dirty="0"/>
              <a:t>Procedures call copies of themselves (recursion)</a:t>
            </a:r>
          </a:p>
          <a:p>
            <a:pPr lvl="1"/>
            <a:endParaRPr lang="en-US" dirty="0"/>
          </a:p>
          <a:p>
            <a:r>
              <a:rPr lang="en-US" dirty="0"/>
              <a:t>For nested call, caller needs to save on the stack:</a:t>
            </a:r>
          </a:p>
          <a:p>
            <a:pPr lvl="1"/>
            <a:r>
              <a:rPr lang="en-US" dirty="0"/>
              <a:t>Its return address</a:t>
            </a:r>
          </a:p>
          <a:p>
            <a:pPr lvl="1"/>
            <a:r>
              <a:rPr lang="en-US" dirty="0"/>
              <a:t>Any arguments and temporaries needed after the call</a:t>
            </a:r>
          </a:p>
          <a:p>
            <a:r>
              <a:rPr lang="en-US" dirty="0"/>
              <a:t>Restore from the stack after the call</a:t>
            </a:r>
            <a:endParaRPr lang="en-A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68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Non-Leaf Procedure Example</a:t>
            </a:r>
            <a:endParaRPr lang="en-AU" dirty="0"/>
          </a:p>
        </p:txBody>
      </p:sp>
      <p:sp>
        <p:nvSpPr>
          <p:cNvPr id="310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800" dirty="0" err="1"/>
              <a:t>int</a:t>
            </a:r>
            <a:r>
              <a:rPr lang="en-US" sz="2800" dirty="0"/>
              <a:t> fact (</a:t>
            </a:r>
            <a:r>
              <a:rPr lang="en-US" sz="2800" dirty="0" err="1"/>
              <a:t>int</a:t>
            </a:r>
            <a:r>
              <a:rPr lang="en-US" sz="2800" dirty="0"/>
              <a:t> n) { </a:t>
            </a:r>
            <a:br>
              <a:rPr lang="en-US" sz="2800" dirty="0"/>
            </a:br>
            <a:r>
              <a:rPr lang="en-US" sz="2800" dirty="0"/>
              <a:t>  if (n &lt; 1)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/>
              <a:t>		return 1;</a:t>
            </a:r>
            <a:br>
              <a:rPr lang="en-US" sz="2800" dirty="0"/>
            </a:br>
            <a:r>
              <a:rPr lang="en-US" sz="2800" dirty="0"/>
              <a:t>  else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/>
              <a:t>		return n * fact(n - 1);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/>
              <a:t>}</a:t>
            </a:r>
          </a:p>
          <a:p>
            <a:pPr>
              <a:buFont typeface="Wingdings" panose="05000000000000000000" pitchFamily="2" charset="2"/>
              <a:buNone/>
            </a:pPr>
            <a:endParaRPr lang="en-US" sz="2800" dirty="0"/>
          </a:p>
          <a:p>
            <a:r>
              <a:rPr lang="en-US" dirty="0"/>
              <a:t>Argument n in $a0</a:t>
            </a:r>
          </a:p>
          <a:p>
            <a:r>
              <a:rPr lang="en-US" dirty="0"/>
              <a:t>Result in $v0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20876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Non-Leaf Procedure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fact: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-8     # adjust stack for 2 items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sw</a:t>
            </a:r>
            <a:r>
              <a:rPr lang="en-US" dirty="0">
                <a:latin typeface="Lucida Console" panose="020B0609040504020204" pitchFamily="49" charset="0"/>
              </a:rPr>
              <a:t>   $</a:t>
            </a:r>
            <a:r>
              <a:rPr lang="en-US" dirty="0" err="1">
                <a:latin typeface="Lucida Console" panose="020B0609040504020204" pitchFamily="49" charset="0"/>
              </a:rPr>
              <a:t>ra</a:t>
            </a:r>
            <a:r>
              <a:rPr lang="en-US" dirty="0">
                <a:latin typeface="Lucida Console" panose="020B0609040504020204" pitchFamily="49" charset="0"/>
              </a:rPr>
              <a:t>, 4($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      # save return address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sw</a:t>
            </a:r>
            <a:r>
              <a:rPr lang="en-US" dirty="0">
                <a:latin typeface="Lucida Console" panose="020B0609040504020204" pitchFamily="49" charset="0"/>
              </a:rPr>
              <a:t>   $a0, 0($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      # save argument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slti</a:t>
            </a:r>
            <a:r>
              <a:rPr lang="en-US" dirty="0">
                <a:latin typeface="Lucida Console" panose="020B0609040504020204" pitchFamily="49" charset="0"/>
              </a:rPr>
              <a:t> $t0, $a0, 1      # test for n &lt; 1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beq</a:t>
            </a:r>
            <a:r>
              <a:rPr lang="en-US" dirty="0">
                <a:latin typeface="Lucida Console" panose="020B0609040504020204" pitchFamily="49" charset="0"/>
              </a:rPr>
              <a:t>  $t0, $zero, L1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$v0, $zero, 1    # if so, result is 1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8      #   pop 2 items from stack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jr</a:t>
            </a:r>
            <a:r>
              <a:rPr lang="en-US" dirty="0">
                <a:latin typeface="Lucida Console" panose="020B0609040504020204" pitchFamily="49" charset="0"/>
              </a:rPr>
              <a:t>   $</a:t>
            </a:r>
            <a:r>
              <a:rPr lang="en-US" dirty="0" err="1">
                <a:latin typeface="Lucida Console" panose="020B0609040504020204" pitchFamily="49" charset="0"/>
              </a:rPr>
              <a:t>ra</a:t>
            </a:r>
            <a:r>
              <a:rPr lang="en-US" dirty="0">
                <a:latin typeface="Lucida Console" panose="020B0609040504020204" pitchFamily="49" charset="0"/>
              </a:rPr>
              <a:t>              #   and return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L1: 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$a0, $a0, -1     # else decrement n  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jal</a:t>
            </a:r>
            <a:r>
              <a:rPr lang="en-US" dirty="0">
                <a:latin typeface="Lucida Console" panose="020B0609040504020204" pitchFamily="49" charset="0"/>
              </a:rPr>
              <a:t>  fact             # recursive call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lw</a:t>
            </a:r>
            <a:r>
              <a:rPr lang="en-US" dirty="0">
                <a:latin typeface="Lucida Console" panose="020B0609040504020204" pitchFamily="49" charset="0"/>
              </a:rPr>
              <a:t>   $a0, 0($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      # restore original n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lw</a:t>
            </a:r>
            <a:r>
              <a:rPr lang="en-US" dirty="0">
                <a:latin typeface="Lucida Console" panose="020B0609040504020204" pitchFamily="49" charset="0"/>
              </a:rPr>
              <a:t>   $</a:t>
            </a:r>
            <a:r>
              <a:rPr lang="en-US" dirty="0" err="1">
                <a:latin typeface="Lucida Console" panose="020B0609040504020204" pitchFamily="49" charset="0"/>
              </a:rPr>
              <a:t>ra</a:t>
            </a:r>
            <a:r>
              <a:rPr lang="en-US" dirty="0">
                <a:latin typeface="Lucida Console" panose="020B0609040504020204" pitchFamily="49" charset="0"/>
              </a:rPr>
              <a:t>, 4($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      #   and return address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8      # pop 2 items from stack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mult</a:t>
            </a:r>
            <a:r>
              <a:rPr lang="en-US" dirty="0">
                <a:latin typeface="Lucida Console" panose="020B0609040504020204" pitchFamily="49" charset="0"/>
              </a:rPr>
              <a:t> $v0, $a0, $v0    # multiply to get result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jr</a:t>
            </a:r>
            <a:r>
              <a:rPr lang="en-US" dirty="0">
                <a:latin typeface="Lucida Console" panose="020B0609040504020204" pitchFamily="49" charset="0"/>
              </a:rPr>
              <a:t>   $</a:t>
            </a:r>
            <a:r>
              <a:rPr lang="en-US" dirty="0" err="1">
                <a:latin typeface="Lucida Console" panose="020B0609040504020204" pitchFamily="49" charset="0"/>
              </a:rPr>
              <a:t>ra</a:t>
            </a:r>
            <a:r>
              <a:rPr lang="en-US" dirty="0">
                <a:latin typeface="Lucida Console" panose="020B0609040504020204" pitchFamily="49" charset="0"/>
              </a:rPr>
              <a:t>              # and 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79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494238"/>
              </p:ext>
            </p:extLst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Preserved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Preserved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Saved</a:t>
                      </a:r>
                      <a:r>
                        <a:rPr lang="en-US" baseline="0" dirty="0"/>
                        <a:t> registers: $s0-$s7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Temporary registers: $t0-$t9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 pointer: $</a:t>
                      </a:r>
                      <a:r>
                        <a:rPr lang="en-US" dirty="0" err="1"/>
                        <a:t>sp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Argument</a:t>
                      </a:r>
                      <a:r>
                        <a:rPr lang="en-US" baseline="0" dirty="0"/>
                        <a:t> registers: $a0-$a3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Return address: $</a:t>
                      </a:r>
                      <a:r>
                        <a:rPr lang="en-US" dirty="0" err="1"/>
                        <a:t>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value registers:</a:t>
                      </a:r>
                      <a:r>
                        <a:rPr lang="en-US" baseline="0" dirty="0"/>
                        <a:t> $v0-$v1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 above</a:t>
                      </a:r>
                      <a:r>
                        <a:rPr lang="en-US" baseline="0" dirty="0"/>
                        <a:t> the stack pointer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Stack below</a:t>
                      </a:r>
                      <a:r>
                        <a:rPr lang="en-US" baseline="0" dirty="0"/>
                        <a:t> the stack pointer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6142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4000"/>
              <a:t>Stack Frame Layout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319463" y="1903412"/>
            <a:ext cx="2273300" cy="3263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2400"/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3522663" y="2189162"/>
            <a:ext cx="1841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Arguments in reverse order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395663" y="1979612"/>
            <a:ext cx="2120900" cy="901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2400"/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3490913" y="3198812"/>
            <a:ext cx="1828800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Saved registers</a:t>
            </a:r>
          </a:p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including</a:t>
            </a:r>
          </a:p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old FP, SP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3395663" y="2970212"/>
            <a:ext cx="2120900" cy="120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2400"/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3509963" y="4430712"/>
            <a:ext cx="1905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 dirty="0">
                <a:latin typeface="Arial" panose="020B0604020202020204" pitchFamily="34" charset="0"/>
              </a:rPr>
              <a:t>Local variables</a:t>
            </a:r>
          </a:p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 dirty="0">
                <a:latin typeface="Arial" panose="020B0604020202020204" pitchFamily="34" charset="0"/>
              </a:rPr>
              <a:t>and temporaries</a:t>
            </a: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3395663" y="4265612"/>
            <a:ext cx="2120900" cy="901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2400"/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1465263" y="4951412"/>
            <a:ext cx="6731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2400"/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1541463" y="4989512"/>
            <a:ext cx="4318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solidFill>
                  <a:schemeClr val="hlink"/>
                </a:solidFill>
                <a:latin typeface="Arial" panose="020B0604020202020204" pitchFamily="34" charset="0"/>
              </a:rPr>
              <a:t>SP</a:t>
            </a:r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>
            <a:off x="2151063" y="5173662"/>
            <a:ext cx="977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5681663" y="5097462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 flipV="1">
            <a:off x="5903913" y="4710112"/>
            <a:ext cx="0" cy="393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 flipV="1">
            <a:off x="6132513" y="3008312"/>
            <a:ext cx="0" cy="2095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6329363" y="3802062"/>
            <a:ext cx="260350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Access local variables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and saved registers  at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fixed (positive) offset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from SP</a:t>
            </a:r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>
            <a:off x="5681663" y="4716462"/>
            <a:ext cx="292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>
            <a:off x="5757863" y="2913062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Rectangle 20"/>
          <p:cNvSpPr>
            <a:spLocks noChangeArrowheads="1"/>
          </p:cNvSpPr>
          <p:nvPr/>
        </p:nvSpPr>
        <p:spPr bwMode="auto">
          <a:xfrm>
            <a:off x="533400" y="1979612"/>
            <a:ext cx="20828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Higher Addresses</a:t>
            </a:r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685800" y="5332412"/>
            <a:ext cx="20320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Lower Addresses</a:t>
            </a: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6397625" y="1728787"/>
            <a:ext cx="2746375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Access arguments at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fixed offset from FP. Allow variable number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latin typeface="Arial" panose="020B0604020202020204" pitchFamily="34" charset="0"/>
              </a:rPr>
              <a:t>of  arguments.</a:t>
            </a:r>
          </a:p>
        </p:txBody>
      </p:sp>
      <p:sp>
        <p:nvSpPr>
          <p:cNvPr id="28695" name="Line 23"/>
          <p:cNvSpPr>
            <a:spLocks noChangeShapeType="1"/>
          </p:cNvSpPr>
          <p:nvPr/>
        </p:nvSpPr>
        <p:spPr bwMode="auto">
          <a:xfrm>
            <a:off x="2786063" y="1947862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6" name="Line 24"/>
          <p:cNvSpPr>
            <a:spLocks noChangeShapeType="1"/>
          </p:cNvSpPr>
          <p:nvPr/>
        </p:nvSpPr>
        <p:spPr bwMode="auto">
          <a:xfrm>
            <a:off x="2944813" y="1979612"/>
            <a:ext cx="0" cy="901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7" name="Line 25"/>
          <p:cNvSpPr>
            <a:spLocks noChangeShapeType="1"/>
          </p:cNvSpPr>
          <p:nvPr/>
        </p:nvSpPr>
        <p:spPr bwMode="auto">
          <a:xfrm>
            <a:off x="2811463" y="2913062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>
            <a:off x="3365500" y="5197475"/>
            <a:ext cx="21463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 dirty="0">
                <a:latin typeface="Arial" panose="020B0604020202020204" pitchFamily="34" charset="0"/>
              </a:rPr>
              <a:t>Arguments</a:t>
            </a:r>
            <a:br>
              <a:rPr lang="en-US" sz="1800" b="1" dirty="0">
                <a:latin typeface="Arial" panose="020B0604020202020204" pitchFamily="34" charset="0"/>
              </a:rPr>
            </a:br>
            <a:r>
              <a:rPr lang="en-US" sz="1800" b="1" dirty="0">
                <a:latin typeface="Arial" panose="020B0604020202020204" pitchFamily="34" charset="0"/>
              </a:rPr>
              <a:t>for next procedure</a:t>
            </a:r>
          </a:p>
        </p:txBody>
      </p:sp>
      <p:sp>
        <p:nvSpPr>
          <p:cNvPr id="28699" name="Rectangle 27"/>
          <p:cNvSpPr>
            <a:spLocks noChangeArrowheads="1"/>
          </p:cNvSpPr>
          <p:nvPr/>
        </p:nvSpPr>
        <p:spPr bwMode="auto">
          <a:xfrm>
            <a:off x="1211263" y="2811462"/>
            <a:ext cx="6731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2400"/>
          </a:p>
        </p:txBody>
      </p:sp>
      <p:sp>
        <p:nvSpPr>
          <p:cNvPr id="28700" name="Rectangle 28"/>
          <p:cNvSpPr>
            <a:spLocks noChangeArrowheads="1"/>
          </p:cNvSpPr>
          <p:nvPr/>
        </p:nvSpPr>
        <p:spPr bwMode="auto">
          <a:xfrm>
            <a:off x="1350963" y="2849562"/>
            <a:ext cx="4191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>
                <a:solidFill>
                  <a:schemeClr val="hlink"/>
                </a:solidFill>
                <a:latin typeface="Arial" panose="020B0604020202020204" pitchFamily="34" charset="0"/>
              </a:rPr>
              <a:t>FP</a:t>
            </a:r>
          </a:p>
        </p:txBody>
      </p:sp>
      <p:sp>
        <p:nvSpPr>
          <p:cNvPr id="28701" name="Line 29"/>
          <p:cNvSpPr>
            <a:spLocks noChangeShapeType="1"/>
          </p:cNvSpPr>
          <p:nvPr/>
        </p:nvSpPr>
        <p:spPr bwMode="auto">
          <a:xfrm>
            <a:off x="1916113" y="2938462"/>
            <a:ext cx="977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990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Data on the Stack</a:t>
            </a:r>
            <a:endParaRPr lang="en-AU"/>
          </a:p>
        </p:txBody>
      </p:sp>
      <p:sp>
        <p:nvSpPr>
          <p:cNvPr id="31437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Local data allocated by </a:t>
            </a:r>
            <a:r>
              <a:rPr lang="en-US" sz="2800" dirty="0" err="1"/>
              <a:t>callee</a:t>
            </a: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Procedure frame (activation record)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Used by some compilers to manage stack storage</a:t>
            </a:r>
            <a:endParaRPr lang="en-AU" sz="2400" dirty="0"/>
          </a:p>
        </p:txBody>
      </p:sp>
      <p:pic>
        <p:nvPicPr>
          <p:cNvPr id="314377" name="Picture 9" descr="f02-12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63675"/>
            <a:ext cx="6567487" cy="318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7291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424" name="Picture 8" descr="f02-13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743200"/>
            <a:ext cx="3732212" cy="2959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64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</a:t>
            </a:r>
            <a:endParaRPr lang="en-AU" dirty="0"/>
          </a:p>
        </p:txBody>
      </p:sp>
      <p:sp>
        <p:nvSpPr>
          <p:cNvPr id="3164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Text: program code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Static data: global variables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static variables in C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constant arrays and strings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$</a:t>
            </a:r>
            <a:r>
              <a:rPr lang="en-US" sz="2400" dirty="0" err="1"/>
              <a:t>gp</a:t>
            </a:r>
            <a:r>
              <a:rPr lang="en-US" sz="2400" dirty="0"/>
              <a:t> initialized to address </a:t>
            </a:r>
            <a:br>
              <a:rPr lang="en-US" sz="2400" dirty="0"/>
            </a:br>
            <a:r>
              <a:rPr lang="en-US" sz="2400" dirty="0"/>
              <a:t>allowing ±offsets </a:t>
            </a:r>
            <a:br>
              <a:rPr lang="en-US" sz="2400" dirty="0"/>
            </a:br>
            <a:r>
              <a:rPr lang="en-US" sz="2400" dirty="0"/>
              <a:t>into this segment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Dynamic data: heap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“</a:t>
            </a:r>
            <a:r>
              <a:rPr lang="en-US" sz="2400" dirty="0" err="1"/>
              <a:t>malloc</a:t>
            </a:r>
            <a:r>
              <a:rPr lang="en-US" sz="2400" dirty="0"/>
              <a:t>” in C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“new” in Java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Stack: automatic storage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7733854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4648200" y="1935162"/>
            <a:ext cx="4238625" cy="4541838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16	$s0		</a:t>
            </a:r>
            <a:r>
              <a:rPr lang="en-US" sz="1800" b="1" dirty="0" err="1">
                <a:solidFill>
                  <a:srgbClr val="006600"/>
                </a:solidFill>
                <a:latin typeface="Arial" panose="020B0604020202020204" pitchFamily="34" charset="0"/>
              </a:rPr>
              <a:t>callee</a:t>
            </a:r>
            <a:r>
              <a:rPr lang="en-US" sz="1800" b="1" dirty="0">
                <a:solidFill>
                  <a:srgbClr val="006600"/>
                </a:solidFill>
                <a:latin typeface="Arial" panose="020B0604020202020204" pitchFamily="34" charset="0"/>
              </a:rPr>
              <a:t> saves</a:t>
            </a:r>
            <a:endParaRPr lang="en-US" sz="1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. . .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23	$s7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24	$t8	     </a:t>
            </a:r>
            <a:r>
              <a:rPr lang="en-US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temporary (cont’d)</a:t>
            </a:r>
            <a:endParaRPr lang="en-US" sz="1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25	$t9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26	$k0	     </a:t>
            </a:r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</a:rPr>
              <a:t>reserved for OS kernel</a:t>
            </a:r>
            <a:endParaRPr lang="en-US" sz="1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27	$k1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28	$</a:t>
            </a:r>
            <a:r>
              <a:rPr lang="en-US" sz="1800" b="1" dirty="0" err="1">
                <a:latin typeface="Arial" panose="020B0604020202020204" pitchFamily="34" charset="0"/>
              </a:rPr>
              <a:t>gp</a:t>
            </a:r>
            <a:r>
              <a:rPr lang="en-US" sz="1800" b="1" dirty="0">
                <a:latin typeface="Arial" panose="020B0604020202020204" pitchFamily="34" charset="0"/>
              </a:rPr>
              <a:t>	global pointer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29	$</a:t>
            </a:r>
            <a:r>
              <a:rPr lang="en-US" sz="1800" b="1" dirty="0" err="1">
                <a:latin typeface="Arial" panose="020B0604020202020204" pitchFamily="34" charset="0"/>
              </a:rPr>
              <a:t>sp</a:t>
            </a:r>
            <a:r>
              <a:rPr lang="en-US" sz="1800" b="1" dirty="0">
                <a:latin typeface="Arial" panose="020B0604020202020204" pitchFamily="34" charset="0"/>
              </a:rPr>
              <a:t>	stack pointer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30	$</a:t>
            </a:r>
            <a:r>
              <a:rPr lang="en-US" sz="1800" b="1" dirty="0" err="1">
                <a:latin typeface="Arial" panose="020B0604020202020204" pitchFamily="34" charset="0"/>
              </a:rPr>
              <a:t>fp</a:t>
            </a:r>
            <a:r>
              <a:rPr lang="en-US" sz="1800" b="1" dirty="0">
                <a:latin typeface="Arial" panose="020B0604020202020204" pitchFamily="34" charset="0"/>
              </a:rPr>
              <a:t>	frame pointer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31	$</a:t>
            </a:r>
            <a:r>
              <a:rPr lang="en-US" sz="1800" b="1" dirty="0" err="1">
                <a:latin typeface="Arial" panose="020B0604020202020204" pitchFamily="34" charset="0"/>
              </a:rPr>
              <a:t>ra</a:t>
            </a:r>
            <a:r>
              <a:rPr lang="en-US" sz="1800" b="1" dirty="0">
                <a:latin typeface="Arial" panose="020B0604020202020204" pitchFamily="34" charset="0"/>
              </a:rPr>
              <a:t>	Return Address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381000" y="1935162"/>
            <a:ext cx="4187825" cy="4541838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0	$0	zero constant 0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1	$at	reserved for assembler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2	$v0	</a:t>
            </a: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expression evaluation &amp;</a:t>
            </a:r>
            <a:endParaRPr lang="en-US" sz="1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3	$v1	</a:t>
            </a: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function results</a:t>
            </a:r>
            <a:endParaRPr lang="en-US" sz="1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4	$a0	</a:t>
            </a:r>
            <a:r>
              <a:rPr lang="en-US" sz="1800" b="1" dirty="0">
                <a:solidFill>
                  <a:srgbClr val="114FFB"/>
                </a:solidFill>
                <a:latin typeface="Arial" panose="020B0604020202020204" pitchFamily="34" charset="0"/>
              </a:rPr>
              <a:t>arguments (caller saves)</a:t>
            </a:r>
            <a:endParaRPr lang="en-US" sz="1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5	$a1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6	$a2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7	$a3	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8	$t0	      </a:t>
            </a:r>
            <a:r>
              <a:rPr lang="en-US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temporary: caller saves</a:t>
            </a:r>
            <a:endParaRPr lang="en-US" sz="1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. . .</a:t>
            </a:r>
          </a:p>
          <a:p>
            <a:pPr>
              <a:spcBef>
                <a:spcPct val="50000"/>
              </a:spcBef>
            </a:pPr>
            <a:r>
              <a:rPr lang="en-US" sz="1800" b="1" dirty="0">
                <a:latin typeface="Arial" panose="020B0604020202020204" pitchFamily="34" charset="0"/>
              </a:rPr>
              <a:t>15	$t7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887413" y="3660775"/>
            <a:ext cx="3530600" cy="1473200"/>
          </a:xfrm>
          <a:prstGeom prst="rect">
            <a:avLst/>
          </a:prstGeom>
          <a:noFill/>
          <a:ln w="50800">
            <a:solidFill>
              <a:srgbClr val="114FFB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5129213" y="4092575"/>
            <a:ext cx="3581400" cy="711200"/>
          </a:xfrm>
          <a:prstGeom prst="rect">
            <a:avLst/>
          </a:prstGeom>
          <a:noFill/>
          <a:ln w="508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>
            <a:normAutofit/>
          </a:bodyPr>
          <a:lstStyle/>
          <a:p>
            <a:pPr eaLnBrk="1" hangingPunct="1"/>
            <a:r>
              <a:rPr lang="en-US" sz="3600" dirty="0"/>
              <a:t>MIPS: Software Register Convention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862013" y="5286375"/>
            <a:ext cx="3606800" cy="1066800"/>
          </a:xfrm>
          <a:prstGeom prst="rect">
            <a:avLst/>
          </a:prstGeom>
          <a:noFill/>
          <a:ln w="508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5205413" y="2009775"/>
            <a:ext cx="3429000" cy="1041400"/>
          </a:xfrm>
          <a:prstGeom prst="rect">
            <a:avLst/>
          </a:prstGeom>
          <a:noFill/>
          <a:ln w="50800">
            <a:solidFill>
              <a:srgbClr val="1952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sz="1000">
              <a:solidFill>
                <a:srgbClr val="195200"/>
              </a:solidFill>
              <a:latin typeface="Arial" panose="020B0604020202020204" pitchFamily="34" charset="0"/>
            </a:endParaRPr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5180013" y="3203575"/>
            <a:ext cx="3454400" cy="711200"/>
          </a:xfrm>
          <a:prstGeom prst="rect">
            <a:avLst/>
          </a:prstGeom>
          <a:noFill/>
          <a:ln w="508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938213" y="2797175"/>
            <a:ext cx="3327400" cy="762000"/>
          </a:xfrm>
          <a:prstGeom prst="rect">
            <a:avLst/>
          </a:prstGeom>
          <a:noFill/>
          <a:ln w="508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912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MIPS Register Usage and Saving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/>
              <a:t>The MIPS Architecture Has </a:t>
            </a:r>
            <a:r>
              <a:rPr lang="en-US" sz="2400" i="1" dirty="0"/>
              <a:t>General-Purpose</a:t>
            </a:r>
            <a:r>
              <a:rPr lang="en-US" sz="2400" dirty="0"/>
              <a:t> </a:t>
            </a:r>
            <a:r>
              <a:rPr lang="en-US" sz="2400" i="1" dirty="0"/>
              <a:t>Registers</a:t>
            </a:r>
          </a:p>
          <a:p>
            <a:pPr lvl="1" eaLnBrk="1" hangingPunct="1"/>
            <a:r>
              <a:rPr lang="en-US" sz="2000" dirty="0"/>
              <a:t>the usage for arguments, stack/data/global pointers, preservation, OS-reserved, etc. is a software convention</a:t>
            </a:r>
          </a:p>
        </p:txBody>
      </p:sp>
    </p:spTree>
    <p:extLst>
      <p:ext uri="{BB962C8B-B14F-4D97-AF65-F5344CB8AC3E}">
        <p14:creationId xmlns:p14="http://schemas.microsoft.com/office/powerpoint/2010/main" val="39029438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MIPS Register Usage and Saving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25000"/>
              </a:lnSpc>
            </a:pPr>
            <a:r>
              <a:rPr lang="en-US" sz="2400" dirty="0"/>
              <a:t>Why are registers partitioned into caller and </a:t>
            </a:r>
            <a:r>
              <a:rPr lang="en-US" sz="2400" dirty="0" err="1"/>
              <a:t>callee</a:t>
            </a:r>
            <a:r>
              <a:rPr lang="en-US" sz="2400" dirty="0"/>
              <a:t> save?</a:t>
            </a:r>
          </a:p>
          <a:p>
            <a:r>
              <a:rPr lang="en-US" dirty="0"/>
              <a:t>T</a:t>
            </a:r>
            <a:r>
              <a:rPr lang="en-US" sz="2400" dirty="0"/>
              <a:t>he goal is to minimize the number of registers saved and restored across procedure calls</a:t>
            </a:r>
          </a:p>
          <a:p>
            <a:pPr lvl="1"/>
            <a:r>
              <a:rPr lang="en-US" sz="2000" dirty="0"/>
              <a:t>but at the time a procedure is compiled there is generally incomplete information about register usage by the procedure’s caller and those it calls</a:t>
            </a:r>
          </a:p>
          <a:p>
            <a:pPr lvl="1"/>
            <a:r>
              <a:rPr lang="en-US" sz="2000" dirty="0"/>
              <a:t>if the convention were purely caller save, then the caller would have to save all registers whose value will be used again, even if the </a:t>
            </a:r>
            <a:r>
              <a:rPr lang="en-US" sz="2000" dirty="0" err="1"/>
              <a:t>callee</a:t>
            </a:r>
            <a:r>
              <a:rPr lang="en-US" sz="2000" dirty="0"/>
              <a:t> is a simple leaf procedure that requires only the argument registers</a:t>
            </a:r>
          </a:p>
          <a:p>
            <a:pPr lvl="1"/>
            <a:r>
              <a:rPr lang="en-US" sz="2000" dirty="0"/>
              <a:t>if the convention were purely </a:t>
            </a:r>
            <a:r>
              <a:rPr lang="en-US" sz="2000" dirty="0" err="1"/>
              <a:t>callee</a:t>
            </a:r>
            <a:r>
              <a:rPr lang="en-US" sz="2000" dirty="0"/>
              <a:t> save, then the </a:t>
            </a:r>
            <a:r>
              <a:rPr lang="en-US" sz="2000" dirty="0" err="1"/>
              <a:t>callee</a:t>
            </a:r>
            <a:r>
              <a:rPr lang="en-US" sz="2000" dirty="0"/>
              <a:t> would have to save any register it uses, even if the caller does not need the register’s value</a:t>
            </a:r>
          </a:p>
          <a:p>
            <a:pPr lvl="1"/>
            <a:r>
              <a:rPr lang="en-US" sz="2000" dirty="0"/>
              <a:t>so an efficient compromise is a partition of caller/</a:t>
            </a:r>
            <a:r>
              <a:rPr lang="en-US" sz="2000" dirty="0" err="1"/>
              <a:t>callee</a:t>
            </a:r>
            <a:r>
              <a:rPr lang="en-US" sz="2000" dirty="0"/>
              <a:t> save registers</a:t>
            </a:r>
          </a:p>
        </p:txBody>
      </p:sp>
    </p:spTree>
    <p:extLst>
      <p:ext uri="{BB962C8B-B14F-4D97-AF65-F5344CB8AC3E}">
        <p14:creationId xmlns:p14="http://schemas.microsoft.com/office/powerpoint/2010/main" val="11671433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Characters are represented in 8-bit bytes</a:t>
            </a:r>
          </a:p>
          <a:p>
            <a:pPr lvl="1"/>
            <a:r>
              <a:rPr lang="en-US" dirty="0"/>
              <a:t>American Standard Code for Information Interchange (ASCII)</a:t>
            </a:r>
          </a:p>
          <a:p>
            <a:pPr lvl="2"/>
            <a:r>
              <a:rPr lang="en-US" dirty="0"/>
              <a:t>128 characters: 95 graphic, 33 control</a:t>
            </a:r>
          </a:p>
          <a:p>
            <a:pPr lvl="1"/>
            <a:r>
              <a:rPr lang="en-US" dirty="0"/>
              <a:t>Latin-1</a:t>
            </a:r>
          </a:p>
          <a:p>
            <a:pPr lvl="2"/>
            <a:r>
              <a:rPr lang="en-US" dirty="0"/>
              <a:t>256 characters: ASCII characters + 96 more graphic characters</a:t>
            </a:r>
          </a:p>
          <a:p>
            <a:pPr lvl="1"/>
            <a:r>
              <a:rPr lang="en-US" dirty="0"/>
              <a:t>Unicode</a:t>
            </a:r>
          </a:p>
          <a:p>
            <a:pPr lvl="2"/>
            <a:r>
              <a:rPr lang="en-US" dirty="0"/>
              <a:t>Variable length: 8 bits (UTF-8), 16 bits (UTF-16), 32 bits</a:t>
            </a:r>
          </a:p>
          <a:p>
            <a:pPr lvl="2"/>
            <a:r>
              <a:rPr lang="en-US" dirty="0"/>
              <a:t>Contains most of the world’s alphabets, plus symbols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975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load a character:</a:t>
            </a:r>
          </a:p>
          <a:p>
            <a:pPr lvl="1"/>
            <a:r>
              <a:rPr lang="en-US" dirty="0"/>
              <a:t>Use load word to retrieve the correct 32 bit word</a:t>
            </a:r>
          </a:p>
          <a:p>
            <a:pPr lvl="1"/>
            <a:r>
              <a:rPr lang="en-US" dirty="0"/>
              <a:t>Use logical instructions to extract the correct byte</a:t>
            </a:r>
          </a:p>
          <a:p>
            <a:pPr lvl="1"/>
            <a:endParaRPr lang="en-US" dirty="0"/>
          </a:p>
          <a:p>
            <a:r>
              <a:rPr lang="en-US" dirty="0"/>
              <a:t>MIPS byte instructions</a:t>
            </a:r>
          </a:p>
          <a:p>
            <a:pPr lvl="1"/>
            <a:r>
              <a:rPr lang="en-US" dirty="0"/>
              <a:t>load byte</a:t>
            </a:r>
          </a:p>
          <a:p>
            <a:pPr lvl="1"/>
            <a:r>
              <a:rPr lang="en-US" dirty="0"/>
              <a:t>store byte</a:t>
            </a:r>
          </a:p>
        </p:txBody>
      </p:sp>
    </p:spTree>
    <p:extLst>
      <p:ext uri="{BB962C8B-B14F-4D97-AF65-F5344CB8AC3E}">
        <p14:creationId xmlns:p14="http://schemas.microsoft.com/office/powerpoint/2010/main" val="198431721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byte		</a:t>
            </a:r>
            <a:r>
              <a:rPr lang="en-US" dirty="0" err="1"/>
              <a:t>lb</a:t>
            </a:r>
            <a:r>
              <a:rPr lang="en-US" dirty="0"/>
              <a:t> </a:t>
            </a:r>
            <a:r>
              <a:rPr lang="en-US" dirty="0" err="1"/>
              <a:t>rt</a:t>
            </a:r>
            <a:r>
              <a:rPr lang="en-US" dirty="0"/>
              <a:t>, offset(</a:t>
            </a:r>
            <a:r>
              <a:rPr lang="en-US" dirty="0" err="1"/>
              <a:t>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Loads a byte from </a:t>
            </a:r>
            <a:r>
              <a:rPr lang="en-US" dirty="0" err="1"/>
              <a:t>rs+offset</a:t>
            </a:r>
            <a:r>
              <a:rPr lang="en-US" dirty="0"/>
              <a:t>, placing it in the rightmost 8 bits of </a:t>
            </a:r>
            <a:r>
              <a:rPr lang="en-US" dirty="0" err="1"/>
              <a:t>rt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store byte		</a:t>
            </a:r>
            <a:r>
              <a:rPr lang="en-US" dirty="0" err="1"/>
              <a:t>sb</a:t>
            </a:r>
            <a:r>
              <a:rPr lang="en-US" dirty="0"/>
              <a:t> </a:t>
            </a:r>
            <a:r>
              <a:rPr lang="en-US" dirty="0" err="1"/>
              <a:t>rt</a:t>
            </a:r>
            <a:r>
              <a:rPr lang="en-US" dirty="0"/>
              <a:t>, offset(</a:t>
            </a:r>
            <a:r>
              <a:rPr lang="en-US" dirty="0" err="1"/>
              <a:t>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Stores the rightmost 8 bits of </a:t>
            </a:r>
            <a:r>
              <a:rPr lang="en-US" dirty="0" err="1"/>
              <a:t>rt</a:t>
            </a:r>
            <a:r>
              <a:rPr lang="en-US" dirty="0"/>
              <a:t> in </a:t>
            </a:r>
            <a:r>
              <a:rPr lang="en-US" dirty="0" err="1"/>
              <a:t>rs+offset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lb</a:t>
            </a:r>
            <a:r>
              <a:rPr lang="en-US" dirty="0"/>
              <a:t> $t0,0($</a:t>
            </a:r>
            <a:r>
              <a:rPr lang="en-US" dirty="0" err="1"/>
              <a:t>sp</a:t>
            </a:r>
            <a:r>
              <a:rPr lang="en-US" dirty="0"/>
              <a:t>) 		# Read byte from source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sb</a:t>
            </a:r>
            <a:r>
              <a:rPr lang="en-US" dirty="0"/>
              <a:t> $t0,0($</a:t>
            </a:r>
            <a:r>
              <a:rPr lang="en-US" dirty="0" err="1"/>
              <a:t>gp</a:t>
            </a:r>
            <a:r>
              <a:rPr lang="en-US" dirty="0"/>
              <a:t>) 	# Write byte to destination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170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a string: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the first position of the string is reserved to give the </a:t>
            </a:r>
            <a:br>
              <a:rPr lang="en-US" dirty="0"/>
            </a:br>
            <a:r>
              <a:rPr lang="en-US" dirty="0"/>
              <a:t>length of a string</a:t>
            </a:r>
          </a:p>
          <a:p>
            <a:pPr marL="548640" lvl="2" indent="0">
              <a:buNone/>
            </a:pPr>
            <a:r>
              <a:rPr lang="en-US" dirty="0"/>
              <a:t>   	4	C	a	r	t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an accompanying variable has the length of the string </a:t>
            </a:r>
          </a:p>
          <a:p>
            <a:pPr marL="548640" lvl="2" indent="0">
              <a:buNone/>
            </a:pPr>
            <a:r>
              <a:rPr lang="en-US" dirty="0"/>
              <a:t>	“Cart”</a:t>
            </a:r>
            <a:br>
              <a:rPr lang="en-US" dirty="0"/>
            </a:br>
            <a:r>
              <a:rPr lang="en-US" dirty="0"/>
              <a:t>	4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the last position of a string is indicated by a character used to mark the end of a string. </a:t>
            </a:r>
          </a:p>
          <a:p>
            <a:pPr marL="274320" lvl="1" indent="0">
              <a:buNone/>
            </a:pPr>
            <a:r>
              <a:rPr lang="en-US" dirty="0"/>
              <a:t>	C	a	r	t	\0</a:t>
            </a:r>
          </a:p>
          <a:p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2133600" y="3429000"/>
            <a:ext cx="304800" cy="533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715000" y="4648200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 programming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0135" y="2600062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Java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391712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Copy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void </a:t>
            </a:r>
            <a:r>
              <a:rPr lang="en-US" dirty="0" err="1">
                <a:latin typeface="Lucida Console" panose="020B0609040504020204" pitchFamily="49" charset="0"/>
              </a:rPr>
              <a:t>strcpy</a:t>
            </a:r>
            <a:r>
              <a:rPr lang="en-US" dirty="0">
                <a:latin typeface="Lucida Console" panose="020B0609040504020204" pitchFamily="49" charset="0"/>
              </a:rPr>
              <a:t> (char x[], char y[]) { 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int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 = 0;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while ((x[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]=y[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])!='\0')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 += 1;</a:t>
            </a:r>
            <a:br>
              <a:rPr lang="en-US" dirty="0">
                <a:latin typeface="Lucida Console" panose="020B0609040504020204" pitchFamily="49" charset="0"/>
              </a:rPr>
            </a:br>
            <a:r>
              <a:rPr lang="en-US" dirty="0">
                <a:latin typeface="Lucida Console" panose="020B0609040504020204" pitchFamily="49" charset="0"/>
              </a:rPr>
              <a:t>}</a:t>
            </a:r>
          </a:p>
          <a:p>
            <a:endParaRPr lang="en-US" dirty="0"/>
          </a:p>
          <a:p>
            <a:r>
              <a:rPr lang="en-US" dirty="0"/>
              <a:t>Addresses of x, y in $a0, $a1</a:t>
            </a:r>
          </a:p>
          <a:p>
            <a:r>
              <a:rPr lang="en-US" dirty="0" err="1"/>
              <a:t>i</a:t>
            </a:r>
            <a:r>
              <a:rPr lang="en-US" dirty="0"/>
              <a:t> in $s0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8430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Copy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Lucida Console" panose="020B0609040504020204" pitchFamily="49" charset="0"/>
              </a:rPr>
              <a:t>strcpy</a:t>
            </a:r>
            <a:r>
              <a:rPr lang="en-US" dirty="0">
                <a:latin typeface="Lucida Console" panose="020B060904050402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-4      # adjust stack for 1 item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sw</a:t>
            </a:r>
            <a:r>
              <a:rPr lang="en-US" dirty="0">
                <a:latin typeface="Lucida Console" panose="020B0609040504020204" pitchFamily="49" charset="0"/>
              </a:rPr>
              <a:t>   $s0, 0($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       # save $s0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add  $s0, $zero, $zero # 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 = 0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L1: add  $t1, $s0, $a1     # </a:t>
            </a:r>
            <a:r>
              <a:rPr lang="en-US" dirty="0" err="1">
                <a:latin typeface="Lucida Console" panose="020B0609040504020204" pitchFamily="49" charset="0"/>
              </a:rPr>
              <a:t>addr</a:t>
            </a:r>
            <a:r>
              <a:rPr lang="en-US" dirty="0">
                <a:latin typeface="Lucida Console" panose="020B0609040504020204" pitchFamily="49" charset="0"/>
              </a:rPr>
              <a:t> of y[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] in $t1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lb</a:t>
            </a:r>
            <a:r>
              <a:rPr lang="en-US" dirty="0">
                <a:latin typeface="Lucida Console" panose="020B0609040504020204" pitchFamily="49" charset="0"/>
              </a:rPr>
              <a:t>   $t2, 0($t1)       # $t2 = y[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add  $t3, $s0, $a0     # </a:t>
            </a:r>
            <a:r>
              <a:rPr lang="en-US" dirty="0" err="1">
                <a:latin typeface="Lucida Console" panose="020B0609040504020204" pitchFamily="49" charset="0"/>
              </a:rPr>
              <a:t>addr</a:t>
            </a:r>
            <a:r>
              <a:rPr lang="en-US" dirty="0">
                <a:latin typeface="Lucida Console" panose="020B0609040504020204" pitchFamily="49" charset="0"/>
              </a:rPr>
              <a:t> of x[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] in $t3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sb</a:t>
            </a:r>
            <a:r>
              <a:rPr lang="en-US" dirty="0">
                <a:latin typeface="Lucida Console" panose="020B0609040504020204" pitchFamily="49" charset="0"/>
              </a:rPr>
              <a:t>   $t2, 0($t3)       # x[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] = y[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beq</a:t>
            </a:r>
            <a:r>
              <a:rPr lang="en-US" dirty="0">
                <a:latin typeface="Lucida Console" panose="020B0609040504020204" pitchFamily="49" charset="0"/>
              </a:rPr>
              <a:t>  $t2, $zero, L2    # exit loop if y[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] == 0  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$s0, $s0, 1       # 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 = </a:t>
            </a:r>
            <a:r>
              <a:rPr lang="en-US" dirty="0" err="1">
                <a:latin typeface="Lucida Console" panose="020B0609040504020204" pitchFamily="49" charset="0"/>
              </a:rPr>
              <a:t>i</a:t>
            </a:r>
            <a:r>
              <a:rPr lang="en-US" dirty="0">
                <a:latin typeface="Lucida Console" panose="020B0609040504020204" pitchFamily="49" charset="0"/>
              </a:rPr>
              <a:t> + 1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j    L1                # next iteration of loop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L2: </a:t>
            </a:r>
            <a:r>
              <a:rPr lang="en-US" dirty="0" err="1">
                <a:latin typeface="Lucida Console" panose="020B0609040504020204" pitchFamily="49" charset="0"/>
              </a:rPr>
              <a:t>lw</a:t>
            </a:r>
            <a:r>
              <a:rPr lang="en-US" dirty="0">
                <a:latin typeface="Lucida Console" panose="020B0609040504020204" pitchFamily="49" charset="0"/>
              </a:rPr>
              <a:t>   $s0, 0($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)       # restore saved $s0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addi</a:t>
            </a:r>
            <a:r>
              <a:rPr lang="en-US" dirty="0">
                <a:latin typeface="Lucida Console" panose="020B0609040504020204" pitchFamily="49" charset="0"/>
              </a:rPr>
              <a:t>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$</a:t>
            </a:r>
            <a:r>
              <a:rPr lang="en-US" dirty="0" err="1">
                <a:latin typeface="Lucida Console" panose="020B0609040504020204" pitchFamily="49" charset="0"/>
              </a:rPr>
              <a:t>sp</a:t>
            </a:r>
            <a:r>
              <a:rPr lang="en-US" dirty="0">
                <a:latin typeface="Lucida Console" panose="020B0609040504020204" pitchFamily="49" charset="0"/>
              </a:rPr>
              <a:t>, 4       # pop 1 item from stack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jr</a:t>
            </a:r>
            <a:r>
              <a:rPr lang="en-US" dirty="0">
                <a:latin typeface="Lucida Console" panose="020B0609040504020204" pitchFamily="49" charset="0"/>
              </a:rPr>
              <a:t>   $</a:t>
            </a:r>
            <a:r>
              <a:rPr lang="en-US" dirty="0" err="1">
                <a:latin typeface="Lucida Console" panose="020B0609040504020204" pitchFamily="49" charset="0"/>
              </a:rPr>
              <a:t>ra</a:t>
            </a:r>
            <a:r>
              <a:rPr lang="en-US" dirty="0">
                <a:latin typeface="Lucida Console" panose="020B0609040504020204" pitchFamily="49" charset="0"/>
              </a:rPr>
              <a:t>               # and 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61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Copy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</a:t>
            </a:r>
            <a:r>
              <a:rPr lang="en-US" dirty="0" err="1"/>
              <a:t>strcpy</a:t>
            </a:r>
            <a:r>
              <a:rPr lang="en-US" dirty="0"/>
              <a:t> is a leaf procedure, we could store </a:t>
            </a:r>
            <a:r>
              <a:rPr lang="en-US" dirty="0" err="1"/>
              <a:t>i</a:t>
            </a:r>
            <a:r>
              <a:rPr lang="en-US" dirty="0"/>
              <a:t> in a temporary register</a:t>
            </a:r>
          </a:p>
          <a:p>
            <a:pPr lvl="1"/>
            <a:r>
              <a:rPr lang="en-US" dirty="0"/>
              <a:t>Avoids saving and restoring $s0 from the stack</a:t>
            </a:r>
          </a:p>
          <a:p>
            <a:pPr lvl="1"/>
            <a:endParaRPr lang="en-US" dirty="0"/>
          </a:p>
          <a:p>
            <a:r>
              <a:rPr lang="en-US" dirty="0"/>
              <a:t>We can think of temporary registers as registers that the </a:t>
            </a:r>
            <a:r>
              <a:rPr lang="en-US" dirty="0" err="1"/>
              <a:t>callee</a:t>
            </a:r>
            <a:r>
              <a:rPr lang="en-US" dirty="0"/>
              <a:t> should use whenever convenient. </a:t>
            </a:r>
          </a:p>
          <a:p>
            <a:endParaRPr lang="en-US" dirty="0"/>
          </a:p>
          <a:p>
            <a:r>
              <a:rPr lang="en-US" dirty="0"/>
              <a:t>When a compiler finds a leaf procedure, it exhausts all temporary registers before using registers it must save.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56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Halfword</a:t>
            </a:r>
            <a:r>
              <a:rPr lang="en-US" dirty="0"/>
              <a:t>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</a:t>
            </a:r>
            <a:r>
              <a:rPr lang="en-US" dirty="0" err="1"/>
              <a:t>halfword</a:t>
            </a:r>
            <a:r>
              <a:rPr lang="en-US" dirty="0"/>
              <a:t>	</a:t>
            </a:r>
            <a:r>
              <a:rPr lang="en-US" dirty="0" err="1"/>
              <a:t>lh</a:t>
            </a:r>
            <a:r>
              <a:rPr lang="en-US" dirty="0"/>
              <a:t> </a:t>
            </a:r>
            <a:r>
              <a:rPr lang="en-US" dirty="0" err="1"/>
              <a:t>rt</a:t>
            </a:r>
            <a:r>
              <a:rPr lang="en-US" dirty="0"/>
              <a:t>, offset(</a:t>
            </a:r>
            <a:r>
              <a:rPr lang="en-US" dirty="0" err="1"/>
              <a:t>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Loads a </a:t>
            </a:r>
            <a:r>
              <a:rPr lang="en-US" dirty="0" err="1"/>
              <a:t>halfword</a:t>
            </a:r>
            <a:r>
              <a:rPr lang="en-US" dirty="0"/>
              <a:t> from </a:t>
            </a:r>
            <a:r>
              <a:rPr lang="en-US" dirty="0" err="1"/>
              <a:t>rs+offset</a:t>
            </a:r>
            <a:r>
              <a:rPr lang="en-US" dirty="0"/>
              <a:t>, placing it in the rightmost 16 bits of </a:t>
            </a:r>
            <a:r>
              <a:rPr lang="en-US" dirty="0" err="1"/>
              <a:t>rt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store </a:t>
            </a:r>
            <a:r>
              <a:rPr lang="en-US" dirty="0" err="1"/>
              <a:t>halfword</a:t>
            </a:r>
            <a:r>
              <a:rPr lang="en-US" dirty="0"/>
              <a:t>	</a:t>
            </a:r>
            <a:r>
              <a:rPr lang="en-US" dirty="0" err="1"/>
              <a:t>sh</a:t>
            </a:r>
            <a:r>
              <a:rPr lang="en-US" dirty="0"/>
              <a:t> </a:t>
            </a:r>
            <a:r>
              <a:rPr lang="en-US" dirty="0" err="1"/>
              <a:t>rt</a:t>
            </a:r>
            <a:r>
              <a:rPr lang="en-US" dirty="0"/>
              <a:t>, offset(</a:t>
            </a:r>
            <a:r>
              <a:rPr lang="en-US" dirty="0" err="1"/>
              <a:t>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Stores the rightmost 16 bits of </a:t>
            </a:r>
            <a:r>
              <a:rPr lang="en-US" dirty="0" err="1"/>
              <a:t>rt</a:t>
            </a:r>
            <a:r>
              <a:rPr lang="en-US" dirty="0"/>
              <a:t> in </a:t>
            </a:r>
            <a:r>
              <a:rPr lang="en-US" dirty="0" err="1"/>
              <a:t>rs+offset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lh</a:t>
            </a:r>
            <a:r>
              <a:rPr lang="en-US" dirty="0"/>
              <a:t> $t0,0($</a:t>
            </a:r>
            <a:r>
              <a:rPr lang="en-US" dirty="0" err="1"/>
              <a:t>sp</a:t>
            </a:r>
            <a:r>
              <a:rPr lang="en-US" dirty="0"/>
              <a:t>) 		# Read </a:t>
            </a:r>
            <a:r>
              <a:rPr lang="en-US" dirty="0" err="1"/>
              <a:t>halfword</a:t>
            </a:r>
            <a:r>
              <a:rPr lang="en-US" dirty="0"/>
              <a:t> from source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sh</a:t>
            </a:r>
            <a:r>
              <a:rPr lang="en-US" dirty="0"/>
              <a:t> $t0,0($</a:t>
            </a:r>
            <a:r>
              <a:rPr lang="en-US" dirty="0" err="1"/>
              <a:t>gp</a:t>
            </a:r>
            <a:r>
              <a:rPr lang="en-US" dirty="0"/>
              <a:t>) 	# Write </a:t>
            </a:r>
            <a:r>
              <a:rPr lang="en-US" dirty="0" err="1"/>
              <a:t>halfword</a:t>
            </a:r>
            <a:r>
              <a:rPr lang="en-US" dirty="0"/>
              <a:t> to destination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3069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Immediate-type instructions have 16 bits for constant values.</a:t>
            </a:r>
          </a:p>
          <a:p>
            <a:pPr lvl="1"/>
            <a:r>
              <a:rPr lang="en-US" dirty="0"/>
              <a:t>50% to 60% of constants fit within 8 bits</a:t>
            </a:r>
          </a:p>
          <a:p>
            <a:pPr lvl="1"/>
            <a:r>
              <a:rPr lang="en-US" dirty="0"/>
              <a:t>75% to 80% of constants fit within 16 bits</a:t>
            </a:r>
          </a:p>
          <a:p>
            <a:pPr lvl="1"/>
            <a:endParaRPr lang="en-US" dirty="0"/>
          </a:p>
          <a:p>
            <a:r>
              <a:rPr lang="en-US" dirty="0"/>
              <a:t>The occasional 32-bit constant must be loaded into a register before it can be used.</a:t>
            </a:r>
          </a:p>
          <a:p>
            <a:pPr lvl="1"/>
            <a:r>
              <a:rPr lang="en-US" dirty="0"/>
              <a:t>Set the upper half of the register</a:t>
            </a:r>
          </a:p>
          <a:p>
            <a:pPr lvl="2"/>
            <a:r>
              <a:rPr lang="en-US" dirty="0"/>
              <a:t>load upper immediate</a:t>
            </a:r>
          </a:p>
          <a:p>
            <a:pPr lvl="1"/>
            <a:r>
              <a:rPr lang="en-US" dirty="0"/>
              <a:t>Set the lower half of the register</a:t>
            </a:r>
          </a:p>
          <a:p>
            <a:pPr lvl="2"/>
            <a:r>
              <a:rPr lang="en-US" dirty="0"/>
              <a:t>or immediate</a:t>
            </a:r>
          </a:p>
        </p:txBody>
      </p:sp>
    </p:spTree>
    <p:extLst>
      <p:ext uri="{BB962C8B-B14F-4D97-AF65-F5344CB8AC3E}">
        <p14:creationId xmlns:p14="http://schemas.microsoft.com/office/powerpoint/2010/main" val="50526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0000 0000 0011 1101 0000 1001 0000 0000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lui</a:t>
            </a:r>
            <a:r>
              <a:rPr lang="en-US" dirty="0"/>
              <a:t> $s0, 61 		# 61 = 0000 0000 0011 1101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$s0 = 0000 0000 0011 1101 0000 0000 0000 0000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dirty="0" err="1"/>
              <a:t>ori</a:t>
            </a:r>
            <a:r>
              <a:rPr lang="en-US" dirty="0"/>
              <a:t> $s0, $s0, 2304 	# 2304  = 0000 1001 0000 0000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$s0 = 0000 0000 0011 1101 0000 1001 0000 0000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3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MIPS assembler must break larger constants into pieces and reassemble them into a register.</a:t>
            </a:r>
          </a:p>
          <a:p>
            <a:pPr lvl="1"/>
            <a:r>
              <a:rPr lang="en-US" dirty="0"/>
              <a:t>This is why there is one register reserved for the assembler: $at.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94768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 Addressing</a:t>
            </a:r>
          </a:p>
          <a:p>
            <a:r>
              <a:rPr lang="en-US" dirty="0"/>
              <a:t>Immediate Addressing</a:t>
            </a:r>
          </a:p>
          <a:p>
            <a:r>
              <a:rPr lang="en-US" dirty="0"/>
              <a:t>Base Addressing</a:t>
            </a:r>
          </a:p>
          <a:p>
            <a:r>
              <a:rPr lang="en-US" dirty="0"/>
              <a:t>PC-Relative Addressing</a:t>
            </a:r>
          </a:p>
          <a:p>
            <a:r>
              <a:rPr lang="en-US" dirty="0" err="1"/>
              <a:t>Pseudodirect</a:t>
            </a:r>
            <a:r>
              <a:rPr lang="en-US" dirty="0"/>
              <a:t> addressing</a:t>
            </a:r>
          </a:p>
        </p:txBody>
      </p:sp>
    </p:spTree>
    <p:extLst>
      <p:ext uri="{BB962C8B-B14F-4D97-AF65-F5344CB8AC3E}">
        <p14:creationId xmlns:p14="http://schemas.microsoft.com/office/powerpoint/2010/main" val="241290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876800"/>
          </a:xfrm>
        </p:spPr>
        <p:txBody>
          <a:bodyPr/>
          <a:lstStyle/>
          <a:p>
            <a:r>
              <a:rPr lang="en-US" dirty="0"/>
              <a:t>Destination and source operands are specified by registers</a:t>
            </a:r>
          </a:p>
          <a:p>
            <a:pPr lvl="1"/>
            <a:r>
              <a:rPr lang="en-US" dirty="0"/>
              <a:t>R-Type Instructions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5075" b="5264"/>
          <a:stretch/>
        </p:blipFill>
        <p:spPr>
          <a:xfrm>
            <a:off x="1600200" y="2667000"/>
            <a:ext cx="6462713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7605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operand is specified by an immediate value.</a:t>
            </a:r>
          </a:p>
          <a:p>
            <a:pPr lvl="1"/>
            <a:r>
              <a:rPr lang="en-US" dirty="0"/>
              <a:t>Arithmetic I-Types like </a:t>
            </a:r>
            <a:r>
              <a:rPr lang="en-US" dirty="0" err="1"/>
              <a:t>addi</a:t>
            </a:r>
            <a:r>
              <a:rPr lang="en-US" dirty="0"/>
              <a:t>, </a:t>
            </a:r>
            <a:r>
              <a:rPr lang="en-US" dirty="0" err="1"/>
              <a:t>andi</a:t>
            </a:r>
            <a:r>
              <a:rPr lang="en-US" dirty="0"/>
              <a:t>, </a:t>
            </a:r>
            <a:r>
              <a:rPr lang="en-US" dirty="0" err="1"/>
              <a:t>ori</a:t>
            </a:r>
            <a:r>
              <a:rPr lang="en-US" dirty="0"/>
              <a:t>, and </a:t>
            </a:r>
            <a:r>
              <a:rPr lang="en-US" dirty="0" err="1"/>
              <a:t>slti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274320" lvl="1" indent="0">
              <a:buNone/>
            </a:pP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b="6783"/>
          <a:stretch/>
        </p:blipFill>
        <p:spPr>
          <a:xfrm>
            <a:off x="990600" y="2362200"/>
            <a:ext cx="698427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728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is determined by register + branch address</a:t>
            </a:r>
          </a:p>
          <a:p>
            <a:pPr lvl="1"/>
            <a:r>
              <a:rPr lang="en-US" dirty="0"/>
              <a:t>I-Types </a:t>
            </a:r>
            <a:r>
              <a:rPr lang="en-US" dirty="0" err="1"/>
              <a:t>lw</a:t>
            </a:r>
            <a:r>
              <a:rPr lang="en-US" dirty="0"/>
              <a:t>, </a:t>
            </a:r>
            <a:r>
              <a:rPr lang="en-US" dirty="0" err="1"/>
              <a:t>lh</a:t>
            </a:r>
            <a:r>
              <a:rPr lang="en-US" dirty="0"/>
              <a:t>,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Destination is determined by register + branch address</a:t>
            </a:r>
          </a:p>
          <a:p>
            <a:pPr lvl="1"/>
            <a:r>
              <a:rPr lang="en-US" dirty="0"/>
              <a:t>I-Types </a:t>
            </a:r>
            <a:r>
              <a:rPr lang="en-US" dirty="0" err="1"/>
              <a:t>sw</a:t>
            </a:r>
            <a:r>
              <a:rPr lang="en-US" dirty="0"/>
              <a:t>, </a:t>
            </a:r>
            <a:r>
              <a:rPr lang="en-US" dirty="0" err="1"/>
              <a:t>sh</a:t>
            </a:r>
            <a:r>
              <a:rPr lang="en-US" dirty="0"/>
              <a:t>, </a:t>
            </a:r>
            <a:r>
              <a:rPr lang="en-US" dirty="0" err="1"/>
              <a:t>sb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" y="3962400"/>
            <a:ext cx="66579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450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PC-relative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/>
          </a:bodyPr>
          <a:lstStyle/>
          <a:p>
            <a:r>
              <a:rPr lang="en-US" dirty="0"/>
              <a:t>Destination is determined by PC + Address x 4.</a:t>
            </a:r>
          </a:p>
          <a:p>
            <a:pPr lvl="1"/>
            <a:r>
              <a:rPr lang="en-US" dirty="0"/>
              <a:t>I-Types </a:t>
            </a:r>
            <a:r>
              <a:rPr lang="en-US" dirty="0" err="1"/>
              <a:t>beq</a:t>
            </a:r>
            <a:r>
              <a:rPr lang="en-US" dirty="0"/>
              <a:t> and </a:t>
            </a:r>
            <a:r>
              <a:rPr lang="en-US" dirty="0" err="1"/>
              <a:t>bne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PC (program counter) is the location of our next address.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543175"/>
            <a:ext cx="60007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984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PC-relative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Destination is determined by PC + Address x 4.</a:t>
            </a:r>
          </a:p>
          <a:p>
            <a:pPr lvl="1"/>
            <a:r>
              <a:rPr lang="en-US" dirty="0"/>
              <a:t>I-Types </a:t>
            </a:r>
            <a:r>
              <a:rPr lang="en-US" dirty="0" err="1"/>
              <a:t>beq</a:t>
            </a:r>
            <a:r>
              <a:rPr lang="en-US" dirty="0"/>
              <a:t> and </a:t>
            </a:r>
            <a:r>
              <a:rPr lang="en-US" dirty="0" err="1"/>
              <a:t>bne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Address field is 16 bits</a:t>
            </a:r>
          </a:p>
          <a:p>
            <a:r>
              <a:rPr lang="en-US" dirty="0"/>
              <a:t>If all addresses had to fit in 16 bits, programs could only be 2</a:t>
            </a:r>
            <a:r>
              <a:rPr lang="en-US" baseline="30000" dirty="0"/>
              <a:t>16 </a:t>
            </a:r>
            <a:r>
              <a:rPr lang="en-US" dirty="0"/>
              <a:t>bytes or 16,384 words long.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543175"/>
            <a:ext cx="60007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1061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PC-relative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Destination is determine by PC + Address x 4.</a:t>
            </a:r>
          </a:p>
          <a:p>
            <a:pPr lvl="1"/>
            <a:r>
              <a:rPr lang="en-US" dirty="0"/>
              <a:t>I-Types </a:t>
            </a:r>
            <a:r>
              <a:rPr lang="en-US" dirty="0" err="1"/>
              <a:t>beq</a:t>
            </a:r>
            <a:r>
              <a:rPr lang="en-US" dirty="0"/>
              <a:t> and </a:t>
            </a:r>
            <a:r>
              <a:rPr lang="en-US" dirty="0" err="1"/>
              <a:t>bne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Conditional branches tend to branch to nearby instructions</a:t>
            </a:r>
          </a:p>
          <a:p>
            <a:pPr lvl="1"/>
            <a:r>
              <a:rPr lang="en-US" dirty="0"/>
              <a:t>Some studies suggest half of all branches go less than 16 instructions away.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543175"/>
            <a:ext cx="60007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7413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PC-relative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/>
          </a:bodyPr>
          <a:lstStyle/>
          <a:p>
            <a:r>
              <a:rPr lang="en-US" dirty="0"/>
              <a:t>Destination is determine by PC + Address x 4.</a:t>
            </a:r>
          </a:p>
          <a:p>
            <a:pPr lvl="1"/>
            <a:r>
              <a:rPr lang="en-US" dirty="0"/>
              <a:t>I-Types </a:t>
            </a:r>
            <a:r>
              <a:rPr lang="en-US" dirty="0" err="1"/>
              <a:t>beq</a:t>
            </a:r>
            <a:r>
              <a:rPr lang="en-US" dirty="0"/>
              <a:t> and </a:t>
            </a:r>
            <a:r>
              <a:rPr lang="en-US" dirty="0" err="1"/>
              <a:t>bne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we use PC as the register to be added to the address, our branch range will be 2</a:t>
            </a:r>
            <a:r>
              <a:rPr lang="en-US" baseline="30000" dirty="0"/>
              <a:t>15 </a:t>
            </a:r>
            <a:r>
              <a:rPr lang="en-US" dirty="0"/>
              <a:t>words in either direction.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543175"/>
            <a:ext cx="60007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3284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Pseudodirect</a:t>
            </a:r>
            <a:r>
              <a:rPr lang="en-US" dirty="0"/>
              <a:t>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Jump instructions specify a 26 bit address</a:t>
            </a:r>
          </a:p>
          <a:p>
            <a:pPr lvl="1"/>
            <a:r>
              <a:rPr lang="en-US" dirty="0"/>
              <a:t>e.g.:  j 10000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dirty="0"/>
              <a:t>PC = PC</a:t>
            </a:r>
            <a:r>
              <a:rPr lang="en-US" baseline="-25000" dirty="0"/>
              <a:t>31…28</a:t>
            </a:r>
            <a:r>
              <a:rPr lang="en-US" dirty="0"/>
              <a:t> : (address × 4)</a:t>
            </a:r>
          </a:p>
          <a:p>
            <a:pPr marL="0" lvl="1" indent="0">
              <a:buNone/>
            </a:pPr>
            <a:r>
              <a:rPr lang="en-US" dirty="0"/>
              <a:t>PC = PC</a:t>
            </a:r>
            <a:r>
              <a:rPr lang="en-US" baseline="-25000" dirty="0"/>
              <a:t>31…28</a:t>
            </a:r>
            <a:r>
              <a:rPr lang="en-US" dirty="0"/>
              <a:t> : 40000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115218" y="3265487"/>
            <a:ext cx="6913563" cy="773113"/>
            <a:chOff x="884" y="2356"/>
            <a:chExt cx="4355" cy="487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884" y="2356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AU" sz="2000" dirty="0"/>
                <a:t>2</a:t>
              </a: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701" y="2356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 dirty="0"/>
                <a:t>10000</a:t>
              </a:r>
              <a:endParaRPr lang="en-AU" sz="2000" dirty="0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067" y="2631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3244" y="2617"/>
              <a:ext cx="4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26 bits</a:t>
              </a:r>
              <a:endParaRPr lang="en-AU" sz="1600"/>
            </a:p>
          </p:txBody>
        </p:sp>
      </p:grpSp>
    </p:spTree>
    <p:extLst>
      <p:ext uri="{BB962C8B-B14F-4D97-AF65-F5344CB8AC3E}">
        <p14:creationId xmlns:p14="http://schemas.microsoft.com/office/powerpoint/2010/main" val="328866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Pseudodirect</a:t>
            </a:r>
            <a:r>
              <a:rPr lang="en-US" dirty="0"/>
              <a:t>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26-bit address field is shifted to the left twice</a:t>
            </a:r>
          </a:p>
          <a:p>
            <a:pPr lvl="1"/>
            <a:r>
              <a:rPr lang="en-US" dirty="0"/>
              <a:t>Multiplies by four and creates a 28 bit field</a:t>
            </a:r>
          </a:p>
          <a:p>
            <a:pPr lvl="1"/>
            <a:r>
              <a:rPr lang="en-US" dirty="0"/>
              <a:t>Four most significant bits are copied from the current PC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52" y="3352800"/>
            <a:ext cx="775489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1813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Target Addressing Example</a:t>
            </a:r>
            <a:endParaRPr lang="en-AU"/>
          </a:p>
        </p:txBody>
      </p:sp>
      <p:sp>
        <p:nvSpPr>
          <p:cNvPr id="332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Loop code from earlier example</a:t>
            </a:r>
          </a:p>
          <a:p>
            <a:pPr lvl="1"/>
            <a:r>
              <a:rPr lang="en-US"/>
              <a:t>Assume Loop at location 80000</a:t>
            </a:r>
            <a:endParaRPr lang="en-AU" sz="2000">
              <a:solidFill>
                <a:schemeClr val="folHlink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332877" name="Group 77"/>
          <p:cNvGraphicFramePr>
            <a:graphicFrameLocks noGrp="1"/>
          </p:cNvGraphicFramePr>
          <p:nvPr/>
        </p:nvGraphicFramePr>
        <p:xfrm>
          <a:off x="684213" y="2708275"/>
          <a:ext cx="8202612" cy="2952751"/>
        </p:xfrm>
        <a:graphic>
          <a:graphicData uri="http://schemas.openxmlformats.org/drawingml/2006/table">
            <a:tbl>
              <a:tblPr/>
              <a:tblGrid>
                <a:gridCol w="367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2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Loop: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sll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 $t1, $s3, 2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80000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     add  $t1, $t1, $s6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80004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    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lw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  $t0, 0($t1)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80008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     bne  $t0, $s5, Exit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80012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     addi $s3, $s3, 1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80016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     j    Loop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80020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20000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Exit: …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80024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2871" name="Line 71"/>
          <p:cNvSpPr>
            <a:spLocks noChangeShapeType="1"/>
          </p:cNvSpPr>
          <p:nvPr/>
        </p:nvSpPr>
        <p:spPr bwMode="auto">
          <a:xfrm flipH="1" flipV="1">
            <a:off x="5003800" y="2997200"/>
            <a:ext cx="2016125" cy="2016125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2872" name="Line 72"/>
          <p:cNvSpPr>
            <a:spLocks noChangeShapeType="1"/>
          </p:cNvSpPr>
          <p:nvPr/>
        </p:nvSpPr>
        <p:spPr bwMode="auto">
          <a:xfrm flipH="1">
            <a:off x="5076825" y="4149725"/>
            <a:ext cx="2808288" cy="115093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6488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 Machine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first six bits are the </a:t>
            </a:r>
            <a:r>
              <a:rPr lang="en-US" dirty="0" err="1"/>
              <a:t>opcode</a:t>
            </a:r>
            <a:endParaRPr lang="en-US" dirty="0"/>
          </a:p>
          <a:p>
            <a:r>
              <a:rPr lang="en-US" dirty="0"/>
              <a:t>R-type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I-type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J-type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219200" y="2732087"/>
            <a:ext cx="6913562" cy="773113"/>
            <a:chOff x="703" y="981"/>
            <a:chExt cx="4355" cy="487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rs</a:t>
              </a:r>
              <a:endParaRPr lang="en-AU" sz="2000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rt</a:t>
              </a:r>
              <a:endParaRPr lang="en-AU" sz="2000"/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rd</a:t>
              </a:r>
              <a:endParaRPr lang="en-AU" sz="2000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shamt</a:t>
              </a:r>
              <a:endParaRPr lang="en-AU" sz="2000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funct</a:t>
              </a:r>
              <a:endParaRPr lang="en-AU" sz="2000"/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</p:grpSp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1218405" y="4027487"/>
            <a:ext cx="6913562" cy="773113"/>
            <a:chOff x="884" y="981"/>
            <a:chExt cx="4355" cy="487"/>
          </a:xfrm>
        </p:grpSpPr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19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rs</a:t>
              </a:r>
              <a:endParaRPr lang="en-AU" sz="2000"/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rt</a:t>
              </a:r>
              <a:endParaRPr lang="en-AU" sz="2000"/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constant or address</a:t>
              </a:r>
              <a:endParaRPr lang="en-AU" sz="2000"/>
            </a:p>
          </p:txBody>
        </p:sp>
        <p:sp>
          <p:nvSpPr>
            <p:cNvPr id="22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23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5 bits</a:t>
              </a:r>
              <a:endParaRPr lang="en-AU" sz="1600"/>
            </a:p>
          </p:txBody>
        </p:sp>
        <p:sp>
          <p:nvSpPr>
            <p:cNvPr id="25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16 bits</a:t>
              </a:r>
              <a:endParaRPr lang="en-AU" sz="1600"/>
            </a:p>
          </p:txBody>
        </p:sp>
      </p:grp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1218405" y="5322887"/>
            <a:ext cx="6913563" cy="773113"/>
            <a:chOff x="884" y="2356"/>
            <a:chExt cx="4355" cy="487"/>
          </a:xfrm>
        </p:grpSpPr>
        <p:sp>
          <p:nvSpPr>
            <p:cNvPr id="27" name="Text Box 5"/>
            <p:cNvSpPr txBox="1">
              <a:spLocks noChangeArrowheads="1"/>
            </p:cNvSpPr>
            <p:nvPr/>
          </p:nvSpPr>
          <p:spPr bwMode="auto">
            <a:xfrm>
              <a:off x="884" y="2356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op</a:t>
              </a:r>
              <a:endParaRPr lang="en-AU" sz="2000"/>
            </a:p>
          </p:txBody>
        </p:sp>
        <p:sp>
          <p:nvSpPr>
            <p:cNvPr id="28" name="Text Box 6"/>
            <p:cNvSpPr txBox="1">
              <a:spLocks noChangeArrowheads="1"/>
            </p:cNvSpPr>
            <p:nvPr/>
          </p:nvSpPr>
          <p:spPr bwMode="auto">
            <a:xfrm>
              <a:off x="1701" y="2356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address</a:t>
              </a:r>
              <a:endParaRPr lang="en-AU" sz="2000"/>
            </a:p>
          </p:txBody>
        </p:sp>
        <p:sp>
          <p:nvSpPr>
            <p:cNvPr id="29" name="Text Box 7"/>
            <p:cNvSpPr txBox="1">
              <a:spLocks noChangeArrowheads="1"/>
            </p:cNvSpPr>
            <p:nvPr/>
          </p:nvSpPr>
          <p:spPr bwMode="auto">
            <a:xfrm>
              <a:off x="1067" y="2631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6 bits</a:t>
              </a:r>
              <a:endParaRPr lang="en-AU" sz="1600"/>
            </a:p>
          </p:txBody>
        </p:sp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3244" y="2617"/>
              <a:ext cx="4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600"/>
                <a:t>26 bits</a:t>
              </a:r>
              <a:endParaRPr lang="en-AU" sz="1600"/>
            </a:p>
          </p:txBody>
        </p:sp>
      </p:grpSp>
    </p:spTree>
    <p:extLst>
      <p:ext uri="{BB962C8B-B14F-4D97-AF65-F5344CB8AC3E}">
        <p14:creationId xmlns:p14="http://schemas.microsoft.com/office/powerpoint/2010/main" val="312166102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 Machine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</a:t>
            </a:r>
            <a:r>
              <a:rPr lang="en-US" dirty="0" err="1"/>
              <a:t>opcode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Bits 31-29 specify row</a:t>
            </a:r>
          </a:p>
          <a:p>
            <a:pPr lvl="1"/>
            <a:r>
              <a:rPr lang="en-US" dirty="0"/>
              <a:t>Bits 28-26 specify column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1" y="3276600"/>
            <a:ext cx="8933299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4598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 Machine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R-type instructions have an </a:t>
            </a:r>
            <a:r>
              <a:rPr lang="en-US" dirty="0" err="1"/>
              <a:t>opcode</a:t>
            </a:r>
            <a:r>
              <a:rPr lang="en-US" dirty="0"/>
              <a:t> of 000000</a:t>
            </a:r>
          </a:p>
          <a:p>
            <a:pPr lvl="1"/>
            <a:r>
              <a:rPr lang="en-US" dirty="0"/>
              <a:t>Instruction is determined by </a:t>
            </a:r>
            <a:r>
              <a:rPr lang="en-US" dirty="0" err="1"/>
              <a:t>funct</a:t>
            </a:r>
            <a:r>
              <a:rPr lang="en-US" dirty="0"/>
              <a:t> field</a:t>
            </a:r>
          </a:p>
          <a:p>
            <a:pPr lvl="1"/>
            <a:r>
              <a:rPr lang="en-US" dirty="0"/>
              <a:t>Bits 5-3 specify row</a:t>
            </a:r>
          </a:p>
          <a:p>
            <a:pPr lvl="1"/>
            <a:r>
              <a:rPr lang="en-US" dirty="0"/>
              <a:t>Bits 2-0 specify column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5" y="3375868"/>
            <a:ext cx="8872405" cy="279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8394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Integer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doesn’t MIPS have a subtract immediate instruction?</a:t>
            </a:r>
          </a:p>
          <a:p>
            <a:pPr lvl="1"/>
            <a:r>
              <a:rPr lang="en-US" dirty="0"/>
              <a:t>Negative constants appear much less frequently in C and Java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Since the immediate field holds both negative and positive constants, add immediate with a negative number is equivalent to subtract immediate with a positive number.</a:t>
            </a:r>
          </a:p>
        </p:txBody>
      </p:sp>
    </p:spTree>
    <p:extLst>
      <p:ext uri="{BB962C8B-B14F-4D97-AF65-F5344CB8AC3E}">
        <p14:creationId xmlns:p14="http://schemas.microsoft.com/office/powerpoint/2010/main" val="213208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void sort (</a:t>
            </a:r>
            <a:r>
              <a:rPr lang="en-US" dirty="0" err="1"/>
              <a:t>int</a:t>
            </a:r>
            <a:r>
              <a:rPr lang="en-US" dirty="0"/>
              <a:t> v[], </a:t>
            </a:r>
            <a:r>
              <a:rPr lang="en-US" dirty="0" err="1"/>
              <a:t>int</a:t>
            </a:r>
            <a:r>
              <a:rPr lang="en-US" dirty="0"/>
              <a:t> n) 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j;</a:t>
            </a:r>
            <a:br>
              <a:rPr lang="en-US" dirty="0"/>
            </a:br>
            <a:r>
              <a:rPr lang="en-US" dirty="0"/>
              <a:t>	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</a:t>
            </a:r>
            <a:br>
              <a:rPr lang="en-US" dirty="0"/>
            </a:br>
            <a:r>
              <a:rPr lang="en-US" dirty="0"/>
              <a:t>		for (j=i-1; j&gt;= 0 &amp;&amp; v[j] &gt; v[j+1]; j--)</a:t>
            </a:r>
            <a:br>
              <a:rPr lang="en-US" dirty="0"/>
            </a:br>
            <a:r>
              <a:rPr lang="en-US" dirty="0"/>
              <a:t>			swap(v, j);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swap(</a:t>
            </a:r>
            <a:r>
              <a:rPr lang="en-US" dirty="0" err="1"/>
              <a:t>int</a:t>
            </a:r>
            <a:r>
              <a:rPr lang="en-US" dirty="0"/>
              <a:t> v[], </a:t>
            </a:r>
            <a:r>
              <a:rPr lang="en-US" dirty="0" err="1"/>
              <a:t>int</a:t>
            </a:r>
            <a:r>
              <a:rPr lang="en-US" dirty="0"/>
              <a:t> k) 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temp;</a:t>
            </a:r>
            <a:br>
              <a:rPr lang="en-US" dirty="0"/>
            </a:br>
            <a:r>
              <a:rPr lang="en-US" dirty="0"/>
              <a:t>	temp = v[k];</a:t>
            </a:r>
            <a:br>
              <a:rPr lang="en-US" dirty="0"/>
            </a:br>
            <a:r>
              <a:rPr lang="en-US" dirty="0"/>
              <a:t>	v[k] = v[k+1];</a:t>
            </a:r>
            <a:br>
              <a:rPr lang="en-US" dirty="0"/>
            </a:br>
            <a:r>
              <a:rPr lang="en-US" dirty="0"/>
              <a:t>	v[k+1] = temp;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516084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Swap (Leaf Procedure)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Allocate registers to program variables.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Produce code for the body of the procedure.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Preserve registers across the procedure invocation.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8549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Swap (Leaf Procedure)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Allocate registers to program variables.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void swap(</a:t>
            </a:r>
            <a:r>
              <a:rPr lang="en-US" dirty="0" err="1"/>
              <a:t>int</a:t>
            </a:r>
            <a:r>
              <a:rPr lang="en-US" dirty="0"/>
              <a:t> v[], </a:t>
            </a:r>
            <a:r>
              <a:rPr lang="en-US" dirty="0" err="1"/>
              <a:t>int</a:t>
            </a:r>
            <a:r>
              <a:rPr lang="en-US" dirty="0"/>
              <a:t> k)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Base address of v in $a0</a:t>
            </a:r>
          </a:p>
          <a:p>
            <a:pPr marL="0" indent="0">
              <a:buNone/>
            </a:pPr>
            <a:r>
              <a:rPr lang="en-US" dirty="0"/>
              <a:t>	k in $a1</a:t>
            </a:r>
          </a:p>
          <a:p>
            <a:pPr marL="0" indent="0">
              <a:buNone/>
            </a:pPr>
            <a:r>
              <a:rPr lang="en-US" dirty="0"/>
              <a:t>	temp in $t0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902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Swap (Leaf Procedure)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/>
              <a:t>Produce code for the body of the procedure.</a:t>
            </a: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sz="2000" dirty="0">
                <a:latin typeface="Lucida Console" panose="020B0609040504020204" pitchFamily="49" charset="0"/>
              </a:rPr>
              <a:t>swap: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sz="2000" dirty="0" err="1">
                <a:latin typeface="Lucida Console" panose="020B0609040504020204" pitchFamily="49" charset="0"/>
              </a:rPr>
              <a:t>sll</a:t>
            </a:r>
            <a:r>
              <a:rPr lang="en-AU" sz="2000" dirty="0">
                <a:latin typeface="Lucida Console" panose="020B0609040504020204" pitchFamily="49" charset="0"/>
              </a:rPr>
              <a:t> $t1, $a1, 2   # $t1 = k * 4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sz="2000" dirty="0">
                <a:latin typeface="Lucida Console" panose="020B0609040504020204" pitchFamily="49" charset="0"/>
              </a:rPr>
              <a:t>add $t1, $a0, $t1 # $t1 = v+(k*4)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sz="2000" dirty="0">
                <a:latin typeface="Lucida Console" panose="020B0609040504020204" pitchFamily="49" charset="0"/>
              </a:rPr>
              <a:t>                  # (address of v[k])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sz="2000" dirty="0" err="1">
                <a:latin typeface="Lucida Console" panose="020B0609040504020204" pitchFamily="49" charset="0"/>
              </a:rPr>
              <a:t>lw</a:t>
            </a:r>
            <a:r>
              <a:rPr lang="en-AU" sz="2000" dirty="0">
                <a:latin typeface="Lucida Console" panose="020B0609040504020204" pitchFamily="49" charset="0"/>
              </a:rPr>
              <a:t> $t0, 0($t1)    # $t0 (temp) = v[k]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sz="2000" dirty="0" err="1">
                <a:latin typeface="Lucida Console" panose="020B0609040504020204" pitchFamily="49" charset="0"/>
              </a:rPr>
              <a:t>lw</a:t>
            </a:r>
            <a:r>
              <a:rPr lang="en-AU" sz="2000" dirty="0">
                <a:latin typeface="Lucida Console" panose="020B0609040504020204" pitchFamily="49" charset="0"/>
              </a:rPr>
              <a:t> $t2, 4($t1)    # $t2 = v[k+1]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sz="2000" dirty="0" err="1">
                <a:latin typeface="Lucida Console" panose="020B0609040504020204" pitchFamily="49" charset="0"/>
              </a:rPr>
              <a:t>sw</a:t>
            </a:r>
            <a:r>
              <a:rPr lang="en-AU" sz="2000" dirty="0">
                <a:latin typeface="Lucida Console" panose="020B0609040504020204" pitchFamily="49" charset="0"/>
              </a:rPr>
              <a:t> $t2, 0($t1)    # v[k] = $t2 (v[k+1])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sz="2000" dirty="0" err="1">
                <a:latin typeface="Lucida Console" panose="020B0609040504020204" pitchFamily="49" charset="0"/>
              </a:rPr>
              <a:t>sw</a:t>
            </a:r>
            <a:r>
              <a:rPr lang="en-AU" sz="2000" dirty="0">
                <a:latin typeface="Lucida Console" panose="020B0609040504020204" pitchFamily="49" charset="0"/>
              </a:rPr>
              <a:t> $t0, 4($t1)    # v[k+1] = $t0 (temp)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sz="2000" dirty="0" err="1">
                <a:latin typeface="Lucida Console" panose="020B0609040504020204" pitchFamily="49" charset="0"/>
              </a:rPr>
              <a:t>jr</a:t>
            </a:r>
            <a:r>
              <a:rPr lang="en-AU" sz="2000" dirty="0">
                <a:latin typeface="Lucida Console" panose="020B0609040504020204" pitchFamily="49" charset="0"/>
              </a:rPr>
              <a:t> $</a:t>
            </a:r>
            <a:r>
              <a:rPr lang="en-AU" sz="2000" dirty="0" err="1">
                <a:latin typeface="Lucida Console" panose="020B0609040504020204" pitchFamily="49" charset="0"/>
              </a:rPr>
              <a:t>ra</a:t>
            </a:r>
            <a:r>
              <a:rPr lang="en-AU" sz="2000" dirty="0">
                <a:latin typeface="Lucida Console" panose="020B0609040504020204" pitchFamily="49" charset="0"/>
              </a:rPr>
              <a:t>            # return to calling routine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9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void sort (</a:t>
            </a:r>
            <a:r>
              <a:rPr lang="en-US" dirty="0" err="1"/>
              <a:t>int</a:t>
            </a:r>
            <a:r>
              <a:rPr lang="en-US" dirty="0"/>
              <a:t> v[], </a:t>
            </a:r>
            <a:r>
              <a:rPr lang="en-US" dirty="0" err="1"/>
              <a:t>int</a:t>
            </a:r>
            <a:r>
              <a:rPr lang="en-US" dirty="0"/>
              <a:t> n) 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j;</a:t>
            </a:r>
            <a:br>
              <a:rPr lang="en-US" dirty="0"/>
            </a:br>
            <a:r>
              <a:rPr lang="en-US" dirty="0"/>
              <a:t>	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</a:t>
            </a:r>
            <a:br>
              <a:rPr lang="en-US" dirty="0"/>
            </a:br>
            <a:r>
              <a:rPr lang="en-US" dirty="0"/>
              <a:t>		for (j=i-1; j&gt;= 0 &amp;&amp; v[j] &gt; v[j+1]; j--)</a:t>
            </a:r>
            <a:br>
              <a:rPr lang="en-US" dirty="0"/>
            </a:br>
            <a:r>
              <a:rPr lang="en-US" dirty="0"/>
              <a:t>			swap(v, j);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70372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sort – Outer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 $s0, $zero, $zero	#initialize </a:t>
            </a:r>
            <a:r>
              <a:rPr lang="en-US" dirty="0" err="1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for1:</a:t>
            </a:r>
          </a:p>
          <a:p>
            <a:pPr marL="0" indent="0">
              <a:buNone/>
            </a:pPr>
            <a:r>
              <a:rPr lang="en-US" dirty="0" err="1"/>
              <a:t>slt</a:t>
            </a:r>
            <a:r>
              <a:rPr lang="en-US" dirty="0"/>
              <a:t> $t0, $s0, $a1 		#</a:t>
            </a:r>
            <a:r>
              <a:rPr lang="en-US" dirty="0" err="1"/>
              <a:t>reg</a:t>
            </a:r>
            <a:r>
              <a:rPr lang="en-US" dirty="0"/>
              <a:t> $t0 = 0 if $s0 &gt;= $a1 (</a:t>
            </a:r>
            <a:r>
              <a:rPr lang="en-US" dirty="0" err="1"/>
              <a:t>i</a:t>
            </a:r>
            <a:r>
              <a:rPr lang="en-US" dirty="0"/>
              <a:t>&gt;=n)</a:t>
            </a:r>
          </a:p>
          <a:p>
            <a:pPr marL="0" indent="0">
              <a:buNone/>
            </a:pPr>
            <a:r>
              <a:rPr lang="en-US" dirty="0" err="1"/>
              <a:t>beq</a:t>
            </a:r>
            <a:r>
              <a:rPr lang="en-US" dirty="0"/>
              <a:t> $t0, $zero,exit1 	#go to exit1 if $s0&gt;=$a1 (</a:t>
            </a:r>
            <a:r>
              <a:rPr lang="en-US" dirty="0" err="1"/>
              <a:t>i</a:t>
            </a:r>
            <a:r>
              <a:rPr lang="en-US" dirty="0"/>
              <a:t>&gt;=n)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j for1 			#jump to test of outer loop</a:t>
            </a:r>
          </a:p>
          <a:p>
            <a:pPr marL="0" indent="0">
              <a:buNone/>
            </a:pPr>
            <a:r>
              <a:rPr lang="en-US" dirty="0"/>
              <a:t>exit1: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212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sort – Inner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for (j=i-1; j&gt;= 0 &amp;&amp; v[j] &gt; v[j+1]; j--)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addi</a:t>
            </a:r>
            <a:r>
              <a:rPr lang="en-US" dirty="0"/>
              <a:t> $s1, $s0, –1 		# j = </a:t>
            </a:r>
            <a:r>
              <a:rPr lang="en-US" dirty="0" err="1"/>
              <a:t>i</a:t>
            </a:r>
            <a:r>
              <a:rPr lang="en-US" dirty="0"/>
              <a:t> – 1</a:t>
            </a:r>
          </a:p>
          <a:p>
            <a:pPr marL="0" indent="0">
              <a:buNone/>
            </a:pPr>
            <a:r>
              <a:rPr lang="en-US" dirty="0"/>
              <a:t>for2:</a:t>
            </a:r>
          </a:p>
          <a:p>
            <a:pPr marL="0" indent="0">
              <a:buNone/>
            </a:pPr>
            <a:r>
              <a:rPr lang="en-US" dirty="0" err="1"/>
              <a:t>slti</a:t>
            </a:r>
            <a:r>
              <a:rPr lang="en-US" dirty="0"/>
              <a:t> $t0, $s1, 0 			# </a:t>
            </a:r>
            <a:r>
              <a:rPr lang="en-US" dirty="0" err="1"/>
              <a:t>reg</a:t>
            </a:r>
            <a:r>
              <a:rPr lang="en-US" dirty="0"/>
              <a:t> $t0 = 1 if $s1 &lt; 0 (j&lt;0)</a:t>
            </a:r>
          </a:p>
          <a:p>
            <a:pPr marL="0" indent="0">
              <a:buNone/>
            </a:pPr>
            <a:r>
              <a:rPr lang="en-US" dirty="0" err="1"/>
              <a:t>bne</a:t>
            </a:r>
            <a:r>
              <a:rPr lang="en-US" dirty="0"/>
              <a:t> $t0, $zero,exit2 		# go to exit2 if $s1&lt;0 (j&lt;0)</a:t>
            </a:r>
          </a:p>
          <a:p>
            <a:pPr marL="0" indent="0">
              <a:buNone/>
            </a:pPr>
            <a:r>
              <a:rPr lang="en-US" dirty="0" err="1"/>
              <a:t>sll</a:t>
            </a:r>
            <a:r>
              <a:rPr lang="en-US" dirty="0"/>
              <a:t> $t1, $s1,2 			# </a:t>
            </a:r>
            <a:r>
              <a:rPr lang="en-US" dirty="0" err="1"/>
              <a:t>reg</a:t>
            </a:r>
            <a:r>
              <a:rPr lang="en-US" dirty="0"/>
              <a:t> $t1 = j * 4</a:t>
            </a:r>
          </a:p>
          <a:p>
            <a:pPr marL="0" indent="0">
              <a:buNone/>
            </a:pPr>
            <a:r>
              <a:rPr lang="en-US" dirty="0"/>
              <a:t>add $t2, $a0,$t1 		# </a:t>
            </a:r>
            <a:r>
              <a:rPr lang="en-US" dirty="0" err="1"/>
              <a:t>reg</a:t>
            </a:r>
            <a:r>
              <a:rPr lang="en-US" dirty="0"/>
              <a:t> $t2 = v + (j * 4)</a:t>
            </a:r>
          </a:p>
          <a:p>
            <a:pPr marL="0" indent="0">
              <a:buNone/>
            </a:pPr>
            <a:r>
              <a:rPr lang="en-US" dirty="0" err="1"/>
              <a:t>lw</a:t>
            </a:r>
            <a:r>
              <a:rPr lang="en-US" dirty="0"/>
              <a:t> $t3, 0($t2) 			# </a:t>
            </a:r>
            <a:r>
              <a:rPr lang="en-US" dirty="0" err="1"/>
              <a:t>reg</a:t>
            </a:r>
            <a:r>
              <a:rPr lang="en-US" dirty="0"/>
              <a:t> $t3 = v[j]</a:t>
            </a:r>
          </a:p>
          <a:p>
            <a:pPr marL="0" indent="0">
              <a:buNone/>
            </a:pPr>
            <a:r>
              <a:rPr lang="en-US" dirty="0" err="1"/>
              <a:t>lw</a:t>
            </a:r>
            <a:r>
              <a:rPr lang="en-US" dirty="0"/>
              <a:t> $t4, 4($t2) 			# </a:t>
            </a:r>
            <a:r>
              <a:rPr lang="en-US" dirty="0" err="1"/>
              <a:t>reg</a:t>
            </a:r>
            <a:r>
              <a:rPr lang="en-US" dirty="0"/>
              <a:t> $t4 = v[j + 1]</a:t>
            </a:r>
          </a:p>
          <a:p>
            <a:pPr marL="0" indent="0">
              <a:buNone/>
            </a:pPr>
            <a:r>
              <a:rPr lang="en-US" dirty="0" err="1"/>
              <a:t>slt</a:t>
            </a:r>
            <a:r>
              <a:rPr lang="en-US" dirty="0"/>
              <a:t> $t0, $t4, $t3 			# </a:t>
            </a:r>
            <a:r>
              <a:rPr lang="en-US" dirty="0" err="1"/>
              <a:t>reg</a:t>
            </a:r>
            <a:r>
              <a:rPr lang="en-US" dirty="0"/>
              <a:t> $t0 = 0 if $t4 &gt;= $t3</a:t>
            </a:r>
          </a:p>
          <a:p>
            <a:pPr marL="0" indent="0">
              <a:buNone/>
            </a:pPr>
            <a:r>
              <a:rPr lang="en-US" dirty="0" err="1"/>
              <a:t>beq</a:t>
            </a:r>
            <a:r>
              <a:rPr lang="en-US" dirty="0"/>
              <a:t> $t0, $zero,exit2 		# go to exit2 if $t4 &gt;= $t3</a:t>
            </a:r>
          </a:p>
          <a:p>
            <a:pPr marL="0" indent="0">
              <a:buNone/>
            </a:pPr>
            <a:r>
              <a:rPr lang="en-US" dirty="0"/>
              <a:t>...</a:t>
            </a:r>
          </a:p>
          <a:p>
            <a:pPr marL="0" indent="0">
              <a:buNone/>
            </a:pPr>
            <a:r>
              <a:rPr lang="en-US" dirty="0" err="1"/>
              <a:t>addi</a:t>
            </a:r>
            <a:r>
              <a:rPr lang="en-US" dirty="0"/>
              <a:t> $s1, $s1, –1 		# j -= 1</a:t>
            </a:r>
          </a:p>
          <a:p>
            <a:pPr marL="0" indent="0">
              <a:buNone/>
            </a:pPr>
            <a:r>
              <a:rPr lang="en-US" dirty="0"/>
              <a:t>j for2 				# jump to test of inner loop</a:t>
            </a:r>
          </a:p>
          <a:p>
            <a:pPr marL="0" indent="0">
              <a:buNone/>
            </a:pPr>
            <a:r>
              <a:rPr lang="en-US" dirty="0"/>
              <a:t>exit2: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03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sort – Calling Swap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Preserve contents of $a0 and $a1</a:t>
            </a:r>
          </a:p>
          <a:p>
            <a:pPr lvl="1"/>
            <a:r>
              <a:rPr lang="en-US" dirty="0"/>
              <a:t>If we have unused registers, storing $a0 and $a1 there will be faster than storing on the stack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add $s2, $a0, $zero 	# copy parameter $a0 into $s2</a:t>
            </a:r>
          </a:p>
          <a:p>
            <a:pPr marL="0" indent="0">
              <a:buNone/>
            </a:pPr>
            <a:r>
              <a:rPr lang="en-US" dirty="0"/>
              <a:t>add $s3, $a1, $zero 	# copy parameter $a1 into $s3 </a:t>
            </a:r>
          </a:p>
          <a:p>
            <a:pPr marL="0" indent="0">
              <a:buNone/>
            </a:pPr>
            <a:r>
              <a:rPr lang="en-US" dirty="0"/>
              <a:t>add $a0, $s2, $zero 	# first swap parameter is v</a:t>
            </a:r>
          </a:p>
          <a:p>
            <a:pPr marL="0" indent="0">
              <a:buNone/>
            </a:pPr>
            <a:r>
              <a:rPr lang="en-US" dirty="0"/>
              <a:t>add $a1, $s1, $zero 	# second swap parameter is j</a:t>
            </a:r>
          </a:p>
          <a:p>
            <a:pPr marL="0" indent="0">
              <a:buNone/>
            </a:pPr>
            <a:r>
              <a:rPr lang="en-US" dirty="0" err="1"/>
              <a:t>jal</a:t>
            </a:r>
            <a:r>
              <a:rPr lang="en-US" dirty="0"/>
              <a:t> swap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15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sort – before the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registers when sort begins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addi</a:t>
            </a:r>
            <a:r>
              <a:rPr lang="en-US" dirty="0"/>
              <a:t> $</a:t>
            </a:r>
            <a:r>
              <a:rPr lang="en-US" dirty="0" err="1"/>
              <a:t>sp</a:t>
            </a:r>
            <a:r>
              <a:rPr lang="en-US" dirty="0"/>
              <a:t>,$</a:t>
            </a:r>
            <a:r>
              <a:rPr lang="en-US" dirty="0" err="1"/>
              <a:t>sp</a:t>
            </a:r>
            <a:r>
              <a:rPr lang="en-US" dirty="0"/>
              <a:t>,–20 		# make room on stack for 5 </a:t>
            </a:r>
            <a:r>
              <a:rPr lang="en-US" dirty="0" err="1"/>
              <a:t>regs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sw</a:t>
            </a:r>
            <a:r>
              <a:rPr lang="en-US" dirty="0"/>
              <a:t> $ra,16($</a:t>
            </a:r>
            <a:r>
              <a:rPr lang="en-US" dirty="0" err="1"/>
              <a:t>sp</a:t>
            </a:r>
            <a:r>
              <a:rPr lang="en-US" dirty="0"/>
              <a:t>) 		# save $</a:t>
            </a:r>
            <a:r>
              <a:rPr lang="en-US" dirty="0" err="1"/>
              <a:t>ra</a:t>
            </a:r>
            <a:r>
              <a:rPr lang="en-US" dirty="0"/>
              <a:t> on stack</a:t>
            </a:r>
          </a:p>
          <a:p>
            <a:pPr marL="0" indent="0">
              <a:buNone/>
            </a:pPr>
            <a:r>
              <a:rPr lang="en-US" dirty="0" err="1"/>
              <a:t>sw</a:t>
            </a:r>
            <a:r>
              <a:rPr lang="en-US" dirty="0"/>
              <a:t> $s3,12($</a:t>
            </a:r>
            <a:r>
              <a:rPr lang="en-US" dirty="0" err="1"/>
              <a:t>sp</a:t>
            </a:r>
            <a:r>
              <a:rPr lang="en-US" dirty="0"/>
              <a:t>) 		# save $s3 on stack</a:t>
            </a:r>
          </a:p>
          <a:p>
            <a:pPr marL="0" indent="0">
              <a:buNone/>
            </a:pPr>
            <a:r>
              <a:rPr lang="en-US" dirty="0" err="1"/>
              <a:t>sw</a:t>
            </a:r>
            <a:r>
              <a:rPr lang="en-US" dirty="0"/>
              <a:t> $s2, 8($</a:t>
            </a:r>
            <a:r>
              <a:rPr lang="en-US" dirty="0" err="1"/>
              <a:t>sp</a:t>
            </a:r>
            <a:r>
              <a:rPr lang="en-US" dirty="0"/>
              <a:t>) 		# save $s2 on stack</a:t>
            </a:r>
          </a:p>
          <a:p>
            <a:pPr marL="0" indent="0">
              <a:buNone/>
            </a:pPr>
            <a:r>
              <a:rPr lang="en-US" dirty="0" err="1"/>
              <a:t>sw</a:t>
            </a:r>
            <a:r>
              <a:rPr lang="en-US" dirty="0"/>
              <a:t> $s1, 4($</a:t>
            </a:r>
            <a:r>
              <a:rPr lang="en-US" dirty="0" err="1"/>
              <a:t>sp</a:t>
            </a:r>
            <a:r>
              <a:rPr lang="en-US" dirty="0"/>
              <a:t>) 		# save $s1 on stack</a:t>
            </a:r>
          </a:p>
          <a:p>
            <a:pPr marL="0" indent="0">
              <a:buNone/>
            </a:pPr>
            <a:r>
              <a:rPr lang="en-US" dirty="0" err="1"/>
              <a:t>sw</a:t>
            </a:r>
            <a:r>
              <a:rPr lang="en-US" dirty="0"/>
              <a:t> $s0, 0($</a:t>
            </a:r>
            <a:r>
              <a:rPr lang="en-US" dirty="0" err="1"/>
              <a:t>sp</a:t>
            </a:r>
            <a:r>
              <a:rPr lang="en-US" dirty="0"/>
              <a:t>) 		# save $s0 on stack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38732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sort – after the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Restore registers when sort ends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lw</a:t>
            </a:r>
            <a:r>
              <a:rPr lang="en-US" dirty="0"/>
              <a:t> $s0, 0($</a:t>
            </a:r>
            <a:r>
              <a:rPr lang="en-US" dirty="0" err="1"/>
              <a:t>sp</a:t>
            </a:r>
            <a:r>
              <a:rPr lang="en-US" dirty="0"/>
              <a:t>) 		# restore $s0 from stack</a:t>
            </a:r>
          </a:p>
          <a:p>
            <a:pPr marL="0" indent="0">
              <a:buNone/>
            </a:pPr>
            <a:r>
              <a:rPr lang="en-US" dirty="0" err="1"/>
              <a:t>lw</a:t>
            </a:r>
            <a:r>
              <a:rPr lang="en-US" dirty="0"/>
              <a:t> $s1, 4($</a:t>
            </a:r>
            <a:r>
              <a:rPr lang="en-US" dirty="0" err="1"/>
              <a:t>sp</a:t>
            </a:r>
            <a:r>
              <a:rPr lang="en-US" dirty="0"/>
              <a:t>)	 	# restore $s1 from stack</a:t>
            </a:r>
          </a:p>
          <a:p>
            <a:pPr marL="0" indent="0">
              <a:buNone/>
            </a:pPr>
            <a:r>
              <a:rPr lang="en-US" dirty="0" err="1"/>
              <a:t>lw</a:t>
            </a:r>
            <a:r>
              <a:rPr lang="en-US" dirty="0"/>
              <a:t> $s2, 8($</a:t>
            </a:r>
            <a:r>
              <a:rPr lang="en-US" dirty="0" err="1"/>
              <a:t>sp</a:t>
            </a:r>
            <a:r>
              <a:rPr lang="en-US" dirty="0"/>
              <a:t>) 		# restore $s2 from stack</a:t>
            </a:r>
          </a:p>
          <a:p>
            <a:pPr marL="0" indent="0">
              <a:buNone/>
            </a:pPr>
            <a:r>
              <a:rPr lang="en-US" dirty="0" err="1"/>
              <a:t>lw</a:t>
            </a:r>
            <a:r>
              <a:rPr lang="en-US" dirty="0"/>
              <a:t> $s3,12($</a:t>
            </a:r>
            <a:r>
              <a:rPr lang="en-US" dirty="0" err="1"/>
              <a:t>sp</a:t>
            </a:r>
            <a:r>
              <a:rPr lang="en-US" dirty="0"/>
              <a:t>) 		# restore $s3 from stack</a:t>
            </a:r>
          </a:p>
          <a:p>
            <a:pPr marL="0" indent="0">
              <a:buNone/>
            </a:pPr>
            <a:r>
              <a:rPr lang="en-US" dirty="0" err="1"/>
              <a:t>lw</a:t>
            </a:r>
            <a:r>
              <a:rPr lang="en-US" dirty="0"/>
              <a:t> $ra,16($</a:t>
            </a:r>
            <a:r>
              <a:rPr lang="en-US" dirty="0" err="1"/>
              <a:t>sp</a:t>
            </a:r>
            <a:r>
              <a:rPr lang="en-US" dirty="0"/>
              <a:t>) 		# restore $</a:t>
            </a:r>
            <a:r>
              <a:rPr lang="en-US" dirty="0" err="1"/>
              <a:t>ra</a:t>
            </a:r>
            <a:r>
              <a:rPr lang="en-US" dirty="0"/>
              <a:t> from stack</a:t>
            </a:r>
          </a:p>
          <a:p>
            <a:pPr marL="0" indent="0">
              <a:buNone/>
            </a:pPr>
            <a:r>
              <a:rPr lang="en-US" dirty="0" err="1"/>
              <a:t>addi</a:t>
            </a:r>
            <a:r>
              <a:rPr lang="en-US" dirty="0"/>
              <a:t> $</a:t>
            </a:r>
            <a:r>
              <a:rPr lang="en-US" dirty="0" err="1"/>
              <a:t>sp</a:t>
            </a:r>
            <a:r>
              <a:rPr lang="en-US" dirty="0"/>
              <a:t>,$</a:t>
            </a:r>
            <a:r>
              <a:rPr lang="en-US" dirty="0" err="1"/>
              <a:t>sp</a:t>
            </a:r>
            <a:r>
              <a:rPr lang="en-US" dirty="0"/>
              <a:t>, 20 		# restore stack pointer</a:t>
            </a:r>
          </a:p>
        </p:txBody>
      </p:sp>
    </p:spTree>
    <p:extLst>
      <p:ext uri="{BB962C8B-B14F-4D97-AF65-F5344CB8AC3E}">
        <p14:creationId xmlns:p14="http://schemas.microsoft.com/office/powerpoint/2010/main" val="370519636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/>
              <a:t>sort: </a:t>
            </a:r>
          </a:p>
          <a:p>
            <a:pPr marL="0" indent="0">
              <a:buNone/>
            </a:pPr>
            <a:r>
              <a:rPr lang="en-US" sz="1000" dirty="0" err="1"/>
              <a:t>addi</a:t>
            </a:r>
            <a:r>
              <a:rPr lang="en-US" sz="1000" dirty="0"/>
              <a:t> $</a:t>
            </a:r>
            <a:r>
              <a:rPr lang="en-US" sz="1000" dirty="0" err="1"/>
              <a:t>sp</a:t>
            </a:r>
            <a:r>
              <a:rPr lang="en-US" sz="1000" dirty="0"/>
              <a:t>,$</a:t>
            </a:r>
            <a:r>
              <a:rPr lang="en-US" sz="1000" dirty="0" err="1"/>
              <a:t>sp</a:t>
            </a:r>
            <a:r>
              <a:rPr lang="en-US" sz="1000" dirty="0"/>
              <a:t>, –20 	# make room on stack for 5 registers</a:t>
            </a:r>
          </a:p>
          <a:p>
            <a:pPr marL="0" indent="0">
              <a:buNone/>
            </a:pPr>
            <a:r>
              <a:rPr lang="en-US" sz="1000" dirty="0" err="1"/>
              <a:t>sw</a:t>
            </a:r>
            <a:r>
              <a:rPr lang="en-US" sz="1000" dirty="0"/>
              <a:t> $</a:t>
            </a:r>
            <a:r>
              <a:rPr lang="en-US" sz="1000" dirty="0" err="1"/>
              <a:t>ra</a:t>
            </a:r>
            <a:r>
              <a:rPr lang="en-US" sz="1000" dirty="0"/>
              <a:t>, 16($</a:t>
            </a:r>
            <a:r>
              <a:rPr lang="en-US" sz="1000" dirty="0" err="1"/>
              <a:t>sp</a:t>
            </a:r>
            <a:r>
              <a:rPr lang="en-US" sz="1000" dirty="0"/>
              <a:t>)	 	# save $</a:t>
            </a:r>
            <a:r>
              <a:rPr lang="en-US" sz="1000" dirty="0" err="1"/>
              <a:t>ra</a:t>
            </a:r>
            <a:r>
              <a:rPr lang="en-US" sz="1000" dirty="0"/>
              <a:t> on stack</a:t>
            </a:r>
          </a:p>
          <a:p>
            <a:pPr marL="0" indent="0">
              <a:buNone/>
            </a:pPr>
            <a:r>
              <a:rPr lang="en-US" sz="1000" dirty="0" err="1"/>
              <a:t>sw</a:t>
            </a:r>
            <a:r>
              <a:rPr lang="en-US" sz="1000" dirty="0"/>
              <a:t> $s3,12($</a:t>
            </a:r>
            <a:r>
              <a:rPr lang="en-US" sz="1000" dirty="0" err="1"/>
              <a:t>sp</a:t>
            </a:r>
            <a:r>
              <a:rPr lang="en-US" sz="1000" dirty="0"/>
              <a:t>) 		# save $s3 on stack</a:t>
            </a:r>
          </a:p>
          <a:p>
            <a:pPr marL="0" indent="0">
              <a:buNone/>
            </a:pPr>
            <a:r>
              <a:rPr lang="en-US" sz="1000" dirty="0" err="1"/>
              <a:t>sw</a:t>
            </a:r>
            <a:r>
              <a:rPr lang="en-US" sz="1000" dirty="0"/>
              <a:t> $s2, 8($</a:t>
            </a:r>
            <a:r>
              <a:rPr lang="en-US" sz="1000" dirty="0" err="1"/>
              <a:t>sp</a:t>
            </a:r>
            <a:r>
              <a:rPr lang="en-US" sz="1000" dirty="0"/>
              <a:t>) 		# save $s2 on stack</a:t>
            </a:r>
          </a:p>
          <a:p>
            <a:pPr marL="0" indent="0">
              <a:buNone/>
            </a:pPr>
            <a:r>
              <a:rPr lang="en-US" sz="1000" dirty="0" err="1"/>
              <a:t>sw</a:t>
            </a:r>
            <a:r>
              <a:rPr lang="en-US" sz="1000" dirty="0"/>
              <a:t> $s1, 4($</a:t>
            </a:r>
            <a:r>
              <a:rPr lang="en-US" sz="1000" dirty="0" err="1"/>
              <a:t>sp</a:t>
            </a:r>
            <a:r>
              <a:rPr lang="en-US" sz="1000" dirty="0"/>
              <a:t>) 		# save $s1 on stack</a:t>
            </a:r>
          </a:p>
          <a:p>
            <a:pPr marL="0" indent="0">
              <a:buNone/>
            </a:pPr>
            <a:r>
              <a:rPr lang="en-US" sz="1000" dirty="0" err="1"/>
              <a:t>sw</a:t>
            </a:r>
            <a:r>
              <a:rPr lang="en-US" sz="1000" dirty="0"/>
              <a:t> $s0, 0($</a:t>
            </a:r>
            <a:r>
              <a:rPr lang="en-US" sz="1000" dirty="0" err="1"/>
              <a:t>sp</a:t>
            </a:r>
            <a:r>
              <a:rPr lang="en-US" sz="1000" dirty="0"/>
              <a:t>) 		# save $s0 on stack</a:t>
            </a:r>
          </a:p>
          <a:p>
            <a:pPr marL="0" indent="0">
              <a:buNone/>
            </a:pPr>
            <a:r>
              <a:rPr lang="en-US" sz="1000" dirty="0"/>
              <a:t> </a:t>
            </a:r>
          </a:p>
          <a:p>
            <a:pPr marL="0" indent="0">
              <a:buNone/>
            </a:pPr>
            <a:r>
              <a:rPr lang="en-US" sz="1000" dirty="0"/>
              <a:t>add $s2, $a0, $zero 	# copy parameter $a0 into $s2</a:t>
            </a:r>
          </a:p>
          <a:p>
            <a:pPr marL="0" indent="0">
              <a:buNone/>
            </a:pPr>
            <a:r>
              <a:rPr lang="en-US" sz="1000" dirty="0"/>
              <a:t>add $s3, $a1, $zero 	# copy parameter $a1 into $s3</a:t>
            </a:r>
          </a:p>
          <a:p>
            <a:pPr marL="0" indent="0">
              <a:buNone/>
            </a:pPr>
            <a:r>
              <a:rPr lang="en-US" sz="1000" dirty="0"/>
              <a:t> </a:t>
            </a:r>
          </a:p>
          <a:p>
            <a:pPr marL="0" indent="0">
              <a:buNone/>
            </a:pPr>
            <a:r>
              <a:rPr lang="en-US" sz="1000" dirty="0"/>
              <a:t>add $s0, $zero, $zero 	# </a:t>
            </a:r>
            <a:r>
              <a:rPr lang="en-US" sz="1000" dirty="0" err="1"/>
              <a:t>i</a:t>
            </a:r>
            <a:r>
              <a:rPr lang="en-US" sz="1000" dirty="0"/>
              <a:t> = s0 = 0</a:t>
            </a:r>
          </a:p>
          <a:p>
            <a:pPr marL="0" indent="0">
              <a:buNone/>
            </a:pPr>
            <a:r>
              <a:rPr lang="en-US" sz="1000" dirty="0"/>
              <a:t>for1:</a:t>
            </a:r>
          </a:p>
          <a:p>
            <a:pPr marL="0" indent="0">
              <a:buNone/>
            </a:pPr>
            <a:r>
              <a:rPr lang="en-US" sz="1000" dirty="0" err="1"/>
              <a:t>slt</a:t>
            </a:r>
            <a:r>
              <a:rPr lang="en-US" sz="1000" dirty="0"/>
              <a:t> $t0, $s0, $a1 	# </a:t>
            </a:r>
            <a:r>
              <a:rPr lang="en-US" sz="1000" dirty="0" err="1"/>
              <a:t>reg</a:t>
            </a:r>
            <a:r>
              <a:rPr lang="en-US" sz="1000" dirty="0"/>
              <a:t> $t0 = 0 if $s0 &gt;= $a1 (</a:t>
            </a:r>
            <a:r>
              <a:rPr lang="en-US" sz="1000" dirty="0" err="1"/>
              <a:t>i</a:t>
            </a:r>
            <a:r>
              <a:rPr lang="en-US" sz="1000" dirty="0"/>
              <a:t>&gt;=n)</a:t>
            </a:r>
          </a:p>
          <a:p>
            <a:pPr marL="0" indent="0">
              <a:buNone/>
            </a:pPr>
            <a:r>
              <a:rPr lang="en-US" sz="1000" dirty="0" err="1"/>
              <a:t>beq</a:t>
            </a:r>
            <a:r>
              <a:rPr lang="en-US" sz="1000" dirty="0"/>
              <a:t> $t0, $zero,exit1 	# go to exit1 if $s0􀁵$a1 (</a:t>
            </a:r>
            <a:r>
              <a:rPr lang="en-US" sz="1000" dirty="0" err="1"/>
              <a:t>i</a:t>
            </a:r>
            <a:r>
              <a:rPr lang="en-US" sz="1000" dirty="0"/>
              <a:t>&gt;=n)</a:t>
            </a:r>
          </a:p>
          <a:p>
            <a:pPr marL="0" indent="0">
              <a:buNone/>
            </a:pPr>
            <a:r>
              <a:rPr lang="en-US" sz="1000" dirty="0"/>
              <a:t> </a:t>
            </a:r>
          </a:p>
          <a:p>
            <a:pPr marL="0" indent="0">
              <a:buNone/>
            </a:pPr>
            <a:r>
              <a:rPr lang="en-US" sz="1000" dirty="0" err="1"/>
              <a:t>addi</a:t>
            </a:r>
            <a:r>
              <a:rPr lang="en-US" sz="1000" dirty="0"/>
              <a:t> $s1, $s0, –1 	# j = </a:t>
            </a:r>
            <a:r>
              <a:rPr lang="en-US" sz="1000" dirty="0" err="1"/>
              <a:t>i</a:t>
            </a:r>
            <a:r>
              <a:rPr lang="en-US" sz="1000" dirty="0"/>
              <a:t> – 1</a:t>
            </a:r>
          </a:p>
          <a:p>
            <a:pPr marL="0" indent="0">
              <a:buNone/>
            </a:pPr>
            <a:r>
              <a:rPr lang="en-US" sz="1000" dirty="0"/>
              <a:t>for2:</a:t>
            </a:r>
          </a:p>
          <a:p>
            <a:pPr marL="0" indent="0">
              <a:buNone/>
            </a:pPr>
            <a:r>
              <a:rPr lang="en-US" sz="1000" dirty="0" err="1"/>
              <a:t>slti</a:t>
            </a:r>
            <a:r>
              <a:rPr lang="en-US" sz="1000" dirty="0"/>
              <a:t> $t0, $s1, 0 		# </a:t>
            </a:r>
            <a:r>
              <a:rPr lang="en-US" sz="1000" dirty="0" err="1"/>
              <a:t>reg</a:t>
            </a:r>
            <a:r>
              <a:rPr lang="en-US" sz="1000" dirty="0"/>
              <a:t> $t0 = 1 if $s1 &lt; 0 (j&lt;0)</a:t>
            </a:r>
          </a:p>
          <a:p>
            <a:pPr marL="0" indent="0">
              <a:buNone/>
            </a:pPr>
            <a:r>
              <a:rPr lang="en-US" sz="1000" dirty="0" err="1"/>
              <a:t>bne</a:t>
            </a:r>
            <a:r>
              <a:rPr lang="en-US" sz="1000" dirty="0"/>
              <a:t> $t0, $zero,exit2 	# go to exit2 if $s1&lt;0 (j&lt;0)</a:t>
            </a:r>
          </a:p>
          <a:p>
            <a:pPr marL="0" indent="0">
              <a:buNone/>
            </a:pPr>
            <a:r>
              <a:rPr lang="en-US" sz="1000" dirty="0" err="1"/>
              <a:t>sll</a:t>
            </a:r>
            <a:r>
              <a:rPr lang="en-US" sz="1000" dirty="0"/>
              <a:t> $t1, $s1,2 		# </a:t>
            </a:r>
            <a:r>
              <a:rPr lang="en-US" sz="1000" dirty="0" err="1"/>
              <a:t>reg</a:t>
            </a:r>
            <a:r>
              <a:rPr lang="en-US" sz="1000" dirty="0"/>
              <a:t> $t1 = j * 4</a:t>
            </a:r>
          </a:p>
          <a:p>
            <a:pPr marL="0" indent="0">
              <a:buNone/>
            </a:pPr>
            <a:r>
              <a:rPr lang="en-US" sz="1000" dirty="0"/>
              <a:t>add $t2, $a0,$t1 	# </a:t>
            </a:r>
            <a:r>
              <a:rPr lang="en-US" sz="1000" dirty="0" err="1"/>
              <a:t>reg</a:t>
            </a:r>
            <a:r>
              <a:rPr lang="en-US" sz="1000" dirty="0"/>
              <a:t> $t2 = v + (j * 4)</a:t>
            </a:r>
          </a:p>
          <a:p>
            <a:pPr marL="0" indent="0">
              <a:buNone/>
            </a:pPr>
            <a:r>
              <a:rPr lang="en-US" sz="1000" dirty="0" err="1"/>
              <a:t>lw</a:t>
            </a:r>
            <a:r>
              <a:rPr lang="en-US" sz="1000" dirty="0"/>
              <a:t> $t3, 0($t2) 		# </a:t>
            </a:r>
            <a:r>
              <a:rPr lang="en-US" sz="1000" dirty="0" err="1"/>
              <a:t>reg</a:t>
            </a:r>
            <a:r>
              <a:rPr lang="en-US" sz="1000" dirty="0"/>
              <a:t> $t3 = v[j]</a:t>
            </a:r>
          </a:p>
          <a:p>
            <a:pPr marL="0" indent="0">
              <a:buNone/>
            </a:pPr>
            <a:r>
              <a:rPr lang="en-US" sz="1000" dirty="0" err="1"/>
              <a:t>lw</a:t>
            </a:r>
            <a:r>
              <a:rPr lang="en-US" sz="1000" dirty="0"/>
              <a:t> $t4, 4($t2) 		# </a:t>
            </a:r>
            <a:r>
              <a:rPr lang="en-US" sz="1000" dirty="0" err="1"/>
              <a:t>reg</a:t>
            </a:r>
            <a:r>
              <a:rPr lang="en-US" sz="1000" dirty="0"/>
              <a:t> $t4 = v[j + 1]</a:t>
            </a:r>
          </a:p>
          <a:p>
            <a:pPr marL="0" indent="0">
              <a:buNone/>
            </a:pPr>
            <a:r>
              <a:rPr lang="en-US" sz="1000" dirty="0" err="1"/>
              <a:t>slt</a:t>
            </a:r>
            <a:r>
              <a:rPr lang="en-US" sz="1000" dirty="0"/>
              <a:t> $t0, $t4, $t3 		# </a:t>
            </a:r>
            <a:r>
              <a:rPr lang="en-US" sz="1000" dirty="0" err="1"/>
              <a:t>reg</a:t>
            </a:r>
            <a:r>
              <a:rPr lang="en-US" sz="1000" dirty="0"/>
              <a:t> $t0 = 0 if $t4 &gt;= $t3</a:t>
            </a:r>
          </a:p>
          <a:p>
            <a:pPr marL="0" indent="0">
              <a:buNone/>
            </a:pPr>
            <a:r>
              <a:rPr lang="en-US" sz="1000" dirty="0" err="1"/>
              <a:t>beq</a:t>
            </a:r>
            <a:r>
              <a:rPr lang="en-US" sz="1000" dirty="0"/>
              <a:t> $t0, $zero,exit2 	# go to exit2 if $t4 &gt;= $t3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/>
              <a:t>add $a0, $s2, $zero 	# first swap parameter is v</a:t>
            </a:r>
          </a:p>
          <a:p>
            <a:pPr marL="0" indent="0">
              <a:buNone/>
            </a:pPr>
            <a:r>
              <a:rPr lang="en-US" sz="1000" dirty="0"/>
              <a:t>add $a1, $s1, $zero 	# second swap parameter is j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 err="1"/>
              <a:t>jal</a:t>
            </a:r>
            <a:r>
              <a:rPr lang="en-US" sz="1000" dirty="0"/>
              <a:t> swap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 err="1"/>
              <a:t>addi</a:t>
            </a:r>
            <a:r>
              <a:rPr lang="en-US" sz="1000" dirty="0"/>
              <a:t> $s1, $s1, –1 	# j -= 1</a:t>
            </a:r>
          </a:p>
          <a:p>
            <a:pPr marL="0" indent="0">
              <a:buNone/>
            </a:pPr>
            <a:r>
              <a:rPr lang="en-US" sz="1000" dirty="0"/>
              <a:t>j for2 		# jump to test of inner loop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/>
              <a:t>exit2:</a:t>
            </a:r>
          </a:p>
          <a:p>
            <a:pPr marL="0" indent="0">
              <a:buNone/>
            </a:pPr>
            <a:r>
              <a:rPr lang="en-US" sz="1000" dirty="0" err="1"/>
              <a:t>addi</a:t>
            </a:r>
            <a:r>
              <a:rPr lang="en-US" sz="1000" dirty="0"/>
              <a:t> $s0, $s0, 1 	# </a:t>
            </a:r>
            <a:r>
              <a:rPr lang="en-US" sz="1000" dirty="0" err="1"/>
              <a:t>i</a:t>
            </a:r>
            <a:r>
              <a:rPr lang="en-US" sz="1000" dirty="0"/>
              <a:t> += 1</a:t>
            </a:r>
          </a:p>
          <a:p>
            <a:pPr marL="0" indent="0">
              <a:buNone/>
            </a:pPr>
            <a:r>
              <a:rPr lang="en-US" sz="1000" dirty="0"/>
              <a:t>j for1		# jump to test of outer loop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/>
              <a:t>exit1:</a:t>
            </a:r>
          </a:p>
          <a:p>
            <a:pPr marL="0" indent="0">
              <a:buNone/>
            </a:pPr>
            <a:r>
              <a:rPr lang="en-US" sz="1000" dirty="0" err="1"/>
              <a:t>lw</a:t>
            </a:r>
            <a:r>
              <a:rPr lang="en-US" sz="1000" dirty="0"/>
              <a:t> $s0, 0($</a:t>
            </a:r>
            <a:r>
              <a:rPr lang="en-US" sz="1000" dirty="0" err="1"/>
              <a:t>sp</a:t>
            </a:r>
            <a:r>
              <a:rPr lang="en-US" sz="1000" dirty="0"/>
              <a:t>) 		# restore $s0 from stack</a:t>
            </a:r>
          </a:p>
          <a:p>
            <a:pPr marL="0" indent="0">
              <a:buNone/>
            </a:pPr>
            <a:r>
              <a:rPr lang="en-US" sz="1000" dirty="0" err="1"/>
              <a:t>lw</a:t>
            </a:r>
            <a:r>
              <a:rPr lang="en-US" sz="1000" dirty="0"/>
              <a:t> $s1, 4($</a:t>
            </a:r>
            <a:r>
              <a:rPr lang="en-US" sz="1000" dirty="0" err="1"/>
              <a:t>sp</a:t>
            </a:r>
            <a:r>
              <a:rPr lang="en-US" sz="1000" dirty="0"/>
              <a:t>)	 	# restore $s1 from stack</a:t>
            </a:r>
          </a:p>
          <a:p>
            <a:pPr marL="0" indent="0">
              <a:buNone/>
            </a:pPr>
            <a:r>
              <a:rPr lang="en-US" sz="1000" dirty="0" err="1"/>
              <a:t>lw</a:t>
            </a:r>
            <a:r>
              <a:rPr lang="en-US" sz="1000" dirty="0"/>
              <a:t> $s2, 8($</a:t>
            </a:r>
            <a:r>
              <a:rPr lang="en-US" sz="1000" dirty="0" err="1"/>
              <a:t>sp</a:t>
            </a:r>
            <a:r>
              <a:rPr lang="en-US" sz="1000" dirty="0"/>
              <a:t>) 		# restore $s2 from stack</a:t>
            </a:r>
          </a:p>
          <a:p>
            <a:pPr marL="0" indent="0">
              <a:buNone/>
            </a:pPr>
            <a:r>
              <a:rPr lang="en-US" sz="1000" dirty="0" err="1"/>
              <a:t>lw</a:t>
            </a:r>
            <a:r>
              <a:rPr lang="en-US" sz="1000" dirty="0"/>
              <a:t> $s3,12($</a:t>
            </a:r>
            <a:r>
              <a:rPr lang="en-US" sz="1000" dirty="0" err="1"/>
              <a:t>sp</a:t>
            </a:r>
            <a:r>
              <a:rPr lang="en-US" sz="1000" dirty="0"/>
              <a:t>) 		# restore $s3 from stack</a:t>
            </a:r>
          </a:p>
          <a:p>
            <a:pPr marL="0" indent="0">
              <a:buNone/>
            </a:pPr>
            <a:r>
              <a:rPr lang="en-US" sz="1000" dirty="0" err="1"/>
              <a:t>lw</a:t>
            </a:r>
            <a:r>
              <a:rPr lang="en-US" sz="1000" dirty="0"/>
              <a:t> $ra,16($</a:t>
            </a:r>
            <a:r>
              <a:rPr lang="en-US" sz="1000" dirty="0" err="1"/>
              <a:t>sp</a:t>
            </a:r>
            <a:r>
              <a:rPr lang="en-US" sz="1000" dirty="0"/>
              <a:t>) 		# restore $</a:t>
            </a:r>
            <a:r>
              <a:rPr lang="en-US" sz="1000" dirty="0" err="1"/>
              <a:t>ra</a:t>
            </a:r>
            <a:r>
              <a:rPr lang="en-US" sz="1000" dirty="0"/>
              <a:t> from stack</a:t>
            </a:r>
          </a:p>
          <a:p>
            <a:pPr marL="0" indent="0">
              <a:buNone/>
            </a:pPr>
            <a:r>
              <a:rPr lang="en-US" sz="1000" dirty="0" err="1"/>
              <a:t>addi</a:t>
            </a:r>
            <a:r>
              <a:rPr lang="en-US" sz="1000" dirty="0"/>
              <a:t> $</a:t>
            </a:r>
            <a:r>
              <a:rPr lang="en-US" sz="1000" dirty="0" err="1"/>
              <a:t>sp</a:t>
            </a:r>
            <a:r>
              <a:rPr lang="en-US" sz="1000" dirty="0"/>
              <a:t>,$</a:t>
            </a:r>
            <a:r>
              <a:rPr lang="en-US" sz="1000" dirty="0" err="1"/>
              <a:t>sp</a:t>
            </a:r>
            <a:r>
              <a:rPr lang="en-US" sz="1000" dirty="0"/>
              <a:t>, 20 	# restore stack pointer</a:t>
            </a:r>
          </a:p>
          <a:p>
            <a:pPr marL="0" indent="0">
              <a:buNone/>
            </a:pPr>
            <a:r>
              <a:rPr lang="en-US" sz="1000" dirty="0" err="1"/>
              <a:t>jr</a:t>
            </a:r>
            <a:r>
              <a:rPr lang="en-US" sz="1000" dirty="0"/>
              <a:t> $</a:t>
            </a:r>
            <a:r>
              <a:rPr lang="en-US" sz="1000" dirty="0" err="1"/>
              <a:t>ra</a:t>
            </a:r>
            <a:r>
              <a:rPr lang="en-US" sz="1000" dirty="0"/>
              <a:t> 		# return to calling routine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5068356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F232-9E10-8F07-37C5-E30E9898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System Calls in MIPS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BB363-49E2-EA72-0A2C-BC5065EC0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call functions like print() in assembly?</a:t>
            </a:r>
          </a:p>
          <a:p>
            <a:pPr marL="457200" indent="-457200">
              <a:buAutoNum type="arabicPeriod"/>
            </a:pPr>
            <a:r>
              <a:rPr lang="en-US" dirty="0"/>
              <a:t>Setup the call</a:t>
            </a:r>
          </a:p>
          <a:p>
            <a:pPr marL="731520" lvl="1" indent="-457200">
              <a:buAutoNum type="arabicPeriod"/>
            </a:pPr>
            <a:r>
              <a:rPr lang="en-US" dirty="0"/>
              <a:t>li $v0, 4		# Set the $v0 to the value of the </a:t>
            </a:r>
            <a:r>
              <a:rPr lang="en-US" dirty="0" err="1"/>
              <a:t>syscall</a:t>
            </a:r>
            <a:r>
              <a:rPr lang="en-US" dirty="0"/>
              <a:t> code.</a:t>
            </a:r>
            <a:br>
              <a:rPr lang="en-US" dirty="0"/>
            </a:br>
            <a:r>
              <a:rPr lang="en-US" dirty="0"/>
              <a:t>			# 4 = </a:t>
            </a:r>
            <a:r>
              <a:rPr lang="en-US" dirty="0" err="1"/>
              <a:t>print_string</a:t>
            </a:r>
            <a:endParaRPr lang="en-US" dirty="0"/>
          </a:p>
          <a:p>
            <a:pPr marL="731520" lvl="1" indent="-457200">
              <a:buAutoNum type="arabicPeriod"/>
            </a:pPr>
            <a:r>
              <a:rPr lang="en-US" dirty="0"/>
              <a:t>la $a0, msg	# Set the argument to the value of the address</a:t>
            </a:r>
            <a:br>
              <a:rPr lang="en-US" dirty="0"/>
            </a:br>
            <a:r>
              <a:rPr lang="en-US" dirty="0"/>
              <a:t>			# msg is a label pointing to the location of the 			# string we want to print</a:t>
            </a:r>
          </a:p>
          <a:p>
            <a:pPr marL="731520" lvl="1" indent="-457200">
              <a:buAutoNum type="arabicPeriod"/>
            </a:pPr>
            <a:r>
              <a:rPr lang="en-US" dirty="0" err="1"/>
              <a:t>syscall</a:t>
            </a:r>
            <a:r>
              <a:rPr lang="en-US" dirty="0"/>
              <a:t>		# Finally invoke </a:t>
            </a:r>
            <a:r>
              <a:rPr lang="en-US" dirty="0" err="1"/>
              <a:t>syscall</a:t>
            </a:r>
            <a:r>
              <a:rPr lang="en-US" dirty="0"/>
              <a:t>, which looks up the 			# code in $v0 to determine the function to run</a:t>
            </a:r>
            <a:br>
              <a:rPr lang="en-US" dirty="0"/>
            </a:br>
            <a:r>
              <a:rPr lang="en-US" dirty="0"/>
              <a:t>			# and passes in $a0 as an argument.</a:t>
            </a:r>
          </a:p>
          <a:p>
            <a:pPr marL="731520" lvl="1" indent="-457200">
              <a:buAutoNum type="arabicPeriod"/>
            </a:pPr>
            <a:r>
              <a:rPr lang="en-US" dirty="0"/>
              <a:t>This usually invokes a context switch where control passes from the user program to the operating system and back again for the execution of the system call.  More about this in COP 4600</a:t>
            </a:r>
            <a:br>
              <a:rPr lang="en-US" dirty="0"/>
            </a:br>
            <a:r>
              <a:rPr lang="en-US" dirty="0"/>
              <a:t>(</a:t>
            </a:r>
            <a:r>
              <a:rPr lang="en-US"/>
              <a:t>Operating Systems).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36240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906" name="Picture 10" descr="f02-2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700213"/>
            <a:ext cx="6030913" cy="441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Translation and Startup</a:t>
            </a:r>
            <a:endParaRPr lang="en-AU"/>
          </a:p>
        </p:txBody>
      </p:sp>
      <p:sp>
        <p:nvSpPr>
          <p:cNvPr id="336900" name="Text Box 4"/>
          <p:cNvSpPr txBox="1">
            <a:spLocks noChangeArrowheads="1"/>
          </p:cNvSpPr>
          <p:nvPr/>
        </p:nvSpPr>
        <p:spPr bwMode="auto">
          <a:xfrm>
            <a:off x="3563938" y="1989138"/>
            <a:ext cx="2736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Many compilers produce object modules directly</a:t>
            </a:r>
            <a:endParaRPr lang="en-AU"/>
          </a:p>
        </p:txBody>
      </p:sp>
      <p:sp>
        <p:nvSpPr>
          <p:cNvPr id="336901" name="AutoShape 5"/>
          <p:cNvSpPr>
            <a:spLocks/>
          </p:cNvSpPr>
          <p:nvPr/>
        </p:nvSpPr>
        <p:spPr bwMode="auto">
          <a:xfrm rot="-2520133">
            <a:off x="3276600" y="1557338"/>
            <a:ext cx="215900" cy="1800225"/>
          </a:xfrm>
          <a:prstGeom prst="rightBrace">
            <a:avLst>
              <a:gd name="adj1" fmla="val 694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6902" name="Text Box 6"/>
          <p:cNvSpPr txBox="1">
            <a:spLocks noChangeArrowheads="1"/>
          </p:cNvSpPr>
          <p:nvPr/>
        </p:nvSpPr>
        <p:spPr bwMode="auto">
          <a:xfrm>
            <a:off x="7164388" y="4149725"/>
            <a:ext cx="15541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Static linking</a:t>
            </a:r>
            <a:endParaRPr lang="en-AU"/>
          </a:p>
        </p:txBody>
      </p:sp>
      <p:sp>
        <p:nvSpPr>
          <p:cNvPr id="336903" name="AutoShape 7"/>
          <p:cNvSpPr>
            <a:spLocks/>
          </p:cNvSpPr>
          <p:nvPr/>
        </p:nvSpPr>
        <p:spPr bwMode="auto">
          <a:xfrm>
            <a:off x="6948488" y="3573463"/>
            <a:ext cx="215900" cy="15113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4724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Compiling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compiler transforms a high-level language into assembly instructions and </a:t>
            </a:r>
            <a:r>
              <a:rPr lang="en-US" dirty="0" err="1"/>
              <a:t>pseudoinstructions</a:t>
            </a:r>
            <a:endParaRPr lang="en-US" dirty="0"/>
          </a:p>
          <a:p>
            <a:pPr lvl="1"/>
            <a:r>
              <a:rPr lang="en-US" dirty="0"/>
              <a:t>High level languages use fewer lines of code</a:t>
            </a:r>
          </a:p>
          <a:p>
            <a:pPr lvl="1"/>
            <a:r>
              <a:rPr lang="en-US" dirty="0"/>
              <a:t>Modern programmer productivity is higher</a:t>
            </a:r>
          </a:p>
          <a:p>
            <a:pPr lvl="1"/>
            <a:r>
              <a:rPr lang="en-US" dirty="0"/>
              <a:t>Modern compilers are better at optimizing assembly language</a:t>
            </a:r>
          </a:p>
        </p:txBody>
      </p:sp>
    </p:spTree>
    <p:extLst>
      <p:ext uri="{BB962C8B-B14F-4D97-AF65-F5344CB8AC3E}">
        <p14:creationId xmlns:p14="http://schemas.microsoft.com/office/powerpoint/2010/main" val="344800734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Assembler Pseudoinstructions</a:t>
            </a:r>
            <a:endParaRPr lang="en-AU" sz="4000"/>
          </a:p>
        </p:txBody>
      </p:sp>
      <p:sp>
        <p:nvSpPr>
          <p:cNvPr id="338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3409950" algn="l"/>
                <a:tab pos="4038600" algn="l"/>
              </a:tabLst>
            </a:pPr>
            <a:r>
              <a:rPr lang="en-US" dirty="0" err="1"/>
              <a:t>Pseudoinstructions</a:t>
            </a:r>
            <a:r>
              <a:rPr lang="en-US" dirty="0"/>
              <a:t>: common variation of assembly language instructions</a:t>
            </a:r>
          </a:p>
          <a:p>
            <a:pPr>
              <a:tabLst>
                <a:tab pos="3409950" algn="l"/>
                <a:tab pos="4038600" algn="l"/>
              </a:tabLst>
            </a:pPr>
            <a:endParaRPr lang="en-US" dirty="0"/>
          </a:p>
          <a:p>
            <a:pPr>
              <a:buFont typeface="Wingdings" panose="05000000000000000000" pitchFamily="2" charset="2"/>
              <a:buNone/>
              <a:tabLst>
                <a:tab pos="3409950" algn="l"/>
                <a:tab pos="4038600" algn="l"/>
              </a:tabLst>
            </a:pPr>
            <a:r>
              <a:rPr lang="en-US" sz="2400" dirty="0">
                <a:latin typeface="Lucida Console" panose="020B0609040504020204" pitchFamily="49" charset="0"/>
              </a:rPr>
              <a:t>move $t0, $t1</a:t>
            </a:r>
            <a:r>
              <a:rPr lang="en-US" sz="2800" dirty="0"/>
              <a:t>	</a:t>
            </a:r>
            <a:r>
              <a:rPr lang="en-US" sz="2800" dirty="0">
                <a:cs typeface="Arial" panose="020B0604020202020204" pitchFamily="34" charset="0"/>
              </a:rPr>
              <a:t>→</a:t>
            </a:r>
            <a:r>
              <a:rPr lang="en-US" sz="2800" dirty="0"/>
              <a:t>	</a:t>
            </a:r>
            <a:r>
              <a:rPr lang="en-US" sz="2400" dirty="0">
                <a:latin typeface="Lucida Console" panose="020B0609040504020204" pitchFamily="49" charset="0"/>
              </a:rPr>
              <a:t>add $t0, $zero, $t1</a:t>
            </a:r>
          </a:p>
          <a:p>
            <a:pPr>
              <a:buFont typeface="Wingdings" panose="05000000000000000000" pitchFamily="2" charset="2"/>
              <a:buNone/>
              <a:tabLst>
                <a:tab pos="3409950" algn="l"/>
                <a:tab pos="4038600" algn="l"/>
              </a:tabLst>
            </a:pPr>
            <a:r>
              <a:rPr lang="en-US" sz="2400" dirty="0">
                <a:latin typeface="Lucida Console" panose="020B0609040504020204" pitchFamily="49" charset="0"/>
              </a:rPr>
              <a:t>	</a:t>
            </a:r>
          </a:p>
          <a:p>
            <a:pPr>
              <a:buFont typeface="Wingdings" panose="05000000000000000000" pitchFamily="2" charset="2"/>
              <a:buNone/>
              <a:tabLst>
                <a:tab pos="3409950" algn="l"/>
                <a:tab pos="4038600" algn="l"/>
              </a:tabLst>
            </a:pPr>
            <a:r>
              <a:rPr lang="en-US" sz="2400" dirty="0" err="1">
                <a:latin typeface="Lucida Console" panose="020B0609040504020204" pitchFamily="49" charset="0"/>
              </a:rPr>
              <a:t>blt</a:t>
            </a:r>
            <a:r>
              <a:rPr lang="en-US" sz="2400" dirty="0">
                <a:latin typeface="Lucida Console" panose="020B0609040504020204" pitchFamily="49" charset="0"/>
              </a:rPr>
              <a:t> $t0, $t1, L</a:t>
            </a:r>
            <a:r>
              <a:rPr lang="en-US" sz="2800" dirty="0"/>
              <a:t>	</a:t>
            </a:r>
            <a:r>
              <a:rPr lang="en-US" sz="2800" dirty="0">
                <a:cs typeface="Arial" panose="020B0604020202020204" pitchFamily="34" charset="0"/>
              </a:rPr>
              <a:t>→</a:t>
            </a:r>
            <a:r>
              <a:rPr lang="en-US" sz="2800" dirty="0"/>
              <a:t> 	</a:t>
            </a:r>
            <a:r>
              <a:rPr lang="en-US" sz="2400" dirty="0" err="1">
                <a:latin typeface="Lucida Console" panose="020B0609040504020204" pitchFamily="49" charset="0"/>
              </a:rPr>
              <a:t>slt</a:t>
            </a:r>
            <a:r>
              <a:rPr lang="en-US" sz="2400" dirty="0">
                <a:latin typeface="Lucida Console" panose="020B0609040504020204" pitchFamily="49" charset="0"/>
              </a:rPr>
              <a:t> $at, $t0, $t1</a:t>
            </a:r>
            <a:br>
              <a:rPr lang="en-US" sz="2800" dirty="0"/>
            </a:br>
            <a:r>
              <a:rPr lang="en-US" sz="2800" dirty="0"/>
              <a:t>		</a:t>
            </a:r>
            <a:r>
              <a:rPr lang="en-US" sz="2400" dirty="0" err="1">
                <a:latin typeface="Lucida Console" panose="020B0609040504020204" pitchFamily="49" charset="0"/>
              </a:rPr>
              <a:t>bne</a:t>
            </a:r>
            <a:r>
              <a:rPr lang="en-US" sz="2400" dirty="0">
                <a:latin typeface="Lucida Console" panose="020B0609040504020204" pitchFamily="49" charset="0"/>
              </a:rPr>
              <a:t> $at, $zero, L</a:t>
            </a:r>
          </a:p>
        </p:txBody>
      </p:sp>
    </p:spTree>
    <p:extLst>
      <p:ext uri="{BB962C8B-B14F-4D97-AF65-F5344CB8AC3E}">
        <p14:creationId xmlns:p14="http://schemas.microsoft.com/office/powerpoint/2010/main" val="261671924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>
            <a:normAutofit/>
          </a:bodyPr>
          <a:lstStyle/>
          <a:p>
            <a:r>
              <a:rPr lang="en-US" dirty="0"/>
              <a:t>Step 2: Assembly</a:t>
            </a:r>
            <a:endParaRPr lang="en-US" sz="4000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0488" tIns="44450" rIns="90488" bIns="44450">
            <a:noAutofit/>
          </a:bodyPr>
          <a:lstStyle/>
          <a:p>
            <a:pPr marL="169863" indent="-169863"/>
            <a:r>
              <a:rPr lang="en-US" sz="2000" dirty="0"/>
              <a:t>resolve labels on instructions and data:</a:t>
            </a:r>
          </a:p>
          <a:p>
            <a:pPr marL="444183" lvl="1" indent="-169863"/>
            <a:r>
              <a:rPr lang="en-US" sz="1600" dirty="0"/>
              <a:t>relative to PC for instructions</a:t>
            </a:r>
          </a:p>
          <a:p>
            <a:pPr marL="444183" lvl="1" indent="-169863"/>
            <a:r>
              <a:rPr lang="en-US" sz="1600" dirty="0"/>
              <a:t>relative to some register for data</a:t>
            </a:r>
          </a:p>
          <a:p>
            <a:pPr marL="444183" lvl="1" indent="-169863"/>
            <a:r>
              <a:rPr lang="en-US" sz="1600" dirty="0"/>
              <a:t>either two-pass or use </a:t>
            </a:r>
            <a:r>
              <a:rPr lang="en-US" sz="1600" dirty="0" err="1"/>
              <a:t>backpatch</a:t>
            </a:r>
            <a:r>
              <a:rPr lang="en-US" sz="1600" dirty="0"/>
              <a:t> to resolve external references and PC-relative spans</a:t>
            </a:r>
          </a:p>
          <a:p>
            <a:pPr marL="169863" indent="-169863"/>
            <a:r>
              <a:rPr lang="en-US" sz="2000" dirty="0"/>
              <a:t>expand any macros and </a:t>
            </a:r>
            <a:r>
              <a:rPr lang="en-US" sz="2000" dirty="0" err="1"/>
              <a:t>pseudoinstructions</a:t>
            </a:r>
            <a:endParaRPr lang="en-US" sz="2000" dirty="0"/>
          </a:p>
          <a:p>
            <a:pPr marL="169863" indent="-169863"/>
            <a:r>
              <a:rPr lang="en-US" sz="2000" dirty="0"/>
              <a:t>handle any assembler directives: data layout</a:t>
            </a:r>
          </a:p>
          <a:p>
            <a:pPr marL="169863" indent="-169863"/>
            <a:r>
              <a:rPr lang="en-US" sz="2000" dirty="0"/>
              <a:t>translate instructions to binary</a:t>
            </a:r>
          </a:p>
          <a:p>
            <a:pPr marL="169863" indent="-169863"/>
            <a:r>
              <a:rPr lang="en-US" sz="2000" dirty="0"/>
              <a:t>create object file:</a:t>
            </a:r>
          </a:p>
          <a:p>
            <a:pPr marL="444183" lvl="1" indent="-169863"/>
            <a:r>
              <a:rPr lang="en-US" sz="1600" dirty="0"/>
              <a:t>headers</a:t>
            </a:r>
          </a:p>
          <a:p>
            <a:pPr marL="444183" lvl="1" indent="-169863"/>
            <a:r>
              <a:rPr lang="en-US" sz="1600" dirty="0"/>
              <a:t>code segment (called text in Unix)</a:t>
            </a:r>
          </a:p>
          <a:p>
            <a:pPr marL="444183" lvl="1" indent="-169863"/>
            <a:r>
              <a:rPr lang="en-US" sz="1600" dirty="0"/>
              <a:t>data segment</a:t>
            </a:r>
          </a:p>
          <a:p>
            <a:pPr marL="444183" lvl="1" indent="-169863"/>
            <a:r>
              <a:rPr lang="en-US" sz="1600" dirty="0"/>
              <a:t>relocation information: instruction/data words to relocate</a:t>
            </a:r>
          </a:p>
          <a:p>
            <a:pPr marL="444183" lvl="1" indent="-169863"/>
            <a:r>
              <a:rPr lang="en-US" sz="1600" dirty="0"/>
              <a:t>symbol table: unresolved references + visible symbols</a:t>
            </a:r>
          </a:p>
          <a:p>
            <a:pPr marL="444183" lvl="1" indent="-169863"/>
            <a:r>
              <a:rPr lang="en-US" sz="1600" dirty="0"/>
              <a:t>debugging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157060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Linking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library routines are often not recompiled</a:t>
            </a:r>
          </a:p>
          <a:p>
            <a:r>
              <a:rPr lang="en-US" dirty="0"/>
              <a:t>The linker will use the already compiled version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Place code and data modules symbolically in memory.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the addresses of data and instruction labels.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Patch both the internal and external references.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The result is an executable file with no unresolved references.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76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>
            <a:normAutofit/>
          </a:bodyPr>
          <a:lstStyle/>
          <a:p>
            <a:pPr eaLnBrk="1" hangingPunct="1"/>
            <a:r>
              <a:rPr lang="en-US" sz="4000" dirty="0"/>
              <a:t>Step 4: Loading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dirty="0"/>
              <a:t>reads executable</a:t>
            </a:r>
          </a:p>
          <a:p>
            <a:r>
              <a:rPr lang="en-US" dirty="0"/>
              <a:t>loads code and data segments</a:t>
            </a:r>
          </a:p>
          <a:p>
            <a:r>
              <a:rPr lang="en-US" dirty="0"/>
              <a:t>initializes registers, stack, and arguments</a:t>
            </a:r>
          </a:p>
          <a:p>
            <a:r>
              <a:rPr lang="en-US" dirty="0"/>
              <a:t>jumps to program’s start-up routine to initiate execution</a:t>
            </a:r>
          </a:p>
        </p:txBody>
      </p:sp>
    </p:spTree>
    <p:extLst>
      <p:ext uri="{BB962C8B-B14F-4D97-AF65-F5344CB8AC3E}">
        <p14:creationId xmlns:p14="http://schemas.microsoft.com/office/powerpoint/2010/main" val="80824043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Linking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Linking Advantage</a:t>
            </a:r>
          </a:p>
          <a:p>
            <a:pPr lvl="1"/>
            <a:r>
              <a:rPr lang="en-US" dirty="0"/>
              <a:t>fastest method to call library routines</a:t>
            </a:r>
          </a:p>
          <a:p>
            <a:r>
              <a:rPr lang="en-US" dirty="0"/>
              <a:t>Static Linking Disadvantages</a:t>
            </a:r>
          </a:p>
          <a:p>
            <a:pPr lvl="1"/>
            <a:r>
              <a:rPr lang="en-US" dirty="0"/>
              <a:t>Routines become part of the executable code</a:t>
            </a:r>
          </a:p>
          <a:p>
            <a:pPr lvl="2"/>
            <a:r>
              <a:rPr lang="en-US" dirty="0"/>
              <a:t>Updating is more difficult</a:t>
            </a:r>
          </a:p>
          <a:p>
            <a:pPr lvl="2"/>
            <a:r>
              <a:rPr lang="en-US" dirty="0"/>
              <a:t>The whole library must be loaded</a:t>
            </a:r>
          </a:p>
          <a:p>
            <a:pPr lvl="2"/>
            <a:endParaRPr lang="en-US" dirty="0"/>
          </a:p>
          <a:p>
            <a:r>
              <a:rPr lang="en-US" dirty="0"/>
              <a:t>Dynamic linking postpones loading and linking library routines until the program is run.</a:t>
            </a:r>
          </a:p>
          <a:p>
            <a:pPr lvl="1"/>
            <a:r>
              <a:rPr lang="en-US" dirty="0"/>
              <a:t>Very slow the first time the routine is called</a:t>
            </a:r>
          </a:p>
        </p:txBody>
      </p:sp>
    </p:spTree>
    <p:extLst>
      <p:ext uri="{BB962C8B-B14F-4D97-AF65-F5344CB8AC3E}">
        <p14:creationId xmlns:p14="http://schemas.microsoft.com/office/powerpoint/2010/main" val="97783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- MIPS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32 general purpose registers</a:t>
            </a:r>
          </a:p>
          <a:p>
            <a:pPr lvl="1"/>
            <a:r>
              <a:rPr lang="en-US" dirty="0"/>
              <a:t>Software conventions assign properties to registers</a:t>
            </a:r>
          </a:p>
          <a:p>
            <a:r>
              <a:rPr lang="en-US" dirty="0"/>
              <a:t>32-bit wide instructions</a:t>
            </a:r>
          </a:p>
          <a:p>
            <a:pPr lvl="1"/>
            <a:r>
              <a:rPr lang="en-US" dirty="0"/>
              <a:t>3 formats: R-type, I-type, J-type</a:t>
            </a:r>
          </a:p>
          <a:p>
            <a:pPr lvl="1"/>
            <a:r>
              <a:rPr lang="en-US" dirty="0"/>
              <a:t>Machine code: binary or hexadecimal</a:t>
            </a:r>
          </a:p>
          <a:p>
            <a:r>
              <a:rPr lang="en-US" dirty="0"/>
              <a:t>Reduced Instruction Set</a:t>
            </a:r>
          </a:p>
          <a:p>
            <a:pPr lvl="1"/>
            <a:r>
              <a:rPr lang="en-US" dirty="0"/>
              <a:t>Operations: Arithmetic, Logical, Data Transfer, Conditional</a:t>
            </a:r>
          </a:p>
        </p:txBody>
      </p:sp>
    </p:spTree>
    <p:extLst>
      <p:ext uri="{BB962C8B-B14F-4D97-AF65-F5344CB8AC3E}">
        <p14:creationId xmlns:p14="http://schemas.microsoft.com/office/powerpoint/2010/main" val="146147880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– Design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i="1" dirty="0"/>
              <a:t>Simplicity favors regularity. </a:t>
            </a:r>
            <a:r>
              <a:rPr lang="en-US" dirty="0"/>
              <a:t>Regularity motivates many features of the MIPS instruction set: keeping all instructions a single size, always requiring three register operands in arithmetic instructions, and keeping the register fields in the same place in each instruction format.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/>
              <a:t>Smaller is faster. </a:t>
            </a:r>
            <a:r>
              <a:rPr lang="en-US" dirty="0"/>
              <a:t>The desire for speed is the reason that MIPS has 32 registers rather than many more.</a:t>
            </a:r>
          </a:p>
        </p:txBody>
      </p:sp>
    </p:spTree>
    <p:extLst>
      <p:ext uri="{BB962C8B-B14F-4D97-AF65-F5344CB8AC3E}">
        <p14:creationId xmlns:p14="http://schemas.microsoft.com/office/powerpoint/2010/main" val="173371654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– Design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i="1" dirty="0"/>
              <a:t>Make the common case fast. </a:t>
            </a:r>
            <a:r>
              <a:rPr lang="en-US" dirty="0"/>
              <a:t>Examples of making the common MIPS case fast include PC-relative addressing for conditional branches and immediate addressing for constant operands.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i="1" dirty="0"/>
              <a:t>Good design demands good compromises. </a:t>
            </a:r>
            <a:r>
              <a:rPr lang="en-US" dirty="0"/>
              <a:t>One MIPS example was the compromise between providing for larger addresses and constants in instructions and keeping all instructions the same length.</a:t>
            </a:r>
          </a:p>
        </p:txBody>
      </p:sp>
    </p:spTree>
    <p:extLst>
      <p:ext uri="{BB962C8B-B14F-4D97-AF65-F5344CB8AC3E}">
        <p14:creationId xmlns:p14="http://schemas.microsoft.com/office/powerpoint/2010/main" val="2786297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3648</TotalTime>
  <Words>8684</Words>
  <Application>Microsoft Macintosh PowerPoint</Application>
  <PresentationFormat>On-screen Show (4:3)</PresentationFormat>
  <Paragraphs>1409</Paragraphs>
  <Slides>131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37" baseType="lpstr">
      <vt:lpstr>Arial</vt:lpstr>
      <vt:lpstr>Calibri</vt:lpstr>
      <vt:lpstr>Courier New</vt:lpstr>
      <vt:lpstr>Lucida Console</vt:lpstr>
      <vt:lpstr>Wingdings</vt:lpstr>
      <vt:lpstr>Clarity</vt:lpstr>
      <vt:lpstr>MIPS</vt:lpstr>
      <vt:lpstr>Introduction</vt:lpstr>
      <vt:lpstr>Introduction</vt:lpstr>
      <vt:lpstr>Instruction Set</vt:lpstr>
      <vt:lpstr>MIPS Instruction Set</vt:lpstr>
      <vt:lpstr>MIPS Instruction Set 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Operands</vt:lpstr>
      <vt:lpstr>Operands</vt:lpstr>
      <vt:lpstr>Arithmetic Operations</vt:lpstr>
      <vt:lpstr>Memory Operands</vt:lpstr>
      <vt:lpstr>Memory Operands</vt:lpstr>
      <vt:lpstr>Memory Operands</vt:lpstr>
      <vt:lpstr>Memory Operands</vt:lpstr>
      <vt:lpstr>Memory Operands</vt:lpstr>
      <vt:lpstr>Memory Operands</vt:lpstr>
      <vt:lpstr>Memory Operands</vt:lpstr>
      <vt:lpstr>Memory Operands</vt:lpstr>
      <vt:lpstr>Constant Operands</vt:lpstr>
      <vt:lpstr>Constant Operands</vt:lpstr>
      <vt:lpstr>Representing Instructions</vt:lpstr>
      <vt:lpstr>Representing Instructions</vt:lpstr>
      <vt:lpstr>Representing Instructions</vt:lpstr>
      <vt:lpstr>Representing Instructions</vt:lpstr>
      <vt:lpstr>Representing Instructions</vt:lpstr>
      <vt:lpstr>Representing Instructions</vt:lpstr>
      <vt:lpstr>Representing Instructions</vt:lpstr>
      <vt:lpstr>Representing Instructions</vt:lpstr>
      <vt:lpstr>Instruction Formats</vt:lpstr>
      <vt:lpstr>Instruction Formats</vt:lpstr>
      <vt:lpstr>Instruction Formats</vt:lpstr>
      <vt:lpstr>Instruction Formats</vt:lpstr>
      <vt:lpstr>Instruction Formats</vt:lpstr>
      <vt:lpstr>From C to Machine Code</vt:lpstr>
      <vt:lpstr>From C to Machine Code</vt:lpstr>
      <vt:lpstr>Logical Operations</vt:lpstr>
      <vt:lpstr>Shift Operations</vt:lpstr>
      <vt:lpstr>Shift Operations</vt:lpstr>
      <vt:lpstr>Shift Operations</vt:lpstr>
      <vt:lpstr>Logical Operations</vt:lpstr>
      <vt:lpstr>AND</vt:lpstr>
      <vt:lpstr>OR</vt:lpstr>
      <vt:lpstr>NOT</vt:lpstr>
      <vt:lpstr>The Constant Zero</vt:lpstr>
      <vt:lpstr>NOT</vt:lpstr>
      <vt:lpstr>Logical Operations with Constants</vt:lpstr>
      <vt:lpstr>Branches</vt:lpstr>
      <vt:lpstr>Branches</vt:lpstr>
      <vt:lpstr>Branches</vt:lpstr>
      <vt:lpstr>Loops</vt:lpstr>
      <vt:lpstr>Loops</vt:lpstr>
      <vt:lpstr>More Conditional Operations</vt:lpstr>
      <vt:lpstr>Branch Instruction Design</vt:lpstr>
      <vt:lpstr>Signed vs. Unsigned</vt:lpstr>
      <vt:lpstr>Switch Statements</vt:lpstr>
      <vt:lpstr>Switch Statements</vt:lpstr>
      <vt:lpstr>Stored Program Computers</vt:lpstr>
      <vt:lpstr>Procedures</vt:lpstr>
      <vt:lpstr>Procedure Calling</vt:lpstr>
      <vt:lpstr>Registers</vt:lpstr>
      <vt:lpstr>Procedure Call Instructions</vt:lpstr>
      <vt:lpstr>Procedures</vt:lpstr>
      <vt:lpstr>Stacks</vt:lpstr>
      <vt:lpstr>Stacks</vt:lpstr>
      <vt:lpstr>Leaf Procedure Example</vt:lpstr>
      <vt:lpstr>Leaf Procedure Example</vt:lpstr>
      <vt:lpstr>Leaf Procedure Example</vt:lpstr>
      <vt:lpstr>Leaf Procedure Example</vt:lpstr>
      <vt:lpstr>Procedures</vt:lpstr>
      <vt:lpstr>Non-Leaf Procedure Example</vt:lpstr>
      <vt:lpstr>Non-Leaf Procedure Example</vt:lpstr>
      <vt:lpstr>Procedures</vt:lpstr>
      <vt:lpstr>Stack Frame Layout</vt:lpstr>
      <vt:lpstr>Local Data on the Stack</vt:lpstr>
      <vt:lpstr>Memory Layout</vt:lpstr>
      <vt:lpstr>MIPS: Software Register Convention</vt:lpstr>
      <vt:lpstr>MIPS Register Usage and Saving</vt:lpstr>
      <vt:lpstr>MIPS Register Usage and Saving</vt:lpstr>
      <vt:lpstr>Characters</vt:lpstr>
      <vt:lpstr>Characters</vt:lpstr>
      <vt:lpstr>Byte Operations</vt:lpstr>
      <vt:lpstr>Strings</vt:lpstr>
      <vt:lpstr>String Copy Example</vt:lpstr>
      <vt:lpstr>String Copy Example</vt:lpstr>
      <vt:lpstr>String Copy Example</vt:lpstr>
      <vt:lpstr>Halfword Operations</vt:lpstr>
      <vt:lpstr>Constants</vt:lpstr>
      <vt:lpstr>32-bit Constants</vt:lpstr>
      <vt:lpstr>32-bit Constants</vt:lpstr>
      <vt:lpstr>Addressing Modes</vt:lpstr>
      <vt:lpstr>Register Addressing</vt:lpstr>
      <vt:lpstr>Immediate Addressing</vt:lpstr>
      <vt:lpstr>Base Addressing</vt:lpstr>
      <vt:lpstr>PC-relative Addressing</vt:lpstr>
      <vt:lpstr>PC-relative Addressing</vt:lpstr>
      <vt:lpstr>PC-relative Addressing</vt:lpstr>
      <vt:lpstr>PC-relative Addressing</vt:lpstr>
      <vt:lpstr>Pseudodirect Addressing</vt:lpstr>
      <vt:lpstr>Pseudodirect Addressing</vt:lpstr>
      <vt:lpstr>Target Addressing Example</vt:lpstr>
      <vt:lpstr>Decoding Machine Language</vt:lpstr>
      <vt:lpstr>Decoding Machine Language</vt:lpstr>
      <vt:lpstr>Decoding Machine Language</vt:lpstr>
      <vt:lpstr>MIPS Integer Arithmetic</vt:lpstr>
      <vt:lpstr>Sort Example</vt:lpstr>
      <vt:lpstr>Translate Swap (Leaf Procedure)</vt:lpstr>
      <vt:lpstr>Translate Swap (Leaf Procedure)</vt:lpstr>
      <vt:lpstr>Translate Swap (Leaf Procedure)</vt:lpstr>
      <vt:lpstr>Translate sort</vt:lpstr>
      <vt:lpstr>Translate sort – Outer for loop</vt:lpstr>
      <vt:lpstr>Translate sort – Inner for loop</vt:lpstr>
      <vt:lpstr>Translate sort – Calling Swap</vt:lpstr>
      <vt:lpstr>Translate sort – before the loops</vt:lpstr>
      <vt:lpstr>Translate sort – after the loops</vt:lpstr>
      <vt:lpstr>Translate Sort</vt:lpstr>
      <vt:lpstr>System Calls in MIPS</vt:lpstr>
      <vt:lpstr>Translation and Startup</vt:lpstr>
      <vt:lpstr>Step 1: Compiling</vt:lpstr>
      <vt:lpstr>Assembler Pseudoinstructions</vt:lpstr>
      <vt:lpstr>Step 2: Assembly</vt:lpstr>
      <vt:lpstr>Step 3: Linking</vt:lpstr>
      <vt:lpstr>Step 4: Loading</vt:lpstr>
      <vt:lpstr>Dynamic Linking</vt:lpstr>
      <vt:lpstr>Summary - MIPS</vt:lpstr>
      <vt:lpstr>Summary – Design Issues</vt:lpstr>
      <vt:lpstr>Summary – Design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Arithmetic</dc:title>
  <dc:creator>Sarah</dc:creator>
  <cp:lastModifiedBy>John Aedo</cp:lastModifiedBy>
  <cp:revision>172</cp:revision>
  <dcterms:created xsi:type="dcterms:W3CDTF">2013-09-23T11:56:03Z</dcterms:created>
  <dcterms:modified xsi:type="dcterms:W3CDTF">2026-04-13T23:46:24Z</dcterms:modified>
</cp:coreProperties>
</file>