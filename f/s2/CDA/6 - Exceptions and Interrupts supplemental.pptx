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7.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45.xml.rels" ContentType="application/vnd.openxmlformats-package.relationships+xml"/>
  <Override PartName="/ppt/slideMasters/_rels/slideMaster10.xml.rels" ContentType="application/vnd.openxmlformats-package.relationships+xml"/>
  <Override PartName="/ppt/slideMasters/_rels/slideMaster47.xml.rels" ContentType="application/vnd.openxmlformats-package.relationships+xml"/>
  <Override PartName="/ppt/slideMasters/_rels/slideMaster5.xml.rels" ContentType="application/vnd.openxmlformats-package.relationships+xml"/>
  <Override PartName="/ppt/slideMasters/_rels/slideMaster40.xml.rels" ContentType="application/vnd.openxmlformats-package.relationships+xml"/>
  <Override PartName="/ppt/slideMasters/_rels/slideMaster46.xml.rels" ContentType="application/vnd.openxmlformats-package.relationships+xml"/>
  <Override PartName="/ppt/slideMasters/_rels/slideMaster11.xml.rels" ContentType="application/vnd.openxmlformats-package.relationships+xml"/>
  <Override PartName="/ppt/slideMasters/_rels/slideMaster48.xml.rels" ContentType="application/vnd.openxmlformats-package.relationships+xml"/>
  <Override PartName="/ppt/slideMasters/_rels/slideMaster2.xml.rels" ContentType="application/vnd.openxmlformats-package.relationships+xml"/>
  <Override PartName="/ppt/slideMasters/_rels/slideMaster6.xml.rels" ContentType="application/vnd.openxmlformats-package.relationships+xml"/>
  <Override PartName="/ppt/slideMasters/_rels/slideMaster41.xml.rels" ContentType="application/vnd.openxmlformats-package.relationships+xml"/>
  <Override PartName="/ppt/slideMasters/_rels/slideMaster12.xml.rels" ContentType="application/vnd.openxmlformats-package.relationships+xml"/>
  <Override PartName="/ppt/slideMasters/_rels/slideMaster28.xml.rels" ContentType="application/vnd.openxmlformats-package.relationships+xml"/>
  <Override PartName="/ppt/slideMasters/_rels/slideMaster30.xml.rels" ContentType="application/vnd.openxmlformats-package.relationships+xml"/>
  <Override PartName="/ppt/slideMasters/_rels/slideMaster43.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1.xml.rels" ContentType="application/vnd.openxmlformats-package.relationships+xml"/>
  <Override PartName="/ppt/slideMasters/_rels/slideMaster9.xml.rels" ContentType="application/vnd.openxmlformats-package.relationships+xml"/>
  <Override PartName="/ppt/slideMasters/_rels/slideMaster44.xml.rels" ContentType="application/vnd.openxmlformats-package.relationships+xml"/>
  <Override PartName="/ppt/slideMasters/_rels/slideMaster13.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35.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39.xml.rels" ContentType="application/vnd.openxmlformats-package.relationships+xml"/>
  <Override PartName="/ppt/slideMasters/_rels/slideMaster7.xml.rels" ContentType="application/vnd.openxmlformats-package.relationships+xml"/>
  <Override PartName="/ppt/slideMasters/_rels/slideMaster42.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slideMaster9.xml" ContentType="application/vnd.openxmlformats-officedocument.presentationml.slideMaster+xml"/>
  <Override PartName="/ppt/slideMasters/slideMaster14.xml" ContentType="application/vnd.openxmlformats-officedocument.presentationml.slideMaster+xml"/>
  <Override PartName="/ppt/slideMasters/slideMaster8.xml" ContentType="application/vnd.openxmlformats-officedocument.presentationml.slideMaster+xml"/>
  <Override PartName="/ppt/slideMasters/slideMaster26.xml" ContentType="application/vnd.openxmlformats-officedocument.presentationml.slideMaster+xml"/>
  <Override PartName="/ppt/slideMasters/slideMaster1.xml" ContentType="application/vnd.openxmlformats-officedocument.presentationml.slideMaster+xml"/>
  <Override PartName="/ppt/slideMasters/slideMaster44.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40.xml" ContentType="application/vnd.openxmlformats-officedocument.presentationml.slideMaster+xml"/>
  <Override PartName="/ppt/slideMasters/slideMaster39.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43.xml" ContentType="application/vnd.openxmlformats-officedocument.presentationml.slideMaster+xml"/>
  <Override PartName="/ppt/slideMasters/slideMaster30.xml" ContentType="application/vnd.openxmlformats-officedocument.presentationml.slideMaster+xml"/>
  <Override PartName="/ppt/slideMasters/slideMaster28.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5.xml" ContentType="application/vnd.openxmlformats-officedocument.presentationml.slideMaster+xml"/>
  <Override PartName="/ppt/slideMasters/slideMaster48.xml" ContentType="application/vnd.openxmlformats-officedocument.presentationml.slideMaster+xml"/>
  <Override PartName="/ppt/slideMasters/slideMaster11.xml" ContentType="application/vnd.openxmlformats-officedocument.presentationml.slideMaster+xml"/>
  <Override PartName="/ppt/slideMasters/slideMaster3.xml" ContentType="application/vnd.openxmlformats-officedocument.presentationml.slideMaster+xml"/>
  <Override PartName="/ppt/slideMasters/slideMaster46.xml" ContentType="application/vnd.openxmlformats-officedocument.presentationml.slideMaster+xml"/>
  <Override PartName="/ppt/slideMasters/slideMaster4.xml" ContentType="application/vnd.openxmlformats-officedocument.presentationml.slideMaster+xml"/>
  <Override PartName="/ppt/slideMasters/slideMaster47.xml" ContentType="application/vnd.openxmlformats-officedocument.presentationml.slideMaster+xml"/>
  <Override PartName="/ppt/slideMasters/slideMaster10.xml" ContentType="application/vnd.openxmlformats-officedocument.presentationml.slideMaster+xml"/>
  <Override PartName="/ppt/slideMasters/slideMaster45.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48.xml" ContentType="application/vnd.openxmlformats-officedocument.theme+xml"/>
  <Override PartName="/ppt/theme/theme2.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40.xml" ContentType="application/vnd.openxmlformats-officedocument.theme+xml"/>
  <Override PartName="/ppt/theme/theme39.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7.xml" ContentType="application/vnd.openxmlformats-officedocument.theme+xml"/>
  <Override PartName="/ppt/theme/theme10.xml" ContentType="application/vnd.openxmlformats-officedocument.theme+xml"/>
  <Override PartName="/ppt/theme/theme36.xml" ContentType="application/vnd.openxmlformats-officedocument.theme+xml"/>
  <Override PartName="/ppt/theme/theme9.xml" ContentType="application/vnd.openxmlformats-officedocument.theme+xml"/>
  <Override PartName="/ppt/theme/theme46.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12.xml" ContentType="application/vnd.openxmlformats-officedocument.theme+xml"/>
  <Override PartName="/ppt/theme/theme49.xml" ContentType="application/vnd.openxmlformats-officedocument.theme+xml"/>
  <Override PartName="/ppt/_rels/presentation.xml.rels" ContentType="application/vnd.openxmlformats-package.relationships+xml"/>
  <Override PartName="/ppt/media/image1.png" ContentType="image/png"/>
  <Override PartName="/ppt/media/image2.jpeg" ContentType="image/jpeg"/>
  <Override PartName="/ppt/media/image4.png" ContentType="image/png"/>
  <Override PartName="/ppt/media/image3.jpeg" ContentType="image/jpe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9.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22.xml" ContentType="application/vnd.openxmlformats-officedocument.presentationml.slideLayout+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4.xml.rels" ContentType="application/vnd.openxmlformats-package.relationships+xml"/>
  <Override PartName="/ppt/slideLayouts/_rels/slideLayout48.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50.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8.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36.xml.rels" ContentType="application/vnd.openxmlformats-package.relationships+xml"/>
  <Override PartName="/ppt/slideLayouts/_rels/slideLayout24.xml.rels" ContentType="application/vnd.openxmlformats-package.relationships+xml"/>
  <Override PartName="/ppt/slideLayouts/_rels/slideLayout27.xml.rels" ContentType="application/vnd.openxmlformats-package.relationships+xml"/>
  <Override PartName="/ppt/slideLayouts/_rels/slideLayout39.xml.rels" ContentType="application/vnd.openxmlformats-package.relationships+xml"/>
  <Override PartName="/ppt/slideLayouts/_rels/slideLayout41.xml.rels" ContentType="application/vnd.openxmlformats-package.relationships+xml"/>
  <Override PartName="/ppt/slideLayouts/_rels/slideLayout35.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33.xml.rels" ContentType="application/vnd.openxmlformats-package.relationships+xml"/>
  <Override PartName="/ppt/slideLayouts/_rels/slideLayout45.xml.rels" ContentType="application/vnd.openxmlformats-package.relationships+xml"/>
  <Override PartName="/ppt/slideLayouts/_rels/slideLayout34.xml.rels" ContentType="application/vnd.openxmlformats-package.relationships+xml"/>
  <Override PartName="/ppt/slideLayouts/_rels/slideLayout1.xml.rels" ContentType="application/vnd.openxmlformats-package.relationships+xml"/>
  <Override PartName="/ppt/slideLayouts/_rels/slideLayout46.xml.rels" ContentType="application/vnd.openxmlformats-package.relationships+xml"/>
  <Override PartName="/ppt/slideLayouts/_rels/slideLayout32.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1.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13.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s/slide1.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6" r:id="rId35"/>
    <p:sldMasterId id="2147483718" r:id="rId36"/>
    <p:sldMasterId id="2147483720" r:id="rId37"/>
    <p:sldMasterId id="2147483722" r:id="rId38"/>
    <p:sldMasterId id="2147483724" r:id="rId39"/>
    <p:sldMasterId id="2147483726" r:id="rId40"/>
    <p:sldMasterId id="2147483728" r:id="rId41"/>
    <p:sldMasterId id="2147483730" r:id="rId42"/>
    <p:sldMasterId id="2147483732" r:id="rId43"/>
    <p:sldMasterId id="2147483734" r:id="rId44"/>
    <p:sldMasterId id="2147483736" r:id="rId45"/>
    <p:sldMasterId id="2147483738" r:id="rId46"/>
    <p:sldMasterId id="2147483740" r:id="rId47"/>
    <p:sldMasterId id="2147483742" r:id="rId48"/>
    <p:sldMasterId id="2147483744" r:id="rId49"/>
  </p:sldMasterIdLst>
  <p:notesMasterIdLst>
    <p:notesMasterId r:id="rId50"/>
  </p:notesMasterIdLst>
  <p:sldIdLst>
    <p:sldId id="256" r:id="rId51"/>
    <p:sldId id="257" r:id="rId52"/>
    <p:sldId id="258" r:id="rId53"/>
    <p:sldId id="259" r:id="rId54"/>
    <p:sldId id="260" r:id="rId55"/>
    <p:sldId id="261" r:id="rId56"/>
    <p:sldId id="262" r:id="rId5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notesMaster" Target="notesMasters/notesMaster1.xml"/><Relationship Id="rId51" Type="http://schemas.openxmlformats.org/officeDocument/2006/relationships/slide" Target="slides/slide1.xml"/><Relationship Id="rId52" Type="http://schemas.openxmlformats.org/officeDocument/2006/relationships/slide" Target="slides/slide2.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 Id="rId5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trike="noStrike" u="none">
                <a:solidFill>
                  <a:schemeClr val="dk1"/>
                </a:solidFill>
                <a:uFillTx/>
                <a:latin typeface="Calibri"/>
              </a:rPr>
              <a:t>Click to move the slide</a:t>
            </a:r>
            <a:endParaRPr b="0" lang="en-US" sz="1800" strike="noStrike" u="none">
              <a:solidFill>
                <a:schemeClr val="dk1"/>
              </a:solidFill>
              <a:uFillTx/>
              <a:latin typeface="Calibri"/>
            </a:endParaRPr>
          </a:p>
        </p:txBody>
      </p:sp>
      <p:sp>
        <p:nvSpPr>
          <p:cNvPr id="33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Arial"/>
              </a:rPr>
              <a:t>Click to edit the notes format</a:t>
            </a:r>
            <a:endParaRPr b="0" lang="en-US" sz="2000" strike="noStrike" u="none">
              <a:solidFill>
                <a:srgbClr val="000000"/>
              </a:solidFill>
              <a:uFillTx/>
              <a:latin typeface="Arial"/>
            </a:endParaRPr>
          </a:p>
        </p:txBody>
      </p:sp>
      <p:sp>
        <p:nvSpPr>
          <p:cNvPr id="33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uFillTx/>
                <a:latin typeface="Times New Roman"/>
              </a:rPr>
              <a:t>&lt;header&gt;</a:t>
            </a:r>
            <a:endParaRPr b="0" lang="en-US" sz="1400" strike="noStrike" u="none">
              <a:solidFill>
                <a:srgbClr val="000000"/>
              </a:solidFill>
              <a:uFillTx/>
              <a:latin typeface="Times New Roman"/>
            </a:endParaRPr>
          </a:p>
        </p:txBody>
      </p:sp>
      <p:sp>
        <p:nvSpPr>
          <p:cNvPr id="333"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Times New Roman"/>
              </a:defRPr>
            </a:lvl1pPr>
          </a:lstStyle>
          <a:p>
            <a:pPr indent="0" algn="r">
              <a:buNone/>
            </a:pPr>
            <a:r>
              <a:rPr b="0" lang="en-US" sz="1400" strike="noStrike" u="none">
                <a:solidFill>
                  <a:srgbClr val="000000"/>
                </a:solidFill>
                <a:uFillTx/>
                <a:latin typeface="Times New Roman"/>
              </a:rPr>
              <a:t>&lt;date/time&gt;</a:t>
            </a:r>
            <a:endParaRPr b="0" lang="en-US" sz="1400" strike="noStrike" u="none">
              <a:solidFill>
                <a:srgbClr val="000000"/>
              </a:solidFill>
              <a:uFillTx/>
              <a:latin typeface="Times New Roman"/>
            </a:endParaRPr>
          </a:p>
        </p:txBody>
      </p:sp>
      <p:sp>
        <p:nvSpPr>
          <p:cNvPr id="334"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335"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uFillTx/>
                <a:latin typeface="Times New Roman"/>
              </a:defRPr>
            </a:lvl1pPr>
          </a:lstStyle>
          <a:p>
            <a:pPr indent="0" algn="r">
              <a:buNone/>
            </a:pPr>
            <a:fld id="{5C2583BA-60BD-47E4-A07B-E94AD0346C48}" type="slidenum">
              <a:rPr b="0" lang="en-US" sz="1400" strike="noStrike" u="none">
                <a:solidFill>
                  <a:srgbClr val="000000"/>
                </a:solidFill>
                <a:uFillTx/>
                <a:latin typeface="Times New Roman"/>
              </a:rPr>
              <a:t>&lt;number&gt;</a:t>
            </a:fld>
            <a:endParaRPr b="0" lang="en-US" sz="1400" strike="noStrike" u="none">
              <a:solidFill>
                <a:srgbClr val="000000"/>
              </a:solidFill>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trike="noStrike" u="none">
                <a:solidFill>
                  <a:srgbClr val="000000"/>
                </a:solidFill>
                <a:uFillTx/>
                <a:latin typeface="Arial"/>
              </a:rPr>
              <a:t>CS Students, you spent a semester learning how to take a high-level language, in this case the Pascal-like PL/0, tokenize it, parse it, and ultimately translate it into a binary form that can be immediately executed by the computer through that Fetch, Decode, and Execute cycle.</a:t>
            </a:r>
            <a:endParaRPr b="0" lang="en-US" sz="2000" strike="noStrike" u="none">
              <a:solidFill>
                <a:srgbClr val="000000"/>
              </a:solidFill>
              <a:uFillTx/>
              <a:latin typeface="Arial"/>
            </a:endParaRPr>
          </a:p>
          <a:p>
            <a:pPr marL="216000" indent="0">
              <a:lnSpc>
                <a:spcPct val="100000"/>
              </a:lnSpc>
              <a:buNone/>
            </a:pPr>
            <a:endParaRPr b="0" lang="en-US" sz="2000" strike="noStrike" u="none">
              <a:solidFill>
                <a:srgbClr val="000000"/>
              </a:solidFill>
              <a:uFillTx/>
              <a:latin typeface="Arial"/>
            </a:endParaRPr>
          </a:p>
          <a:p>
            <a:pPr marL="216000" indent="0">
              <a:lnSpc>
                <a:spcPct val="100000"/>
              </a:lnSpc>
              <a:buNone/>
            </a:pPr>
            <a:r>
              <a:rPr b="0" lang="en-US" sz="2000" strike="noStrike" u="none">
                <a:solidFill>
                  <a:srgbClr val="000000"/>
                </a:solidFill>
                <a:uFillTx/>
                <a:latin typeface="Arial"/>
              </a:rPr>
              <a:t>You took great pains to make sure that the input code satisfied the standards, the grammar, of the PL/0 language.  You made sure that no variables were left undeclared, no loops left unclosed, and no subroutines unreturned.  It was painful, but at the end you had binary code that executed on our cute little VM/0 machine.</a:t>
            </a:r>
            <a:endParaRPr b="0" lang="en-US" sz="2000" strike="noStrike" u="none">
              <a:solidFill>
                <a:srgbClr val="000000"/>
              </a:solidFill>
              <a:uFillTx/>
              <a:latin typeface="Arial"/>
            </a:endParaRPr>
          </a:p>
        </p:txBody>
      </p:sp>
      <p:sp>
        <p:nvSpPr>
          <p:cNvPr id="360"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Times New Roman"/>
              </a:defRPr>
            </a:lvl1pPr>
          </a:lstStyle>
          <a:p>
            <a:pPr indent="0" algn="r">
              <a:lnSpc>
                <a:spcPct val="100000"/>
              </a:lnSpc>
              <a:buNone/>
            </a:pPr>
            <a:fld id="{8C301B78-1DB8-4FAA-AC2F-72C6FDC701E8}" type="slidenum">
              <a:rPr b="0" lang="en-US" sz="1200" strike="noStrike" u="none">
                <a:solidFill>
                  <a:srgbClr val="000000"/>
                </a:solidFill>
                <a:uFillTx/>
                <a:latin typeface="Times New Roman"/>
              </a:rPr>
              <a:t>&lt;number&gt;</a:t>
            </a:fld>
            <a:endParaRPr b="0" lang="en-US" sz="1200" strike="noStrike" u="none">
              <a:solidFill>
                <a:srgbClr val="000000"/>
              </a:solidFill>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trike="noStrike" u="none">
                <a:solidFill>
                  <a:srgbClr val="000000"/>
                </a:solidFill>
                <a:uFillTx/>
                <a:latin typeface="Arial"/>
              </a:rPr>
              <a:t>CS Students, you spent a semester learning how to take a high-level language, in this case the Pascal-like PL/0, tokenize it, parse it, and ultimately translate it into a binary form that can be immediately executed by the computer through that Fetch, Decode, and Execute cycle.</a:t>
            </a:r>
            <a:endParaRPr b="0" lang="en-US" sz="2000" strike="noStrike" u="none">
              <a:solidFill>
                <a:srgbClr val="000000"/>
              </a:solidFill>
              <a:uFillTx/>
              <a:latin typeface="Arial"/>
            </a:endParaRPr>
          </a:p>
          <a:p>
            <a:pPr marL="216000" indent="0">
              <a:lnSpc>
                <a:spcPct val="100000"/>
              </a:lnSpc>
              <a:buNone/>
            </a:pPr>
            <a:endParaRPr b="0" lang="en-US" sz="2000" strike="noStrike" u="none">
              <a:solidFill>
                <a:srgbClr val="000000"/>
              </a:solidFill>
              <a:uFillTx/>
              <a:latin typeface="Arial"/>
            </a:endParaRPr>
          </a:p>
          <a:p>
            <a:pPr marL="171360" indent="-171360">
              <a:lnSpc>
                <a:spcPct val="100000"/>
              </a:lnSpc>
              <a:buClr>
                <a:srgbClr val="000000"/>
              </a:buClr>
              <a:buFont typeface="OpenSymbol"/>
              <a:buChar char="-"/>
            </a:pPr>
            <a:r>
              <a:rPr b="0" lang="en-US" sz="2000" strike="noStrike" u="none">
                <a:solidFill>
                  <a:srgbClr val="000000"/>
                </a:solidFill>
                <a:uFillTx/>
                <a:latin typeface="Arial"/>
              </a:rPr>
              <a:t>You took great pains to make sure that the input code satisfied the standards, the grammar, of the PL/0 language.  You made sure that no variables were left undeclared, no loops left unclosed, and no subroutines unreturned.  It was painful, but at the end you had binary code that executed on our cute little VM/0 machine.</a:t>
            </a:r>
            <a:endParaRPr b="0" lang="en-US" sz="2000" strike="noStrike" u="none">
              <a:solidFill>
                <a:srgbClr val="000000"/>
              </a:solidFill>
              <a:uFillTx/>
              <a:latin typeface="Arial"/>
            </a:endParaRPr>
          </a:p>
          <a:p>
            <a:pPr indent="0">
              <a:lnSpc>
                <a:spcPct val="100000"/>
              </a:lnSpc>
              <a:buNone/>
            </a:pPr>
            <a:endParaRPr b="0" lang="en-US" sz="2000" strike="noStrike" u="none">
              <a:solidFill>
                <a:srgbClr val="000000"/>
              </a:solidFill>
              <a:uFillTx/>
              <a:latin typeface="Arial"/>
            </a:endParaRPr>
          </a:p>
          <a:p>
            <a:pPr marL="171360" indent="-171360">
              <a:lnSpc>
                <a:spcPct val="100000"/>
              </a:lnSpc>
              <a:buClr>
                <a:srgbClr val="000000"/>
              </a:buClr>
              <a:buFont typeface="OpenSymbol"/>
              <a:buChar char="-"/>
            </a:pPr>
            <a:r>
              <a:rPr b="0" lang="en-US" sz="2000" strike="noStrike" u="none">
                <a:solidFill>
                  <a:srgbClr val="000000"/>
                </a:solidFill>
                <a:uFillTx/>
                <a:latin typeface="Arial"/>
              </a:rPr>
              <a:t>But what if I told you that it wasn't enough?  That no amount of syntax checking or clever parsing techniques could save your system from disaster?</a:t>
            </a:r>
            <a:endParaRPr b="0" lang="en-US" sz="2000" strike="noStrike" u="none">
              <a:solidFill>
                <a:srgbClr val="000000"/>
              </a:solidFill>
              <a:uFillTx/>
              <a:latin typeface="Arial"/>
            </a:endParaRPr>
          </a:p>
          <a:p>
            <a:pPr indent="0">
              <a:lnSpc>
                <a:spcPct val="100000"/>
              </a:lnSpc>
              <a:buNone/>
              <a:tabLst>
                <a:tab algn="l" pos="0"/>
              </a:tabLst>
            </a:pPr>
            <a:endParaRPr b="0" lang="en-US" sz="2000" strike="noStrike" u="none">
              <a:solidFill>
                <a:srgbClr val="000000"/>
              </a:solidFill>
              <a:uFillTx/>
              <a:latin typeface="Arial"/>
            </a:endParaRPr>
          </a:p>
          <a:p>
            <a:pPr marL="171360" indent="-171360">
              <a:lnSpc>
                <a:spcPct val="100000"/>
              </a:lnSpc>
              <a:buClr>
                <a:srgbClr val="000000"/>
              </a:buClr>
              <a:buFont typeface="OpenSymbol"/>
              <a:buChar char="-"/>
              <a:tabLst>
                <a:tab algn="l" pos="0"/>
              </a:tabLst>
            </a:pPr>
            <a:r>
              <a:rPr b="0" lang="en-US" sz="2000" strike="noStrike" u="none">
                <a:solidFill>
                  <a:srgbClr val="000000"/>
                </a:solidFill>
                <a:uFillTx/>
                <a:latin typeface="Arial"/>
              </a:rPr>
              <a:t>What if...your code has bugs?  What if, for example, we compute a value that exceeds the architecture's max integer size?</a:t>
            </a:r>
            <a:endParaRPr b="0" lang="en-US" sz="2000" strike="noStrike" u="none">
              <a:solidFill>
                <a:srgbClr val="000000"/>
              </a:solidFill>
              <a:uFillTx/>
              <a:latin typeface="Arial"/>
            </a:endParaRPr>
          </a:p>
          <a:p>
            <a:pPr marL="171360" indent="-171360">
              <a:lnSpc>
                <a:spcPct val="100000"/>
              </a:lnSpc>
              <a:buClr>
                <a:srgbClr val="000000"/>
              </a:buClr>
              <a:buFont typeface="OpenSymbol"/>
              <a:buChar char="-"/>
              <a:tabLst>
                <a:tab algn="l" pos="0"/>
              </a:tabLst>
            </a:pPr>
            <a:r>
              <a:rPr b="0" lang="en-US" sz="2000" strike="noStrike" u="none">
                <a:solidFill>
                  <a:srgbClr val="000000"/>
                </a:solidFill>
                <a:uFillTx/>
                <a:latin typeface="Arial"/>
              </a:rPr>
              <a:t>Our current machine, VM/0 can't really handle that.  At best, a bug in your code will generate incorrect results.  At worst, it can crash the whole system.  So what can we do about it?</a:t>
            </a:r>
            <a:endParaRPr b="0" lang="en-US" sz="2000" strike="noStrike" u="none">
              <a:solidFill>
                <a:srgbClr val="000000"/>
              </a:solidFill>
              <a:uFillTx/>
              <a:latin typeface="Arial"/>
            </a:endParaRPr>
          </a:p>
          <a:p>
            <a:pPr indent="0">
              <a:lnSpc>
                <a:spcPct val="100000"/>
              </a:lnSpc>
              <a:buNone/>
              <a:tabLst>
                <a:tab algn="l" pos="0"/>
              </a:tabLst>
            </a:pPr>
            <a:endParaRPr b="0" lang="en-US" sz="2000" strike="noStrike" u="none">
              <a:solidFill>
                <a:srgbClr val="000000"/>
              </a:solidFill>
              <a:uFillTx/>
              <a:latin typeface="Arial"/>
            </a:endParaRPr>
          </a:p>
          <a:p>
            <a:pPr marL="171360" indent="-171360">
              <a:lnSpc>
                <a:spcPct val="100000"/>
              </a:lnSpc>
              <a:buClr>
                <a:srgbClr val="000000"/>
              </a:buClr>
              <a:buFont typeface="OpenSymbol"/>
              <a:buChar char="-"/>
              <a:tabLst>
                <a:tab algn="l" pos="0"/>
              </a:tabLst>
            </a:pPr>
            <a:r>
              <a:rPr b="0" lang="en-US" sz="2000" strike="noStrike" u="none">
                <a:solidFill>
                  <a:srgbClr val="000000"/>
                </a:solidFill>
                <a:uFillTx/>
                <a:latin typeface="Arial"/>
              </a:rPr>
              <a:t>In a pattern that we will see throughout this class, we are going to expand our architecture a little and extend our execution cycle just a tad.  Let's add a simple flip-flop circuit that gets set whenever the ALU detects an overflow condition.</a:t>
            </a:r>
            <a:endParaRPr b="0" lang="en-US" sz="2000" strike="noStrike" u="none">
              <a:solidFill>
                <a:srgbClr val="000000"/>
              </a:solidFill>
              <a:uFillTx/>
              <a:latin typeface="Arial"/>
            </a:endParaRPr>
          </a:p>
          <a:p>
            <a:pPr indent="0">
              <a:lnSpc>
                <a:spcPct val="100000"/>
              </a:lnSpc>
              <a:buNone/>
              <a:tabLst>
                <a:tab algn="l" pos="0"/>
              </a:tabLst>
            </a:pPr>
            <a:endParaRPr b="0" lang="en-US" sz="2000" strike="noStrike" u="none">
              <a:solidFill>
                <a:srgbClr val="000000"/>
              </a:solidFill>
              <a:uFillTx/>
              <a:latin typeface="Arial"/>
            </a:endParaRPr>
          </a:p>
          <a:p>
            <a:pPr marL="171360" indent="-171360">
              <a:lnSpc>
                <a:spcPct val="100000"/>
              </a:lnSpc>
              <a:buClr>
                <a:srgbClr val="000000"/>
              </a:buClr>
              <a:buFont typeface="OpenSymbol"/>
              <a:buChar char="-"/>
              <a:tabLst>
                <a:tab algn="l" pos="0"/>
              </a:tabLst>
            </a:pPr>
            <a:r>
              <a:rPr b="0" lang="en-US" sz="2000" strike="noStrike" u="none">
                <a:solidFill>
                  <a:srgbClr val="000000"/>
                </a:solidFill>
                <a:uFillTx/>
                <a:latin typeface="Arial"/>
              </a:rPr>
              <a:t>Now, add an extra step in our execute cycle where, before the next instruction gets fetched, we check to see if our Overflow bit has been toggled.</a:t>
            </a:r>
            <a:endParaRPr b="0" lang="en-US" sz="2000" strike="noStrike" u="none">
              <a:solidFill>
                <a:srgbClr val="000000"/>
              </a:solidFill>
              <a:uFillTx/>
              <a:latin typeface="Arial"/>
            </a:endParaRPr>
          </a:p>
          <a:p>
            <a:pPr indent="0">
              <a:lnSpc>
                <a:spcPct val="100000"/>
              </a:lnSpc>
              <a:buNone/>
              <a:tabLst>
                <a:tab algn="l" pos="0"/>
              </a:tabLst>
            </a:pPr>
            <a:endParaRPr b="0" lang="en-US" sz="2000" strike="noStrike" u="none">
              <a:solidFill>
                <a:srgbClr val="000000"/>
              </a:solidFill>
              <a:uFillTx/>
              <a:latin typeface="Arial"/>
            </a:endParaRPr>
          </a:p>
          <a:p>
            <a:pPr marL="171360" indent="-171360">
              <a:lnSpc>
                <a:spcPct val="100000"/>
              </a:lnSpc>
              <a:buClr>
                <a:srgbClr val="000000"/>
              </a:buClr>
              <a:buFont typeface="OpenSymbol"/>
              <a:buChar char="-"/>
              <a:tabLst>
                <a:tab algn="l" pos="0"/>
              </a:tabLst>
            </a:pPr>
            <a:r>
              <a:rPr b="0" lang="en-US" sz="2000" strike="noStrike" u="none">
                <a:solidFill>
                  <a:srgbClr val="000000"/>
                </a:solidFill>
                <a:uFillTx/>
                <a:latin typeface="Arial"/>
              </a:rPr>
              <a:t>If it has, we go into an error state.  We add one more register, let's call it OVERFLOW, which contains the memory address of an error handler.  When the switch is flipped, the CPU loads the address from the overflow register and executes that code instead.</a:t>
            </a:r>
            <a:endParaRPr b="0" lang="en-US" sz="2000" strike="noStrike" u="none">
              <a:solidFill>
                <a:srgbClr val="000000"/>
              </a:solidFill>
              <a:uFillTx/>
              <a:latin typeface="Arial"/>
            </a:endParaRPr>
          </a:p>
          <a:p>
            <a:pPr indent="0">
              <a:lnSpc>
                <a:spcPct val="100000"/>
              </a:lnSpc>
              <a:buNone/>
              <a:tabLst>
                <a:tab algn="l" pos="0"/>
              </a:tabLst>
            </a:pPr>
            <a:endParaRPr b="0" lang="en-US" sz="2000" strike="noStrike" u="none">
              <a:solidFill>
                <a:srgbClr val="000000"/>
              </a:solidFill>
              <a:uFillTx/>
              <a:latin typeface="Arial"/>
            </a:endParaRPr>
          </a:p>
          <a:p>
            <a:pPr marL="171360" indent="-171360">
              <a:lnSpc>
                <a:spcPct val="100000"/>
              </a:lnSpc>
              <a:buClr>
                <a:srgbClr val="000000"/>
              </a:buClr>
              <a:buFont typeface="OpenSymbol"/>
              <a:buChar char="-"/>
              <a:tabLst>
                <a:tab algn="l" pos="0"/>
              </a:tabLst>
            </a:pPr>
            <a:r>
              <a:rPr b="0" lang="en-US" sz="2000" strike="noStrike" u="none">
                <a:solidFill>
                  <a:srgbClr val="000000"/>
                </a:solidFill>
                <a:uFillTx/>
                <a:latin typeface="Arial"/>
              </a:rPr>
              <a:t>This is our error handler.  This error handler then communicates the failure to the calling program and then gracefully stops the failed program.</a:t>
            </a:r>
            <a:endParaRPr b="0" lang="en-US" sz="2000" strike="noStrike" u="none">
              <a:solidFill>
                <a:srgbClr val="000000"/>
              </a:solidFill>
              <a:uFillTx/>
              <a:latin typeface="Arial"/>
            </a:endParaRPr>
          </a:p>
          <a:p>
            <a:pPr indent="0">
              <a:lnSpc>
                <a:spcPct val="100000"/>
              </a:lnSpc>
              <a:buNone/>
              <a:tabLst>
                <a:tab algn="l" pos="0"/>
              </a:tabLst>
            </a:pPr>
            <a:endParaRPr b="0" lang="en-US" sz="2000" strike="noStrike" u="none">
              <a:solidFill>
                <a:srgbClr val="000000"/>
              </a:solidFill>
              <a:uFillTx/>
              <a:latin typeface="Arial"/>
            </a:endParaRPr>
          </a:p>
          <a:p>
            <a:pPr marL="171360" indent="-171360">
              <a:lnSpc>
                <a:spcPct val="100000"/>
              </a:lnSpc>
              <a:buClr>
                <a:srgbClr val="000000"/>
              </a:buClr>
              <a:buFont typeface="OpenSymbol"/>
              <a:buChar char="-"/>
              <a:tabLst>
                <a:tab algn="l" pos="0"/>
              </a:tabLst>
            </a:pPr>
            <a:r>
              <a:rPr b="0" lang="en-US" sz="2000" strike="noStrike" u="none">
                <a:solidFill>
                  <a:srgbClr val="000000"/>
                </a:solidFill>
                <a:uFillTx/>
                <a:latin typeface="Arial"/>
              </a:rPr>
              <a:t>Phew!  We saved the system from catastrophe, saved our program from erroneous data and can now get to work debugging our program and trying again. </a:t>
            </a:r>
            <a:endParaRPr b="0" lang="en-US" sz="2000" strike="noStrike" u="none">
              <a:solidFill>
                <a:srgbClr val="000000"/>
              </a:solidFill>
              <a:uFillTx/>
              <a:latin typeface="Arial"/>
            </a:endParaRPr>
          </a:p>
        </p:txBody>
      </p:sp>
      <p:sp>
        <p:nvSpPr>
          <p:cNvPr id="363"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Times New Roman"/>
              </a:defRPr>
            </a:lvl1pPr>
          </a:lstStyle>
          <a:p>
            <a:pPr indent="0" algn="r">
              <a:lnSpc>
                <a:spcPct val="100000"/>
              </a:lnSpc>
              <a:buNone/>
            </a:pPr>
            <a:fld id="{6E85B07A-6E64-48B4-9A08-CE73998192A1}" type="slidenum">
              <a:rPr b="0" lang="en-US" sz="1200" strike="noStrike" u="none">
                <a:solidFill>
                  <a:srgbClr val="000000"/>
                </a:solidFill>
                <a:uFillTx/>
                <a:latin typeface="Times New Roman"/>
              </a:rPr>
              <a:t>&lt;number&gt;</a:t>
            </a:fld>
            <a:endParaRPr b="0" lang="en-US" sz="1200" strike="noStrike" u="none">
              <a:solidFill>
                <a:srgbClr val="000000"/>
              </a:solidFill>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trike="noStrike" u="none">
                <a:solidFill>
                  <a:srgbClr val="000000"/>
                </a:solidFill>
                <a:uFillTx/>
                <a:latin typeface="Arial"/>
              </a:rPr>
              <a:t>As you can probably guess, we can extend this pattern out to handle all sorts of situations (spoiler alert!).  Now that we have a reliable way of diverting the CPU to various fixed subroutines, we can work with various kinds of hardware.  Like, wouldn't it be nice if we could give a task to a peripheral, and patiently wait for it to tell us when its ready with data.  That is, that the device could INTERRUPT the current line of execution by setting a flag and execute device-specific code....We now have the Fetch-Decode-Execute-Interrupt cycle.</a:t>
            </a:r>
            <a:endParaRPr b="0" lang="en-US" sz="2000" strike="noStrike" u="none">
              <a:solidFill>
                <a:srgbClr val="000000"/>
              </a:solidFill>
              <a:uFillTx/>
              <a:latin typeface="Arial"/>
            </a:endParaRPr>
          </a:p>
          <a:p>
            <a:pPr marL="216000" indent="0">
              <a:lnSpc>
                <a:spcPct val="100000"/>
              </a:lnSpc>
              <a:buNone/>
            </a:pPr>
            <a:endParaRPr b="0" lang="en-US" sz="2000" strike="noStrike" u="none">
              <a:solidFill>
                <a:srgbClr val="000000"/>
              </a:solidFill>
              <a:uFillTx/>
              <a:latin typeface="Arial"/>
            </a:endParaRPr>
          </a:p>
          <a:p>
            <a:pPr marL="216000" indent="0">
              <a:lnSpc>
                <a:spcPct val="100000"/>
              </a:lnSpc>
              <a:buNone/>
            </a:pPr>
            <a:r>
              <a:rPr b="0" lang="en-US" sz="2000" strike="noStrike" u="none">
                <a:solidFill>
                  <a:srgbClr val="000000"/>
                </a:solidFill>
                <a:uFillTx/>
                <a:latin typeface="Arial"/>
              </a:rPr>
              <a:t>- But we also have a new dilemma!  Again, another pattern in computer science solutions often beget more problems, albeit good problems in the sense that as we continue to solve problems, the capabilities of our computers continue to expand.</a:t>
            </a:r>
            <a:endParaRPr b="0" lang="en-US" sz="2000" strike="noStrike" u="none">
              <a:solidFill>
                <a:srgbClr val="000000"/>
              </a:solidFill>
              <a:uFillTx/>
              <a:latin typeface="Arial"/>
            </a:endParaRPr>
          </a:p>
        </p:txBody>
      </p:sp>
      <p:sp>
        <p:nvSpPr>
          <p:cNvPr id="366"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Times New Roman"/>
              </a:defRPr>
            </a:lvl1pPr>
          </a:lstStyle>
          <a:p>
            <a:pPr indent="0" algn="r">
              <a:lnSpc>
                <a:spcPct val="100000"/>
              </a:lnSpc>
              <a:buNone/>
            </a:pPr>
            <a:fld id="{765649B7-E591-4118-BCC4-27F454FD3F20}" type="slidenum">
              <a:rPr b="0" lang="en-US" sz="1200" strike="noStrike" u="none">
                <a:solidFill>
                  <a:srgbClr val="000000"/>
                </a:solidFill>
                <a:uFillTx/>
                <a:latin typeface="Times New Roman"/>
              </a:rPr>
              <a:t>&lt;number&gt;</a:t>
            </a:fld>
            <a:endParaRPr b="0" lang="en-US" sz="1200" strike="noStrike" u="none">
              <a:solidFill>
                <a:srgbClr val="000000"/>
              </a:solidFill>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4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 Yellow">
    <p:spTree>
      <p:nvGrpSpPr>
        <p:cNvPr id="1" name=""/>
        <p:cNvGrpSpPr/>
        <p:nvPr/>
      </p:nvGrpSpPr>
      <p:grpSpPr>
        <a:xfrm>
          <a:off x="0" y="0"/>
          <a:ext cx="0" cy="0"/>
          <a:chOff x="0" y="0"/>
          <a:chExt cx="0" cy="0"/>
        </a:xfrm>
      </p:grpSpPr>
      <p:sp>
        <p:nvSpPr>
          <p:cNvPr id="6" name="PlaceHolder 1"/>
          <p:cNvSpPr>
            <a:spLocks noGrp="1"/>
          </p:cNvSpPr>
          <p:nvPr>
            <p:ph type="title"/>
          </p:nvPr>
        </p:nvSpPr>
        <p:spPr>
          <a:xfrm>
            <a:off x="723960" y="723960"/>
            <a:ext cx="3200040" cy="110412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7" name="PlaceHolder 2"/>
          <p:cNvSpPr>
            <a:spLocks noGrp="1"/>
          </p:cNvSpPr>
          <p:nvPr>
            <p:ph type="subTitle"/>
          </p:nvPr>
        </p:nvSpPr>
        <p:spPr>
          <a:xfrm>
            <a:off x="723960" y="2137680"/>
            <a:ext cx="3200040" cy="39960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vider Slide - Yellow">
    <p:spTree>
      <p:nvGrpSpPr>
        <p:cNvPr id="1" name=""/>
        <p:cNvGrpSpPr/>
        <p:nvPr/>
      </p:nvGrpSpPr>
      <p:grpSpPr>
        <a:xfrm>
          <a:off x="0" y="0"/>
          <a:ext cx="0" cy="0"/>
          <a:chOff x="0" y="0"/>
          <a:chExt cx="0" cy="0"/>
        </a:xfrm>
      </p:grpSpPr>
      <p:sp>
        <p:nvSpPr>
          <p:cNvPr id="12" name="PlaceHolder 1"/>
          <p:cNvSpPr>
            <a:spLocks noGrp="1"/>
          </p:cNvSpPr>
          <p:nvPr>
            <p:ph type="title"/>
          </p:nvPr>
        </p:nvSpPr>
        <p:spPr>
          <a:xfrm>
            <a:off x="723960" y="723960"/>
            <a:ext cx="3200040" cy="110412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13" name="PlaceHolder 2"/>
          <p:cNvSpPr>
            <a:spLocks noGrp="1"/>
          </p:cNvSpPr>
          <p:nvPr>
            <p:ph type="subTitle"/>
          </p:nvPr>
        </p:nvSpPr>
        <p:spPr>
          <a:xfrm>
            <a:off x="723960" y="2137680"/>
            <a:ext cx="3200040" cy="39960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vider Slide - Black">
    <p:spTree>
      <p:nvGrpSpPr>
        <p:cNvPr id="1" name=""/>
        <p:cNvGrpSpPr/>
        <p:nvPr/>
      </p:nvGrpSpPr>
      <p:grpSpPr>
        <a:xfrm>
          <a:off x="0" y="0"/>
          <a:ext cx="0" cy="0"/>
          <a:chOff x="0" y="0"/>
          <a:chExt cx="0" cy="0"/>
        </a:xfrm>
      </p:grpSpPr>
      <p:sp>
        <p:nvSpPr>
          <p:cNvPr id="18" name="PlaceHolder 1"/>
          <p:cNvSpPr>
            <a:spLocks noGrp="1"/>
          </p:cNvSpPr>
          <p:nvPr>
            <p:ph type="title"/>
          </p:nvPr>
        </p:nvSpPr>
        <p:spPr>
          <a:xfrm>
            <a:off x="723960" y="723960"/>
            <a:ext cx="3200040" cy="110412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19" name="PlaceHolder 2"/>
          <p:cNvSpPr>
            <a:spLocks noGrp="1"/>
          </p:cNvSpPr>
          <p:nvPr>
            <p:ph type="subTitle"/>
          </p:nvPr>
        </p:nvSpPr>
        <p:spPr>
          <a:xfrm>
            <a:off x="723960" y="2137680"/>
            <a:ext cx="3200040" cy="39960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vider Slide - White">
    <p:spTree>
      <p:nvGrpSpPr>
        <p:cNvPr id="1" name=""/>
        <p:cNvGrpSpPr/>
        <p:nvPr/>
      </p:nvGrpSpPr>
      <p:grpSpPr>
        <a:xfrm>
          <a:off x="0" y="0"/>
          <a:ext cx="0" cy="0"/>
          <a:chOff x="0" y="0"/>
          <a:chExt cx="0" cy="0"/>
        </a:xfrm>
      </p:grpSpPr>
      <p:sp>
        <p:nvSpPr>
          <p:cNvPr id="25" name="PlaceHolder 1"/>
          <p:cNvSpPr>
            <a:spLocks noGrp="1"/>
          </p:cNvSpPr>
          <p:nvPr>
            <p:ph type="title"/>
          </p:nvPr>
        </p:nvSpPr>
        <p:spPr>
          <a:xfrm>
            <a:off x="723960" y="723960"/>
            <a:ext cx="3200040" cy="110412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26" name="PlaceHolder 2"/>
          <p:cNvSpPr>
            <a:spLocks noGrp="1"/>
          </p:cNvSpPr>
          <p:nvPr>
            <p:ph type="subTitle"/>
          </p:nvPr>
        </p:nvSpPr>
        <p:spPr>
          <a:xfrm>
            <a:off x="723960" y="2137680"/>
            <a:ext cx="3200040" cy="39960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 Black">
    <p:spTree>
      <p:nvGrpSpPr>
        <p:cNvPr id="1" name=""/>
        <p:cNvGrpSpPr/>
        <p:nvPr/>
      </p:nvGrpSpPr>
      <p:grpSpPr>
        <a:xfrm>
          <a:off x="0" y="0"/>
          <a:ext cx="0" cy="0"/>
          <a:chOff x="0" y="0"/>
          <a:chExt cx="0" cy="0"/>
        </a:xfrm>
      </p:grpSpPr>
      <p:sp>
        <p:nvSpPr>
          <p:cNvPr id="32" name="PlaceHolder 1"/>
          <p:cNvSpPr>
            <a:spLocks noGrp="1"/>
          </p:cNvSpPr>
          <p:nvPr>
            <p:ph type="title"/>
          </p:nvPr>
        </p:nvSpPr>
        <p:spPr>
          <a:xfrm>
            <a:off x="723960" y="723960"/>
            <a:ext cx="3200040" cy="110412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33" name="PlaceHolder 2"/>
          <p:cNvSpPr>
            <a:spLocks noGrp="1"/>
          </p:cNvSpPr>
          <p:nvPr>
            <p:ph type="subTitle"/>
          </p:nvPr>
        </p:nvSpPr>
        <p:spPr>
          <a:xfrm>
            <a:off x="723960" y="2137680"/>
            <a:ext cx="3200040" cy="39960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 White">
    <p:spTree>
      <p:nvGrpSpPr>
        <p:cNvPr id="1" name=""/>
        <p:cNvGrpSpPr/>
        <p:nvPr/>
      </p:nvGrpSpPr>
      <p:grpSpPr>
        <a:xfrm>
          <a:off x="0" y="0"/>
          <a:ext cx="0" cy="0"/>
          <a:chOff x="0" y="0"/>
          <a:chExt cx="0" cy="0"/>
        </a:xfrm>
      </p:grpSpPr>
      <p:sp>
        <p:nvSpPr>
          <p:cNvPr id="39" name="PlaceHolder 1"/>
          <p:cNvSpPr>
            <a:spLocks noGrp="1"/>
          </p:cNvSpPr>
          <p:nvPr>
            <p:ph type="title"/>
          </p:nvPr>
        </p:nvSpPr>
        <p:spPr>
          <a:xfrm>
            <a:off x="723960" y="723960"/>
            <a:ext cx="3200040" cy="110412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40" name="PlaceHolder 2"/>
          <p:cNvSpPr>
            <a:spLocks noGrp="1"/>
          </p:cNvSpPr>
          <p:nvPr>
            <p:ph type="subTitle"/>
          </p:nvPr>
        </p:nvSpPr>
        <p:spPr>
          <a:xfrm>
            <a:off x="723960" y="2137680"/>
            <a:ext cx="3200040" cy="39960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ission Statement 2022 - Yellow">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ission Statement 2022 - Stars">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ation Slide Centered - Yellow">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ation Slide Centered - White">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ation Slide Left - Black">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ation Slide Left - White">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 Full Width">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 With Border - Yellow">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 With Border - Black">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 With Border - White">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ckground Border - Yellow">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ckground Border - Black">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ckground Border - White">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Vertical Text">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quare Picture with Content - Left">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quare Picture with Content - Right">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quare Picture with Content - Left - Yellow">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quare Picture with Content - Left - Black">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quare Picture with Content - Left - Border">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quare Picture with Content - Right - Yellow">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quare Picture with Content - Right - Black">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quare Picture with Content - Right - Border">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mall Picture with Content - Left">
    <p:spTree>
      <p:nvGrpSpPr>
        <p:cNvPr id="1" name=""/>
        <p:cNvGrpSpPr/>
        <p:nvPr/>
      </p:nvGrpSpPr>
      <p:grpSpPr>
        <a:xfrm>
          <a:off x="0" y="0"/>
          <a:ext cx="0" cy="0"/>
          <a:chOff x="0" y="0"/>
          <a:chExt cx="0" cy="0"/>
        </a:xfrm>
      </p:grpSpPr>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rge Picture with Content - Left - Border">
    <p:spTree>
      <p:nvGrpSpPr>
        <p:cNvPr id="1" name=""/>
        <p:cNvGrpSpPr/>
        <p:nvPr/>
      </p:nvGrpSpPr>
      <p:grpSpPr>
        <a:xfrm>
          <a:off x="0" y="0"/>
          <a:ext cx="0" cy="0"/>
          <a:chOff x="0" y="0"/>
          <a:chExt cx="0" cy="0"/>
        </a:xfrm>
      </p:grpSpPr>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One Intro Column with Two Extra Colunns">
    <p:spTree>
      <p:nvGrpSpPr>
        <p:cNvPr id="1" name=""/>
        <p:cNvGrpSpPr/>
        <p:nvPr/>
      </p:nvGrpSpPr>
      <p:grpSpPr>
        <a:xfrm>
          <a:off x="0" y="0"/>
          <a:ext cx="0" cy="0"/>
          <a:chOff x="0" y="0"/>
          <a:chExt cx="0" cy="0"/>
        </a:xfrm>
      </p:grpSpPr>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One Intro Column with Two Extra Colunns">
    <p:spTree>
      <p:nvGrpSpPr>
        <p:cNvPr id="1" name=""/>
        <p:cNvGrpSpPr/>
        <p:nvPr/>
      </p:nvGrpSpPr>
      <p:grpSpPr>
        <a:xfrm>
          <a:off x="0" y="0"/>
          <a:ext cx="0" cy="0"/>
          <a:chOff x="0" y="0"/>
          <a:chExt cx="0" cy="0"/>
        </a:xfrm>
      </p:grpSpPr>
      <p:sp>
        <p:nvSpPr>
          <p:cNvPr id="183" name="PlaceHolder 1"/>
          <p:cNvSpPr>
            <a:spLocks noGrp="1"/>
          </p:cNvSpPr>
          <p:nvPr>
            <p:ph type="title"/>
          </p:nvPr>
        </p:nvSpPr>
        <p:spPr>
          <a:xfrm>
            <a:off x="723960" y="723960"/>
            <a:ext cx="3200040" cy="110412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184" name="PlaceHolder 2"/>
          <p:cNvSpPr>
            <a:spLocks noGrp="1"/>
          </p:cNvSpPr>
          <p:nvPr>
            <p:ph type="subTitle"/>
          </p:nvPr>
        </p:nvSpPr>
        <p:spPr>
          <a:xfrm>
            <a:off x="723960" y="2137680"/>
            <a:ext cx="3200040" cy="39960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 Intro Column with Two Extra Colunns">
    <p:spTree>
      <p:nvGrpSpPr>
        <p:cNvPr id="1" name=""/>
        <p:cNvGrpSpPr/>
        <p:nvPr/>
      </p:nvGrpSpPr>
      <p:grpSpPr>
        <a:xfrm>
          <a:off x="0" y="0"/>
          <a:ext cx="0" cy="0"/>
          <a:chOff x="0" y="0"/>
          <a:chExt cx="0" cy="0"/>
        </a:xfrm>
      </p:grpSpPr>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lumns with Three Titles">
    <p:spTree>
      <p:nvGrpSpPr>
        <p:cNvPr id="1" name=""/>
        <p:cNvGrpSpPr/>
        <p:nvPr/>
      </p:nvGrpSpPr>
      <p:grpSpPr>
        <a:xfrm>
          <a:off x="0" y="0"/>
          <a:ext cx="0" cy="0"/>
          <a:chOff x="0" y="0"/>
          <a:chExt cx="0" cy="0"/>
        </a:xfrm>
      </p:grpSpPr>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lumns with One Titl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lumns with One Title and Pictures">
    <p:spTree>
      <p:nvGrpSpPr>
        <p:cNvPr id="1" name=""/>
        <p:cNvGrpSpPr/>
        <p:nvPr/>
      </p:nvGrpSpPr>
      <p:grpSpPr>
        <a:xfrm>
          <a:off x="0" y="0"/>
          <a:ext cx="0" cy="0"/>
          <a:chOff x="0" y="0"/>
          <a:chExt cx="0" cy="0"/>
        </a:xfrm>
      </p:grpSpPr>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our Columns with One Title and Pictures">
    <p:spTree>
      <p:nvGrpSpPr>
        <p:cNvPr id="1" name=""/>
        <p:cNvGrpSpPr/>
        <p:nvPr/>
      </p:nvGrpSpPr>
      <p:grpSpPr>
        <a:xfrm>
          <a:off x="0" y="0"/>
          <a:ext cx="0" cy="0"/>
          <a:chOff x="0" y="0"/>
          <a:chExt cx="0" cy="0"/>
        </a:xfrm>
      </p:grpSpPr>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ive Columns with One Title and Pictures">
    <p:spTree>
      <p:nvGrpSpPr>
        <p:cNvPr id="1" name=""/>
        <p:cNvGrpSpPr/>
        <p:nvPr/>
      </p:nvGrpSpPr>
      <p:grpSpPr>
        <a:xfrm>
          <a:off x="0" y="0"/>
          <a:ext cx="0" cy="0"/>
          <a:chOff x="0" y="0"/>
          <a:chExt cx="0" cy="0"/>
        </a:xfrm>
      </p:grpSpPr>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ation Slide Left - Yellow">
    <p:spTree>
      <p:nvGrpSpPr>
        <p:cNvPr id="1" name=""/>
        <p:cNvGrpSpPr/>
        <p:nvPr/>
      </p:nvGrpSpPr>
      <p:grpSpPr>
        <a:xfrm>
          <a:off x="0" y="0"/>
          <a:ext cx="0" cy="0"/>
          <a:chOff x="0" y="0"/>
          <a:chExt cx="0" cy="0"/>
        </a:xfrm>
      </p:grpSpPr>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Small Picture with Content - Right">
    <p:spTree>
      <p:nvGrpSpPr>
        <p:cNvPr id="1" name=""/>
        <p:cNvGrpSpPr/>
        <p:nvPr/>
      </p:nvGrpSpPr>
      <p:grpSpPr>
        <a:xfrm>
          <a:off x="0" y="0"/>
          <a:ext cx="0" cy="0"/>
          <a:chOff x="0" y="0"/>
          <a:chExt cx="0" cy="0"/>
        </a:xfrm>
      </p:grpSpPr>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rge Picture with Content - Left">
    <p:spTree>
      <p:nvGrpSpPr>
        <p:cNvPr id="1" name=""/>
        <p:cNvGrpSpPr/>
        <p:nvPr/>
      </p:nvGrpSpPr>
      <p:grpSpPr>
        <a:xfrm>
          <a:off x="0" y="0"/>
          <a:ext cx="0" cy="0"/>
          <a:chOff x="0" y="0"/>
          <a:chExt cx="0" cy="0"/>
        </a:xfrm>
      </p:grpSpPr>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rge Picture with Content - Right">
    <p:spTree>
      <p:nvGrpSpPr>
        <p:cNvPr id="1" name=""/>
        <p:cNvGrpSpPr/>
        <p:nvPr/>
      </p:nvGrpSpPr>
      <p:grpSpPr>
        <a:xfrm>
          <a:off x="0" y="0"/>
          <a:ext cx="0" cy="0"/>
          <a:chOff x="0" y="0"/>
          <a:chExt cx="0" cy="0"/>
        </a:xfrm>
      </p:grpSpPr>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rge Picture with Content - Right - Yellow">
    <p:spTree>
      <p:nvGrpSpPr>
        <p:cNvPr id="1" name=""/>
        <p:cNvGrpSpPr/>
        <p:nvPr/>
      </p:nvGrpSpPr>
      <p:grpSpPr>
        <a:xfrm>
          <a:off x="0" y="0"/>
          <a:ext cx="0" cy="0"/>
          <a:chOff x="0" y="0"/>
          <a:chExt cx="0" cy="0"/>
        </a:xfrm>
      </p:grpSpPr>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rge Picture with Content - Right - Black">
    <p:spTree>
      <p:nvGrpSpPr>
        <p:cNvPr id="1" name=""/>
        <p:cNvGrpSpPr/>
        <p:nvPr/>
      </p:nvGrpSpPr>
      <p:grpSpPr>
        <a:xfrm>
          <a:off x="0" y="0"/>
          <a:ext cx="0" cy="0"/>
          <a:chOff x="0" y="0"/>
          <a:chExt cx="0" cy="0"/>
        </a:xfrm>
      </p:grpSpPr>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rge Picture with Content - Right - Border">
    <p:spTree>
      <p:nvGrpSpPr>
        <p:cNvPr id="1" name=""/>
        <p:cNvGrpSpPr/>
        <p:nvPr/>
      </p:nvGrpSpPr>
      <p:grpSpPr>
        <a:xfrm>
          <a:off x="0" y="0"/>
          <a:ext cx="0" cy="0"/>
          <a:chOff x="0" y="0"/>
          <a:chExt cx="0" cy="0"/>
        </a:xfrm>
      </p:grpSpPr>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rge Picture with Content - Left - Yellow">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rge Picture with Content - Left - Black">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2.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3.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4.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5.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5.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5.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slideLayout" Target="../slideLayouts/slideLayout35.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6.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7.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8.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9.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40.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image" Target="../media/image4.png"/><Relationship Id="rId3" Type="http://schemas.openxmlformats.org/officeDocument/2006/relationships/slideLayout" Target="../slideLayouts/slideLayout41.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2.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3.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4.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slideLayout" Target="../slideLayouts/slideLayout45.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slideLayout" Target="../slideLayouts/slideLayout46.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slideLayout" Target="../slideLayouts/slideLayout47.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slideLayout" Target="../slideLayouts/slideLayout48.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slideLayout" Target="../slideLayouts/slideLayout49.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slideLayout" Target="../slideLayouts/slideLayout5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f9c42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 name="PlaceHolder 1"/>
          <p:cNvSpPr>
            <a:spLocks noGrp="1"/>
          </p:cNvSpPr>
          <p:nvPr>
            <p:ph type="title"/>
          </p:nvPr>
        </p:nvSpPr>
        <p:spPr>
          <a:xfrm>
            <a:off x="1104840" y="1122480"/>
            <a:ext cx="9981720" cy="2387160"/>
          </a:xfrm>
          <a:prstGeom prst="rect">
            <a:avLst/>
          </a:prstGeom>
          <a:noFill/>
          <a:ln w="0">
            <a:noFill/>
          </a:ln>
        </p:spPr>
        <p:txBody>
          <a:bodyPr lIns="0" rIns="0" tIns="0" bIns="0" anchor="b">
            <a:noAutofit/>
          </a:bodyPr>
          <a:p>
            <a:pPr indent="0" algn="ctr" defTabSz="914400">
              <a:lnSpc>
                <a:spcPct val="100000"/>
              </a:lnSpc>
              <a:buNone/>
            </a:pPr>
            <a:r>
              <a:rPr b="0" lang="en-US" sz="4400" strike="noStrike" u="none">
                <a:solidFill>
                  <a:schemeClr val="dk1"/>
                </a:solidFill>
                <a:uFillTx/>
                <a:latin typeface="Gotham Black"/>
              </a:rPr>
              <a:t>CLICK TO EDIT SLIDE TITLE</a:t>
            </a:r>
            <a:endParaRPr b="0" lang="en-US" sz="4400" strike="noStrike" u="none">
              <a:solidFill>
                <a:schemeClr val="dk1"/>
              </a:solidFill>
              <a:uFillTx/>
              <a:latin typeface="Calibri"/>
            </a:endParaRPr>
          </a:p>
        </p:txBody>
      </p:sp>
      <p:sp>
        <p:nvSpPr>
          <p:cNvPr id="2"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cxnSp>
        <p:nvCxnSpPr>
          <p:cNvPr id="3" name="Straight Connector">
            <a:extLst>
              <a:ext uri="{C183D7F6-B498-43B3-948B-1728B52AA6E4}">
                <adec:decorative xmlns:adec="http://schemas.microsoft.com/office/drawing/2017/decorative" val="1"/>
              </a:ext>
            </a:extLst>
          </p:cNvPr>
          <p:cNvCxnSpPr/>
          <p:nvPr/>
        </p:nvCxnSpPr>
        <p:spPr>
          <a:xfrm>
            <a:off x="4552920" y="3719880"/>
            <a:ext cx="3086280" cy="360"/>
          </a:xfrm>
          <a:prstGeom prst="straightConnector1">
            <a:avLst/>
          </a:prstGeom>
          <a:ln w="50800">
            <a:solidFill>
              <a:srgbClr val="ffffff"/>
            </a:solidFill>
          </a:ln>
        </p:spPr>
      </p:cxnSp>
      <p:pic>
        <p:nvPicPr>
          <p:cNvPr id="4" name="Logo" descr="University of Central Florida Logo"/>
          <p:cNvPicPr/>
          <p:nvPr/>
        </p:nvPicPr>
        <p:blipFill>
          <a:blip r:embed="rId2"/>
          <a:stretch/>
        </p:blipFill>
        <p:spPr>
          <a:xfrm>
            <a:off x="5829480" y="723960"/>
            <a:ext cx="533160" cy="717480"/>
          </a:xfrm>
          <a:prstGeom prst="rect">
            <a:avLst/>
          </a:prstGeom>
          <a:ln w="0">
            <a:noFill/>
          </a:ln>
        </p:spPr>
      </p:pic>
      <p:sp>
        <p:nvSpPr>
          <p:cNvPr id="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50000"/>
              </a:lnSpc>
              <a:spcBef>
                <a:spcPts val="1417"/>
              </a:spcBef>
              <a:buClr>
                <a:srgbClr val="000000"/>
              </a:buClr>
              <a:buSzPct val="45000"/>
              <a:buFont typeface="Wingdings" charset="2"/>
              <a:buChar char=""/>
            </a:pPr>
            <a:r>
              <a:rPr b="0" lang="en-US" sz="1800" strike="noStrike" u="none">
                <a:solidFill>
                  <a:schemeClr val="dk1"/>
                </a:solidFill>
                <a:uFillTx/>
                <a:latin typeface="Gotham Book"/>
              </a:rPr>
              <a:t>Click to edit the outline text format</a:t>
            </a:r>
            <a:endParaRPr b="0" lang="en-US" sz="1800" strike="noStrike" u="none">
              <a:solidFill>
                <a:schemeClr val="dk1"/>
              </a:solidFill>
              <a:uFillTx/>
              <a:latin typeface="Gotham Book"/>
            </a:endParaRPr>
          </a:p>
          <a:p>
            <a:pPr lvl="1" marL="864000" indent="-324000">
              <a:lnSpc>
                <a:spcPct val="150000"/>
              </a:lnSpc>
              <a:spcBef>
                <a:spcPts val="1134"/>
              </a:spcBef>
              <a:buClr>
                <a:srgbClr val="000000"/>
              </a:buClr>
              <a:buSzPct val="75000"/>
              <a:buFont typeface="Symbol" charset="2"/>
              <a:buChar char=""/>
            </a:pPr>
            <a:r>
              <a:rPr b="0" lang="en-US" sz="1800" strike="noStrike" u="none">
                <a:solidFill>
                  <a:schemeClr val="dk1"/>
                </a:solidFill>
                <a:uFillTx/>
                <a:latin typeface="Gotham Book"/>
              </a:rPr>
              <a:t>Second Outline Level</a:t>
            </a:r>
            <a:endParaRPr b="0" lang="en-US" sz="1800" strike="noStrike" u="none">
              <a:solidFill>
                <a:schemeClr val="dk1"/>
              </a:solidFill>
              <a:uFillTx/>
              <a:latin typeface="Gotham Book"/>
            </a:endParaRPr>
          </a:p>
          <a:p>
            <a:pPr lvl="2" marL="1296000" indent="-288000">
              <a:lnSpc>
                <a:spcPct val="150000"/>
              </a:lnSpc>
              <a:spcBef>
                <a:spcPts val="850"/>
              </a:spcBef>
              <a:buClr>
                <a:srgbClr val="000000"/>
              </a:buClr>
              <a:buSzPct val="45000"/>
              <a:buFont typeface="Wingdings" charset="2"/>
              <a:buChar char=""/>
            </a:pPr>
            <a:r>
              <a:rPr b="0" lang="en-US" sz="1800" strike="noStrike" u="none">
                <a:solidFill>
                  <a:schemeClr val="dk1"/>
                </a:solidFill>
                <a:uFillTx/>
                <a:latin typeface="Gotham Book"/>
              </a:rPr>
              <a:t>Third Outline Level</a:t>
            </a:r>
            <a:endParaRPr b="0" lang="en-US" sz="1800" strike="noStrike" u="none">
              <a:solidFill>
                <a:schemeClr val="dk1"/>
              </a:solidFill>
              <a:uFillTx/>
              <a:latin typeface="Gotham Book"/>
            </a:endParaRPr>
          </a:p>
          <a:p>
            <a:pPr lvl="3" marL="1728000" indent="-216000">
              <a:lnSpc>
                <a:spcPct val="150000"/>
              </a:lnSpc>
              <a:spcBef>
                <a:spcPts val="567"/>
              </a:spcBef>
              <a:buClr>
                <a:srgbClr val="000000"/>
              </a:buClr>
              <a:buSzPct val="75000"/>
              <a:buFont typeface="Symbol" charset="2"/>
              <a:buChar char=""/>
            </a:pPr>
            <a:r>
              <a:rPr b="0" lang="en-US" sz="1800" strike="noStrike" u="none">
                <a:solidFill>
                  <a:schemeClr val="dk1"/>
                </a:solidFill>
                <a:uFillTx/>
                <a:latin typeface="Gotham Book"/>
              </a:rPr>
              <a:t>Fourth Outline Level</a:t>
            </a:r>
            <a:endParaRPr b="0" lang="en-US" sz="1800" strike="noStrike" u="none">
              <a:solidFill>
                <a:schemeClr val="dk1"/>
              </a:solidFill>
              <a:uFillTx/>
              <a:latin typeface="Gotham Book"/>
            </a:endParaRPr>
          </a:p>
          <a:p>
            <a:pPr lvl="4" marL="2160000" indent="-216000">
              <a:lnSpc>
                <a:spcPct val="150000"/>
              </a:lnSpc>
              <a:spcBef>
                <a:spcPts val="283"/>
              </a:spcBef>
              <a:buClr>
                <a:srgbClr val="000000"/>
              </a:buClr>
              <a:buSzPct val="45000"/>
              <a:buFont typeface="Wingdings" charset="2"/>
              <a:buChar char=""/>
            </a:pPr>
            <a:r>
              <a:rPr b="0" lang="en-US" sz="2000" strike="noStrike" u="none">
                <a:solidFill>
                  <a:schemeClr val="dk1"/>
                </a:solidFill>
                <a:uFillTx/>
                <a:latin typeface="Gotham Book"/>
              </a:rPr>
              <a:t>Fifth Outline Level</a:t>
            </a:r>
            <a:endParaRPr b="0" lang="en-US" sz="2000" strike="noStrike" u="none">
              <a:solidFill>
                <a:schemeClr val="dk1"/>
              </a:solidFill>
              <a:uFillTx/>
              <a:latin typeface="Gotham Book"/>
            </a:endParaRPr>
          </a:p>
          <a:p>
            <a:pPr lvl="5" marL="2592000" indent="-216000">
              <a:lnSpc>
                <a:spcPct val="150000"/>
              </a:lnSpc>
              <a:spcBef>
                <a:spcPts val="283"/>
              </a:spcBef>
              <a:buClr>
                <a:srgbClr val="000000"/>
              </a:buClr>
              <a:buSzPct val="45000"/>
              <a:buFont typeface="Wingdings" charset="2"/>
              <a:buChar char=""/>
            </a:pPr>
            <a:r>
              <a:rPr b="0" lang="en-US" sz="2000" strike="noStrike" u="none">
                <a:solidFill>
                  <a:schemeClr val="dk1"/>
                </a:solidFill>
                <a:uFillTx/>
                <a:latin typeface="Gotham Book"/>
              </a:rPr>
              <a:t>Sixth Outline Level</a:t>
            </a:r>
            <a:endParaRPr b="0" lang="en-US" sz="2000" strike="noStrike" u="none">
              <a:solidFill>
                <a:schemeClr val="dk1"/>
              </a:solidFill>
              <a:uFillTx/>
              <a:latin typeface="Gotham Book"/>
            </a:endParaRPr>
          </a:p>
          <a:p>
            <a:pPr lvl="6" marL="3024000" indent="-216000">
              <a:lnSpc>
                <a:spcPct val="150000"/>
              </a:lnSpc>
              <a:spcBef>
                <a:spcPts val="283"/>
              </a:spcBef>
              <a:buClr>
                <a:srgbClr val="000000"/>
              </a:buClr>
              <a:buSzPct val="45000"/>
              <a:buFont typeface="Wingdings" charset="2"/>
              <a:buChar char=""/>
            </a:pPr>
            <a:r>
              <a:rPr b="0" lang="en-US" sz="2000" strike="noStrike" u="none">
                <a:solidFill>
                  <a:schemeClr val="dk1"/>
                </a:solidFill>
                <a:uFillTx/>
                <a:latin typeface="Gotham Book"/>
              </a:rPr>
              <a:t>Seventh Outline Level</a:t>
            </a:r>
            <a:endParaRPr b="0" lang="en-US" sz="2000" strike="noStrike" u="none">
              <a:solidFill>
                <a:schemeClr val="dk1"/>
              </a:solidFill>
              <a:uFillTx/>
              <a:latin typeface="Gotham Book"/>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f9c42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9" name="PlaceHolder 1"/>
          <p:cNvSpPr>
            <a:spLocks noGrp="1"/>
          </p:cNvSpPr>
          <p:nvPr>
            <p:ph type="title"/>
          </p:nvPr>
        </p:nvSpPr>
        <p:spPr>
          <a:xfrm>
            <a:off x="1104840" y="1122480"/>
            <a:ext cx="9981720" cy="2387160"/>
          </a:xfrm>
          <a:prstGeom prst="rect">
            <a:avLst/>
          </a:prstGeom>
          <a:noFill/>
          <a:ln w="0">
            <a:noFill/>
          </a:ln>
        </p:spPr>
        <p:txBody>
          <a:bodyPr lIns="0" rIns="0" tIns="0" bIns="0" anchor="b">
            <a:noAutofit/>
          </a:bodyPr>
          <a:p>
            <a:pPr indent="0" algn="ctr" defTabSz="914400">
              <a:lnSpc>
                <a:spcPct val="100000"/>
              </a:lnSpc>
              <a:buNone/>
            </a:pPr>
            <a:r>
              <a:rPr b="0" lang="en-US" sz="4400" strike="noStrike" u="none">
                <a:solidFill>
                  <a:schemeClr val="dk1"/>
                </a:solidFill>
                <a:uFillTx/>
                <a:latin typeface="Gotham Black"/>
              </a:rPr>
              <a:t>CLICK TO EDIT DIVIDER SLIDE</a:t>
            </a:r>
            <a:endParaRPr b="0" lang="en-US" sz="4400" strike="noStrike" u="none">
              <a:solidFill>
                <a:schemeClr val="dk1"/>
              </a:solidFill>
              <a:uFillTx/>
              <a:latin typeface="Calibri"/>
            </a:endParaRPr>
          </a:p>
        </p:txBody>
      </p:sp>
      <p:sp>
        <p:nvSpPr>
          <p:cNvPr id="10"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cxnSp>
        <p:nvCxnSpPr>
          <p:cNvPr id="11" name="Straight Connector">
            <a:extLst>
              <a:ext uri="{C183D7F6-B498-43B3-948B-1728B52AA6E4}">
                <adec:decorative xmlns:adec="http://schemas.microsoft.com/office/drawing/2017/decorative" val="1"/>
              </a:ext>
            </a:extLst>
          </p:cNvPr>
          <p:cNvCxnSpPr/>
          <p:nvPr/>
        </p:nvCxnSpPr>
        <p:spPr>
          <a:xfrm>
            <a:off x="4552920" y="3719880"/>
            <a:ext cx="3086280" cy="360"/>
          </a:xfrm>
          <a:prstGeom prst="straightConnector1">
            <a:avLst/>
          </a:prstGeom>
          <a:ln w="50800">
            <a:solidFill>
              <a:srgbClr val="ffffff"/>
            </a:solidFill>
          </a:ln>
        </p:spPr>
      </p:cxn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5" name="PlaceHolder 1"/>
          <p:cNvSpPr>
            <a:spLocks noGrp="1"/>
          </p:cNvSpPr>
          <p:nvPr>
            <p:ph type="title"/>
          </p:nvPr>
        </p:nvSpPr>
        <p:spPr>
          <a:xfrm>
            <a:off x="1104840" y="1122480"/>
            <a:ext cx="9981720" cy="2387160"/>
          </a:xfrm>
          <a:prstGeom prst="rect">
            <a:avLst/>
          </a:prstGeom>
          <a:noFill/>
          <a:ln w="0">
            <a:noFill/>
          </a:ln>
        </p:spPr>
        <p:txBody>
          <a:bodyPr lIns="0" rIns="0" tIns="0" bIns="0" anchor="b">
            <a:noAutofit/>
          </a:bodyPr>
          <a:p>
            <a:pPr indent="0" algn="ctr" defTabSz="914400">
              <a:lnSpc>
                <a:spcPct val="100000"/>
              </a:lnSpc>
              <a:buNone/>
            </a:pPr>
            <a:r>
              <a:rPr b="0" lang="en-US" sz="4400" strike="noStrike" u="none">
                <a:solidFill>
                  <a:schemeClr val="lt1"/>
                </a:solidFill>
                <a:uFillTx/>
                <a:latin typeface="Gotham Black"/>
              </a:rPr>
              <a:t>CLICK TO EDIT DIVIDER SLIDE</a:t>
            </a:r>
            <a:endParaRPr b="0" lang="en-US" sz="4400" strike="noStrike" u="none">
              <a:solidFill>
                <a:schemeClr val="dk1"/>
              </a:solidFill>
              <a:uFillTx/>
              <a:latin typeface="Calibri"/>
            </a:endParaRPr>
          </a:p>
        </p:txBody>
      </p:sp>
      <p:sp>
        <p:nvSpPr>
          <p:cNvPr id="16"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cxnSp>
        <p:nvCxnSpPr>
          <p:cNvPr id="17" name="Straight Connector">
            <a:extLst>
              <a:ext uri="{C183D7F6-B498-43B3-948B-1728B52AA6E4}">
                <adec:decorative xmlns:adec="http://schemas.microsoft.com/office/drawing/2017/decorative" val="1"/>
              </a:ext>
            </a:extLst>
          </p:cNvPr>
          <p:cNvCxnSpPr/>
          <p:nvPr/>
        </p:nvCxnSpPr>
        <p:spPr>
          <a:xfrm>
            <a:off x="4552920" y="3719880"/>
            <a:ext cx="308628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1104840" y="1122480"/>
            <a:ext cx="9981720" cy="2387160"/>
          </a:xfrm>
          <a:prstGeom prst="rect">
            <a:avLst/>
          </a:prstGeom>
          <a:noFill/>
          <a:ln w="0">
            <a:noFill/>
          </a:ln>
        </p:spPr>
        <p:txBody>
          <a:bodyPr lIns="0" rIns="0" tIns="0" bIns="0" anchor="b">
            <a:noAutofit/>
          </a:bodyPr>
          <a:p>
            <a:pPr indent="0" algn="ctr" defTabSz="914400">
              <a:lnSpc>
                <a:spcPct val="100000"/>
              </a:lnSpc>
              <a:buNone/>
            </a:pPr>
            <a:r>
              <a:rPr b="0" lang="en-US" sz="4400" strike="noStrike" u="none">
                <a:solidFill>
                  <a:schemeClr val="dk1"/>
                </a:solidFill>
                <a:uFillTx/>
                <a:latin typeface="Gotham Black"/>
              </a:rPr>
              <a:t>CLICK TO EDIT DIVIDER SLIDE</a:t>
            </a:r>
            <a:endParaRPr b="0" lang="en-US" sz="4400" strike="noStrike" u="none">
              <a:solidFill>
                <a:schemeClr val="dk1"/>
              </a:solidFill>
              <a:uFillTx/>
              <a:latin typeface="Calibri"/>
            </a:endParaRPr>
          </a:p>
        </p:txBody>
      </p:sp>
      <p:sp>
        <p:nvSpPr>
          <p:cNvPr id="21"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lumMod val="85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cxnSp>
        <p:nvCxnSpPr>
          <p:cNvPr id="22" name="Straight Connector">
            <a:extLst>
              <a:ext uri="{C183D7F6-B498-43B3-948B-1728B52AA6E4}">
                <adec:decorative xmlns:adec="http://schemas.microsoft.com/office/drawing/2017/decorative" val="1"/>
              </a:ext>
            </a:extLst>
          </p:cNvPr>
          <p:cNvCxnSpPr/>
          <p:nvPr/>
        </p:nvCxnSpPr>
        <p:spPr>
          <a:xfrm>
            <a:off x="4552920" y="3719880"/>
            <a:ext cx="3086280" cy="360"/>
          </a:xfrm>
          <a:prstGeom prst="straightConnector1">
            <a:avLst/>
          </a:prstGeom>
          <a:ln w="50800">
            <a:solidFill>
              <a:srgbClr val="f9c423"/>
            </a:solidFill>
          </a:ln>
        </p:spPr>
      </p:cxnSp>
      <p:sp>
        <p:nvSpPr>
          <p:cNvPr id="23"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4"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DAE14A5E-6E0A-460A-B667-70560244C3FA}" type="slidenum">
              <a:rPr b="0" lang="en-US" sz="1000" strike="noStrike" u="none">
                <a:solidFill>
                  <a:schemeClr val="lt2">
                    <a:lumMod val="50000"/>
                  </a:schemeClr>
                </a:solidFill>
                <a:uFillTx/>
                <a:latin typeface="Gotham Book"/>
                <a:ea typeface="Verdana"/>
              </a:rPr>
              <a:t>1</a:t>
            </a:fld>
            <a:endParaRPr b="0" lang="en-US" sz="1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28" name="PlaceHolder 1"/>
          <p:cNvSpPr>
            <a:spLocks noGrp="1"/>
          </p:cNvSpPr>
          <p:nvPr>
            <p:ph type="title"/>
          </p:nvPr>
        </p:nvSpPr>
        <p:spPr>
          <a:xfrm>
            <a:off x="1104840" y="1122480"/>
            <a:ext cx="9981720" cy="2387160"/>
          </a:xfrm>
          <a:prstGeom prst="rect">
            <a:avLst/>
          </a:prstGeom>
          <a:noFill/>
          <a:ln w="0">
            <a:noFill/>
          </a:ln>
        </p:spPr>
        <p:txBody>
          <a:bodyPr lIns="0" rIns="0" tIns="0" bIns="0" anchor="b">
            <a:noAutofit/>
          </a:bodyPr>
          <a:p>
            <a:pPr indent="0" algn="ctr" defTabSz="914400">
              <a:lnSpc>
                <a:spcPct val="100000"/>
              </a:lnSpc>
              <a:buNone/>
            </a:pPr>
            <a:r>
              <a:rPr b="0" lang="en-US" sz="4400" strike="noStrike" u="none">
                <a:solidFill>
                  <a:schemeClr val="lt1"/>
                </a:solidFill>
                <a:uFillTx/>
                <a:latin typeface="Gotham Black"/>
              </a:rPr>
              <a:t>CLICK TO EDIT SLIDE TITLE</a:t>
            </a:r>
            <a:endParaRPr b="0" lang="en-US" sz="4400" strike="noStrike" u="none">
              <a:solidFill>
                <a:schemeClr val="dk1"/>
              </a:solidFill>
              <a:uFillTx/>
              <a:latin typeface="Calibri"/>
            </a:endParaRPr>
          </a:p>
        </p:txBody>
      </p:sp>
      <p:sp>
        <p:nvSpPr>
          <p:cNvPr id="29"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cxnSp>
        <p:nvCxnSpPr>
          <p:cNvPr id="30" name="Straight Connector">
            <a:extLst>
              <a:ext uri="{C183D7F6-B498-43B3-948B-1728B52AA6E4}">
                <adec:decorative xmlns:adec="http://schemas.microsoft.com/office/drawing/2017/decorative" val="1"/>
              </a:ext>
            </a:extLst>
          </p:cNvPr>
          <p:cNvCxnSpPr/>
          <p:nvPr/>
        </p:nvCxnSpPr>
        <p:spPr>
          <a:xfrm>
            <a:off x="4533840" y="3719880"/>
            <a:ext cx="3086280" cy="360"/>
          </a:xfrm>
          <a:prstGeom prst="straightConnector1">
            <a:avLst/>
          </a:prstGeom>
          <a:ln w="50800">
            <a:solidFill>
              <a:srgbClr val="f9c423"/>
            </a:solidFill>
          </a:ln>
        </p:spPr>
      </p:cxnSp>
      <p:pic>
        <p:nvPicPr>
          <p:cNvPr id="31" name="Logo" descr="University of Central Florida Logo"/>
          <p:cNvPicPr/>
          <p:nvPr/>
        </p:nvPicPr>
        <p:blipFill>
          <a:blip r:embed="rId2"/>
          <a:stretch/>
        </p:blipFill>
        <p:spPr>
          <a:xfrm>
            <a:off x="5829480" y="723960"/>
            <a:ext cx="533160" cy="7174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5" name="PlaceHolder 1"/>
          <p:cNvSpPr>
            <a:spLocks noGrp="1"/>
          </p:cNvSpPr>
          <p:nvPr>
            <p:ph type="title"/>
          </p:nvPr>
        </p:nvSpPr>
        <p:spPr>
          <a:xfrm>
            <a:off x="1104840" y="1122480"/>
            <a:ext cx="9981720" cy="2387160"/>
          </a:xfrm>
          <a:prstGeom prst="rect">
            <a:avLst/>
          </a:prstGeom>
          <a:noFill/>
          <a:ln w="0">
            <a:noFill/>
          </a:ln>
        </p:spPr>
        <p:txBody>
          <a:bodyPr lIns="0" rIns="0" tIns="0" bIns="0" anchor="b">
            <a:noAutofit/>
          </a:bodyPr>
          <a:p>
            <a:pPr indent="0" algn="ctr" defTabSz="914400">
              <a:lnSpc>
                <a:spcPct val="100000"/>
              </a:lnSpc>
              <a:buNone/>
            </a:pPr>
            <a:r>
              <a:rPr b="0" lang="en-US" sz="4400" strike="noStrike" u="none">
                <a:solidFill>
                  <a:schemeClr val="dk1"/>
                </a:solidFill>
                <a:uFillTx/>
                <a:latin typeface="Gotham Black"/>
              </a:rPr>
              <a:t>CLICK TO EDIT SLIDE TITLE</a:t>
            </a:r>
            <a:endParaRPr b="0" lang="en-US" sz="4400" strike="noStrike" u="none">
              <a:solidFill>
                <a:schemeClr val="dk1"/>
              </a:solidFill>
              <a:uFillTx/>
              <a:latin typeface="Calibri"/>
            </a:endParaRPr>
          </a:p>
        </p:txBody>
      </p:sp>
      <p:sp>
        <p:nvSpPr>
          <p:cNvPr id="36"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lumMod val="85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cxnSp>
        <p:nvCxnSpPr>
          <p:cNvPr id="37" name="Straight Connector">
            <a:extLst>
              <a:ext uri="{C183D7F6-B498-43B3-948B-1728B52AA6E4}">
                <adec:decorative xmlns:adec="http://schemas.microsoft.com/office/drawing/2017/decorative" val="1"/>
              </a:ext>
            </a:extLst>
          </p:cNvPr>
          <p:cNvCxnSpPr/>
          <p:nvPr/>
        </p:nvCxnSpPr>
        <p:spPr>
          <a:xfrm>
            <a:off x="4533840" y="3719880"/>
            <a:ext cx="3086280" cy="360"/>
          </a:xfrm>
          <a:prstGeom prst="straightConnector1">
            <a:avLst/>
          </a:prstGeom>
          <a:ln w="50800">
            <a:solidFill>
              <a:srgbClr val="f9c423"/>
            </a:solidFill>
          </a:ln>
        </p:spPr>
      </p:cxnSp>
      <p:pic>
        <p:nvPicPr>
          <p:cNvPr id="38" name="Logo" descr="University of Central Florida Logo"/>
          <p:cNvPicPr/>
          <p:nvPr/>
        </p:nvPicPr>
        <p:blipFill>
          <a:blip r:embed="rId2"/>
          <a:stretch/>
        </p:blipFill>
        <p:spPr>
          <a:xfrm>
            <a:off x="5829480" y="723960"/>
            <a:ext cx="533160" cy="7174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1" name="Picture 6" descr="Our Mission:&#10;UCF is a public research university invested in unleashing the potential within every individual, enriching the human experience through inclusion, discovery and innovation, and propelling broad-based prosperity for the many communities we serve."/>
          <p:cNvPicPr/>
          <p:nvPr/>
        </p:nvPicPr>
        <p:blipFill>
          <a:blip r:embed="rId2"/>
          <a:stretch/>
        </p:blipFill>
        <p:spPr>
          <a:xfrm>
            <a:off x="0" y="0"/>
            <a:ext cx="12191760" cy="68576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 name="Picture 2" descr="Our Mission:&#10;UCF is a public research university invested in unleashing the potential within every individual, enriching the human experience through inclusion, discovery and innovation, and propelling broad-based prosperity for the many communities we serve."/>
          <p:cNvPicPr/>
          <p:nvPr/>
        </p:nvPicPr>
        <p:blipFill>
          <a:blip r:embed="rId2"/>
          <a:stretch/>
        </p:blipFill>
        <p:spPr>
          <a:xfrm>
            <a:off x="0" y="0"/>
            <a:ext cx="12191760" cy="68576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f9c42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cxnSp>
        <p:nvCxnSpPr>
          <p:cNvPr id="44" name="Straight Connector">
            <a:extLst>
              <a:ext uri="{C183D7F6-B498-43B3-948B-1728B52AA6E4}">
                <adec:decorative xmlns:adec="http://schemas.microsoft.com/office/drawing/2017/decorative" val="1"/>
              </a:ext>
            </a:extLst>
          </p:cNvPr>
          <p:cNvCxnSpPr/>
          <p:nvPr/>
        </p:nvCxnSpPr>
        <p:spPr>
          <a:xfrm>
            <a:off x="4533840" y="1870920"/>
            <a:ext cx="3086280" cy="360"/>
          </a:xfrm>
          <a:prstGeom prst="straightConnector1">
            <a:avLst/>
          </a:prstGeom>
          <a:ln w="50800">
            <a:solidFill>
              <a:srgbClr val="ffffff"/>
            </a:solidFill>
          </a:ln>
        </p:spPr>
      </p:cxnSp>
      <p:sp>
        <p:nvSpPr>
          <p:cNvPr id="45" name="PlaceHolder 1"/>
          <p:cNvSpPr>
            <a:spLocks noGrp="1"/>
          </p:cNvSpPr>
          <p:nvPr>
            <p:ph type="title"/>
          </p:nvPr>
        </p:nvSpPr>
        <p:spPr>
          <a:xfrm>
            <a:off x="1104840" y="2118600"/>
            <a:ext cx="9981720" cy="2387880"/>
          </a:xfrm>
          <a:prstGeom prst="rect">
            <a:avLst/>
          </a:prstGeom>
          <a:noFill/>
          <a:ln w="0">
            <a:noFill/>
          </a:ln>
        </p:spPr>
        <p:txBody>
          <a:bodyPr lIns="0" rIns="0" tIns="0" bIns="0" anchor="ctr">
            <a:noAutofit/>
          </a:bodyPr>
          <a:p>
            <a:pPr indent="0" algn="ctr" defTabSz="914400">
              <a:lnSpc>
                <a:spcPct val="150000"/>
              </a:lnSpc>
              <a:buNone/>
            </a:pPr>
            <a:r>
              <a:rPr b="0" lang="en-US" sz="2400" strike="noStrike" u="none">
                <a:solidFill>
                  <a:schemeClr val="dk1"/>
                </a:solidFill>
                <a:uFillTx/>
                <a:latin typeface="Gotham Book"/>
              </a:rPr>
              <a:t>Click to insert a quote. </a:t>
            </a:r>
            <a:br>
              <a:rPr sz="2400"/>
            </a:br>
            <a:r>
              <a:rPr b="0" lang="en-US" sz="2400" strike="noStrike" u="none">
                <a:solidFill>
                  <a:schemeClr val="dk1"/>
                </a:solidFill>
                <a:uFillTx/>
                <a:latin typeface="Gotham Book"/>
              </a:rPr>
              <a:t>Font size, weight and highlights can be adjusted as needed. </a:t>
            </a:r>
            <a:endParaRPr b="0" lang="en-US" sz="2400" strike="noStrike" u="none">
              <a:solidFill>
                <a:schemeClr val="dk1"/>
              </a:solidFill>
              <a:uFillTx/>
              <a:latin typeface="Calibri"/>
            </a:endParaRPr>
          </a:p>
        </p:txBody>
      </p:sp>
      <p:cxnSp>
        <p:nvCxnSpPr>
          <p:cNvPr id="46" name="Straight Connector">
            <a:extLst>
              <a:ext uri="{C183D7F6-B498-43B3-948B-1728B52AA6E4}">
                <adec:decorative xmlns:adec="http://schemas.microsoft.com/office/drawing/2017/decorative" val="1"/>
              </a:ext>
            </a:extLst>
          </p:cNvPr>
          <p:cNvCxnSpPr/>
          <p:nvPr/>
        </p:nvCxnSpPr>
        <p:spPr>
          <a:xfrm>
            <a:off x="4533840" y="4753800"/>
            <a:ext cx="3086280" cy="360"/>
          </a:xfrm>
          <a:prstGeom prst="straightConnector1">
            <a:avLst/>
          </a:prstGeom>
          <a:ln w="50800">
            <a:solidFill>
              <a:srgbClr val="ffffff"/>
            </a:solidFill>
          </a:ln>
        </p:spPr>
      </p:cxnSp>
      <p:sp>
        <p:nvSpPr>
          <p:cNvPr id="47" name="Rectangle ">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pic>
        <p:nvPicPr>
          <p:cNvPr id="48" name="Large Quotation Mark" descr="">
            <a:extLst>
              <a:ext uri="{C183D7F6-B498-43B3-948B-1728B52AA6E4}">
                <adec:decorative xmlns:adec="http://schemas.microsoft.com/office/drawing/2017/decorative" val="1"/>
              </a:ext>
            </a:extLst>
          </p:cNvPr>
          <p:cNvPicPr/>
          <p:nvPr/>
        </p:nvPicPr>
        <p:blipFill>
          <a:blip r:embed="rId2"/>
          <a:srcRect l="29775" t="19472" r="29638" b="47417"/>
          <a:stretch/>
        </p:blipFill>
        <p:spPr>
          <a:xfrm>
            <a:off x="5123520" y="846000"/>
            <a:ext cx="1854720" cy="18154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1104840" y="2118600"/>
            <a:ext cx="9981720" cy="2387880"/>
          </a:xfrm>
          <a:prstGeom prst="rect">
            <a:avLst/>
          </a:prstGeom>
          <a:noFill/>
          <a:ln w="0">
            <a:noFill/>
          </a:ln>
        </p:spPr>
        <p:txBody>
          <a:bodyPr lIns="0" rIns="0" tIns="0" bIns="0" anchor="ctr">
            <a:noAutofit/>
          </a:bodyPr>
          <a:p>
            <a:pPr indent="0" algn="ctr" defTabSz="914400">
              <a:lnSpc>
                <a:spcPct val="150000"/>
              </a:lnSpc>
              <a:buNone/>
            </a:pPr>
            <a:r>
              <a:rPr b="0" lang="en-US" sz="2400" strike="noStrike" u="none">
                <a:solidFill>
                  <a:schemeClr val="dk1"/>
                </a:solidFill>
                <a:uFillTx/>
                <a:latin typeface="Gotham Book"/>
              </a:rPr>
              <a:t>Click to insert a quote. </a:t>
            </a:r>
            <a:br>
              <a:rPr sz="2400"/>
            </a:br>
            <a:r>
              <a:rPr b="0" lang="en-US" sz="2400" strike="noStrike" u="none">
                <a:solidFill>
                  <a:schemeClr val="dk1"/>
                </a:solidFill>
                <a:uFillTx/>
                <a:latin typeface="Gotham Book"/>
              </a:rPr>
              <a:t>Font size, weight and highlights can be adjusted as needed. </a:t>
            </a:r>
            <a:endParaRPr b="0" lang="en-US" sz="2400" strike="noStrike" u="none">
              <a:solidFill>
                <a:schemeClr val="dk1"/>
              </a:solidFill>
              <a:uFillTx/>
              <a:latin typeface="Calibri"/>
            </a:endParaRPr>
          </a:p>
        </p:txBody>
      </p:sp>
      <p:cxnSp>
        <p:nvCxnSpPr>
          <p:cNvPr id="50" name="Straight Connector">
            <a:extLst>
              <a:ext uri="{C183D7F6-B498-43B3-948B-1728B52AA6E4}">
                <adec:decorative xmlns:adec="http://schemas.microsoft.com/office/drawing/2017/decorative" val="1"/>
              </a:ext>
            </a:extLst>
          </p:cNvPr>
          <p:cNvCxnSpPr/>
          <p:nvPr/>
        </p:nvCxnSpPr>
        <p:spPr>
          <a:xfrm>
            <a:off x="4533840" y="1870920"/>
            <a:ext cx="3086280" cy="360"/>
          </a:xfrm>
          <a:prstGeom prst="straightConnector1">
            <a:avLst/>
          </a:prstGeom>
          <a:ln w="50800">
            <a:solidFill>
              <a:srgbClr val="f9c423"/>
            </a:solidFill>
          </a:ln>
        </p:spPr>
      </p:cxnSp>
      <p:cxnSp>
        <p:nvCxnSpPr>
          <p:cNvPr id="51" name="Straight Connector">
            <a:extLst>
              <a:ext uri="{C183D7F6-B498-43B3-948B-1728B52AA6E4}">
                <adec:decorative xmlns:adec="http://schemas.microsoft.com/office/drawing/2017/decorative" val="1"/>
              </a:ext>
            </a:extLst>
          </p:cNvPr>
          <p:cNvCxnSpPr/>
          <p:nvPr/>
        </p:nvCxnSpPr>
        <p:spPr>
          <a:xfrm>
            <a:off x="4533840" y="4753800"/>
            <a:ext cx="3086280" cy="360"/>
          </a:xfrm>
          <a:prstGeom prst="straightConnector1">
            <a:avLst/>
          </a:prstGeom>
          <a:ln w="50800">
            <a:solidFill>
              <a:srgbClr val="f9c423"/>
            </a:solidFill>
          </a:ln>
        </p:spPr>
      </p:cxnSp>
      <p:pic>
        <p:nvPicPr>
          <p:cNvPr id="52" name="Large Quotation Mark" descr="">
            <a:extLst>
              <a:ext uri="{C183D7F6-B498-43B3-948B-1728B52AA6E4}">
                <adec:decorative xmlns:adec="http://schemas.microsoft.com/office/drawing/2017/decorative" val="1"/>
              </a:ext>
            </a:extLst>
          </p:cNvPr>
          <p:cNvPicPr/>
          <p:nvPr/>
        </p:nvPicPr>
        <p:blipFill>
          <a:blip r:embed="rId2"/>
          <a:srcRect l="33581" t="22981" r="31537" b="52421"/>
          <a:stretch/>
        </p:blipFill>
        <p:spPr>
          <a:xfrm>
            <a:off x="5320800" y="1053000"/>
            <a:ext cx="1550160" cy="1311480"/>
          </a:xfrm>
          <a:prstGeom prst="rect">
            <a:avLst/>
          </a:prstGeom>
          <a:ln w="0">
            <a:noFill/>
          </a:ln>
        </p:spPr>
      </p:pic>
      <p:sp>
        <p:nvSpPr>
          <p:cNvPr id="53" name="Rectangle ">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lumMod val="85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54"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55"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0BB6EB58-7800-4826-966B-021FF82639C4}" type="slidenum">
              <a:rPr b="0" lang="en-US" sz="1000" strike="noStrike" u="none">
                <a:solidFill>
                  <a:schemeClr val="lt2">
                    <a:lumMod val="50000"/>
                  </a:schemeClr>
                </a:solidFill>
                <a:uFillTx/>
                <a:latin typeface="Gotham Book"/>
                <a:ea typeface="Verdana"/>
              </a:rPr>
              <a:t>1</a:t>
            </a:fld>
            <a:endParaRPr b="0" lang="en-US" sz="1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57" name="PlaceHolder 1"/>
          <p:cNvSpPr>
            <a:spLocks noGrp="1"/>
          </p:cNvSpPr>
          <p:nvPr>
            <p:ph type="title"/>
          </p:nvPr>
        </p:nvSpPr>
        <p:spPr>
          <a:xfrm>
            <a:off x="1104840" y="2118600"/>
            <a:ext cx="9981720" cy="2387880"/>
          </a:xfrm>
          <a:prstGeom prst="rect">
            <a:avLst/>
          </a:prstGeom>
          <a:noFill/>
          <a:ln w="0">
            <a:noFill/>
          </a:ln>
        </p:spPr>
        <p:txBody>
          <a:bodyPr lIns="0" rIns="0" tIns="0" bIns="0" anchor="ctr">
            <a:noAutofit/>
          </a:bodyPr>
          <a:p>
            <a:pPr indent="0" defTabSz="914400">
              <a:lnSpc>
                <a:spcPct val="150000"/>
              </a:lnSpc>
              <a:buNone/>
            </a:pPr>
            <a:r>
              <a:rPr b="0" lang="en-US" sz="2400" strike="noStrike" u="none">
                <a:solidFill>
                  <a:schemeClr val="lt1"/>
                </a:solidFill>
                <a:uFillTx/>
                <a:latin typeface="Gotham Book"/>
              </a:rPr>
              <a:t>Click to insert a quote. </a:t>
            </a:r>
            <a:br>
              <a:rPr sz="2400"/>
            </a:br>
            <a:r>
              <a:rPr b="0" lang="en-US" sz="2400" strike="noStrike" u="none">
                <a:solidFill>
                  <a:schemeClr val="lt1"/>
                </a:solidFill>
                <a:uFillTx/>
                <a:latin typeface="Gotham Book"/>
              </a:rPr>
              <a:t>Font size, emphasis and highlights can be adjusted as needed. </a:t>
            </a:r>
            <a:endParaRPr b="0" lang="en-US" sz="2400" strike="noStrike" u="none">
              <a:solidFill>
                <a:schemeClr val="dk1"/>
              </a:solidFill>
              <a:uFillTx/>
              <a:latin typeface="Calibri"/>
            </a:endParaRPr>
          </a:p>
        </p:txBody>
      </p:sp>
      <p:cxnSp>
        <p:nvCxnSpPr>
          <p:cNvPr id="58" name="Straight Connector">
            <a:extLst>
              <a:ext uri="{C183D7F6-B498-43B3-948B-1728B52AA6E4}">
                <adec:decorative xmlns:adec="http://schemas.microsoft.com/office/drawing/2017/decorative" val="1"/>
              </a:ext>
            </a:extLst>
          </p:cNvPr>
          <p:cNvCxnSpPr/>
          <p:nvPr/>
        </p:nvCxnSpPr>
        <p:spPr>
          <a:xfrm>
            <a:off x="1104840" y="4753800"/>
            <a:ext cx="3086280" cy="360"/>
          </a:xfrm>
          <a:prstGeom prst="straightConnector1">
            <a:avLst/>
          </a:prstGeom>
          <a:ln w="50800">
            <a:solidFill>
              <a:srgbClr val="f9c423"/>
            </a:solidFill>
          </a:ln>
        </p:spPr>
      </p:cxnSp>
      <p:pic>
        <p:nvPicPr>
          <p:cNvPr id="59" name="Large Quotation Mark" descr="">
            <a:extLst>
              <a:ext uri="{C183D7F6-B498-43B3-948B-1728B52AA6E4}">
                <adec:decorative xmlns:adec="http://schemas.microsoft.com/office/drawing/2017/decorative" val="1"/>
              </a:ext>
            </a:extLst>
          </p:cNvPr>
          <p:cNvPicPr/>
          <p:nvPr/>
        </p:nvPicPr>
        <p:blipFill>
          <a:blip r:embed="rId2"/>
          <a:srcRect l="33581" t="22981" r="31537" b="52421"/>
          <a:stretch/>
        </p:blipFill>
        <p:spPr>
          <a:xfrm>
            <a:off x="996840" y="1053000"/>
            <a:ext cx="1550160" cy="13114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1104840" y="2118600"/>
            <a:ext cx="9981720" cy="2387880"/>
          </a:xfrm>
          <a:prstGeom prst="rect">
            <a:avLst/>
          </a:prstGeom>
          <a:noFill/>
          <a:ln w="0">
            <a:noFill/>
          </a:ln>
        </p:spPr>
        <p:txBody>
          <a:bodyPr lIns="0" rIns="0" tIns="0" bIns="0" anchor="ctr">
            <a:noAutofit/>
          </a:bodyPr>
          <a:p>
            <a:pPr indent="0" defTabSz="914400">
              <a:lnSpc>
                <a:spcPct val="150000"/>
              </a:lnSpc>
              <a:buNone/>
            </a:pPr>
            <a:r>
              <a:rPr b="0" lang="en-US" sz="2400" strike="noStrike" u="none">
                <a:solidFill>
                  <a:schemeClr val="dk1"/>
                </a:solidFill>
                <a:uFillTx/>
                <a:latin typeface="Gotham Book"/>
              </a:rPr>
              <a:t>Click to insert a quote. </a:t>
            </a:r>
            <a:br>
              <a:rPr sz="2400"/>
            </a:br>
            <a:r>
              <a:rPr b="0" lang="en-US" sz="2400" strike="noStrike" u="none">
                <a:solidFill>
                  <a:schemeClr val="dk1"/>
                </a:solidFill>
                <a:uFillTx/>
                <a:latin typeface="Gotham Book"/>
              </a:rPr>
              <a:t>Font size, emphasis and highlights can be adjusted as needed. </a:t>
            </a:r>
            <a:endParaRPr b="0" lang="en-US" sz="2400" strike="noStrike" u="none">
              <a:solidFill>
                <a:schemeClr val="dk1"/>
              </a:solidFill>
              <a:uFillTx/>
              <a:latin typeface="Calibri"/>
            </a:endParaRPr>
          </a:p>
        </p:txBody>
      </p:sp>
      <p:cxnSp>
        <p:nvCxnSpPr>
          <p:cNvPr id="61" name="Straight Connector">
            <a:extLst>
              <a:ext uri="{C183D7F6-B498-43B3-948B-1728B52AA6E4}">
                <adec:decorative xmlns:adec="http://schemas.microsoft.com/office/drawing/2017/decorative" val="1"/>
              </a:ext>
            </a:extLst>
          </p:cNvPr>
          <p:cNvCxnSpPr/>
          <p:nvPr/>
        </p:nvCxnSpPr>
        <p:spPr>
          <a:xfrm>
            <a:off x="1104840" y="4753800"/>
            <a:ext cx="3086280" cy="360"/>
          </a:xfrm>
          <a:prstGeom prst="straightConnector1">
            <a:avLst/>
          </a:prstGeom>
          <a:ln w="50800">
            <a:solidFill>
              <a:srgbClr val="f9c423"/>
            </a:solidFill>
          </a:ln>
        </p:spPr>
      </p:cxnSp>
      <p:pic>
        <p:nvPicPr>
          <p:cNvPr id="62" name="Large Quotation Mark" descr="">
            <a:extLst>
              <a:ext uri="{C183D7F6-B498-43B3-948B-1728B52AA6E4}">
                <adec:decorative xmlns:adec="http://schemas.microsoft.com/office/drawing/2017/decorative" val="1"/>
              </a:ext>
            </a:extLst>
          </p:cNvPr>
          <p:cNvPicPr/>
          <p:nvPr/>
        </p:nvPicPr>
        <p:blipFill>
          <a:blip r:embed="rId2"/>
          <a:srcRect l="33581" t="22981" r="31537" b="52421"/>
          <a:stretch/>
        </p:blipFill>
        <p:spPr>
          <a:xfrm>
            <a:off x="996840" y="1053000"/>
            <a:ext cx="1550160" cy="1311480"/>
          </a:xfrm>
          <a:prstGeom prst="rect">
            <a:avLst/>
          </a:prstGeom>
          <a:ln w="0">
            <a:noFill/>
          </a:ln>
        </p:spPr>
      </p:pic>
      <p:sp>
        <p:nvSpPr>
          <p:cNvPr id="63"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64"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2E1520AD-5DDE-4423-BEC9-941E2CE508EF}" type="slidenum">
              <a:rPr b="0" lang="en-US" sz="1000" strike="noStrike" u="none">
                <a:solidFill>
                  <a:schemeClr val="lt2">
                    <a:lumMod val="50000"/>
                  </a:schemeClr>
                </a:solidFill>
                <a:uFillTx/>
                <a:latin typeface="Gotham Book"/>
                <a:ea typeface="Verdana"/>
              </a:rPr>
              <a:t>1</a:t>
            </a:fld>
            <a:endParaRPr b="0" lang="en-US" sz="1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723960" y="723960"/>
            <a:ext cx="10743840" cy="1104120"/>
          </a:xfrm>
          <a:prstGeom prst="rect">
            <a:avLst/>
          </a:prstGeom>
          <a:noFill/>
          <a:ln w="0">
            <a:noFill/>
          </a:ln>
        </p:spPr>
        <p:txBody>
          <a:bodyPr lIns="0" rIns="0" tIns="0" bIns="0" anchor="b">
            <a:noAutofit/>
          </a:bodyPr>
          <a:p>
            <a:pPr indent="0" defTabSz="914400">
              <a:lnSpc>
                <a:spcPct val="100000"/>
              </a:lnSpc>
              <a:buNone/>
            </a:pPr>
            <a:r>
              <a:rPr b="0"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66" name="PlaceHolder 2"/>
          <p:cNvSpPr>
            <a:spLocks noGrp="1"/>
          </p:cNvSpPr>
          <p:nvPr>
            <p:ph type="body"/>
          </p:nvPr>
        </p:nvSpPr>
        <p:spPr>
          <a:xfrm>
            <a:off x="723960" y="2137680"/>
            <a:ext cx="10743840" cy="3957840"/>
          </a:xfrm>
          <a:prstGeom prst="rect">
            <a:avLst/>
          </a:prstGeom>
          <a:noFill/>
          <a:ln w="0">
            <a:noFill/>
          </a:ln>
        </p:spPr>
        <p:txBody>
          <a:bodyPr lIns="0" rIns="0" tIns="0" bIns="0" anchor="t">
            <a:noAutofit/>
          </a:bodyPr>
          <a:p>
            <a:pPr marL="228600" indent="-228600" defTabSz="914400">
              <a:lnSpc>
                <a:spcPct val="150000"/>
              </a:lnSpc>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67"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68"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CDE99EDC-F151-4D19-9541-9FB3E637C36F}" type="slidenum">
              <a:rPr b="0" lang="en-US" sz="1000" strike="noStrike" u="none">
                <a:solidFill>
                  <a:schemeClr val="lt2">
                    <a:lumMod val="50000"/>
                  </a:schemeClr>
                </a:solidFill>
                <a:uFillTx/>
                <a:latin typeface="Gotham Book"/>
                <a:ea typeface="Verdana"/>
              </a:rPr>
              <a:t>1</a:t>
            </a:fld>
            <a:endParaRPr b="0" lang="en-US" sz="1000" strike="noStrike" u="none">
              <a:solidFill>
                <a:srgbClr val="000000"/>
              </a:solidFill>
              <a:uFillTx/>
              <a:latin typeface="Arial"/>
            </a:endParaRPr>
          </a:p>
        </p:txBody>
      </p:sp>
      <p:cxnSp>
        <p:nvCxnSpPr>
          <p:cNvPr id="69" name="Straight Connector">
            <a:extLst>
              <a:ext uri="{C183D7F6-B498-43B3-948B-1728B52AA6E4}">
                <adec:decorative xmlns:adec="http://schemas.microsoft.com/office/drawing/2017/decorative" val="1"/>
              </a:ext>
            </a:extLst>
          </p:cNvPr>
          <p:cNvCxnSpPr/>
          <p:nvPr/>
        </p:nvCxnSpPr>
        <p:spPr>
          <a:xfrm>
            <a:off x="723600" y="194364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8934840" y="723960"/>
            <a:ext cx="2532600" cy="5371920"/>
          </a:xfrm>
          <a:prstGeom prst="rect">
            <a:avLst/>
          </a:prstGeom>
          <a:noFill/>
          <a:ln w="0">
            <a:noFill/>
          </a:ln>
        </p:spPr>
        <p:txBody>
          <a:bodyPr lIns="0" rIns="0" tIns="0" bIns="0" anchor="b" vert="eaVert">
            <a:noAutofit/>
          </a:bodyPr>
          <a:p>
            <a:pPr indent="0" defTabSz="914400">
              <a:lnSpc>
                <a:spcPct val="100000"/>
              </a:lnSpc>
              <a:buNone/>
            </a:pPr>
            <a:r>
              <a:rPr b="0"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71" name="PlaceHolder 2"/>
          <p:cNvSpPr>
            <a:spLocks noGrp="1"/>
          </p:cNvSpPr>
          <p:nvPr>
            <p:ph type="body"/>
          </p:nvPr>
        </p:nvSpPr>
        <p:spPr>
          <a:xfrm>
            <a:off x="723960" y="723960"/>
            <a:ext cx="7848360" cy="5371920"/>
          </a:xfrm>
          <a:prstGeom prst="rect">
            <a:avLst/>
          </a:prstGeom>
          <a:noFill/>
          <a:ln w="0">
            <a:noFill/>
          </a:ln>
        </p:spPr>
        <p:txBody>
          <a:bodyPr lIns="0" rIns="0" tIns="0" bIns="0" anchor="t" vert="eaVert">
            <a:noAutofit/>
          </a:bodyPr>
          <a:p>
            <a:pPr marL="228600" indent="-228600" defTabSz="914400">
              <a:lnSpc>
                <a:spcPct val="150000"/>
              </a:lnSpc>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cxnSp>
        <p:nvCxnSpPr>
          <p:cNvPr id="72" name="Straight Connector">
            <a:extLst>
              <a:ext uri="{C183D7F6-B498-43B3-948B-1728B52AA6E4}">
                <adec:decorative xmlns:adec="http://schemas.microsoft.com/office/drawing/2017/decorative" val="1"/>
              </a:ext>
            </a:extLst>
          </p:cNvPr>
          <p:cNvCxnSpPr/>
          <p:nvPr/>
        </p:nvCxnSpPr>
        <p:spPr>
          <a:xfrm>
            <a:off x="8811360" y="723600"/>
            <a:ext cx="360" cy="60408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f9c42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74"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75" name="PlaceHolder 1"/>
          <p:cNvSpPr>
            <a:spLocks noGrp="1"/>
          </p:cNvSpPr>
          <p:nvPr>
            <p:ph type="title"/>
          </p:nvPr>
        </p:nvSpPr>
        <p:spPr>
          <a:xfrm>
            <a:off x="1104840" y="1125000"/>
            <a:ext cx="9981720" cy="981360"/>
          </a:xfrm>
          <a:prstGeom prst="rect">
            <a:avLst/>
          </a:prstGeom>
          <a:noFill/>
          <a:ln w="0">
            <a:noFill/>
          </a:ln>
        </p:spPr>
        <p:txBody>
          <a:bodyPr lIns="0" rIns="0" tIns="0" bIns="0" anchor="b">
            <a:noAutofit/>
          </a:bodyPr>
          <a:p>
            <a:pPr indent="0" defTabSz="914400">
              <a:lnSpc>
                <a:spcPct val="100000"/>
              </a:lnSpc>
              <a:buNone/>
            </a:pPr>
            <a:r>
              <a:rPr b="0"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76" name="PlaceHolder 2"/>
          <p:cNvSpPr>
            <a:spLocks noGrp="1"/>
          </p:cNvSpPr>
          <p:nvPr>
            <p:ph type="body"/>
          </p:nvPr>
        </p:nvSpPr>
        <p:spPr>
          <a:xfrm>
            <a:off x="1104840" y="2538720"/>
            <a:ext cx="9981720" cy="3214080"/>
          </a:xfrm>
          <a:prstGeom prst="rect">
            <a:avLst/>
          </a:prstGeom>
          <a:noFill/>
          <a:ln w="0">
            <a:noFill/>
          </a:ln>
        </p:spPr>
        <p:txBody>
          <a:bodyPr lIns="0" rIns="0" tIns="0" bIns="0" anchor="t">
            <a:noAutofit/>
          </a:bodyPr>
          <a:p>
            <a:pPr marL="228600" indent="-228600" defTabSz="914400">
              <a:lnSpc>
                <a:spcPct val="150000"/>
              </a:lnSpc>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cxnSp>
        <p:nvCxnSpPr>
          <p:cNvPr id="77" name="Straight Connector">
            <a:extLst>
              <a:ext uri="{C183D7F6-B498-43B3-948B-1728B52AA6E4}">
                <adec:decorative xmlns:adec="http://schemas.microsoft.com/office/drawing/2017/decorative" val="1"/>
              </a:ext>
            </a:extLst>
          </p:cNvPr>
          <p:cNvCxnSpPr/>
          <p:nvPr/>
        </p:nvCxnSpPr>
        <p:spPr>
          <a:xfrm>
            <a:off x="1104840" y="2344680"/>
            <a:ext cx="556560" cy="360"/>
          </a:xfrm>
          <a:prstGeom prst="straightConnector1">
            <a:avLst/>
          </a:prstGeom>
          <a:ln w="50800">
            <a:solidFill>
              <a:srgbClr val="ffffff"/>
            </a:solidFill>
          </a:ln>
        </p:spPr>
      </p:cxnSp>
    </p:spTree>
  </p:cSld>
  <p:clrMap bg1="lt1" tx1="dk1" bg2="lt2"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79"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80" name="PlaceHolder 1"/>
          <p:cNvSpPr>
            <a:spLocks noGrp="1"/>
          </p:cNvSpPr>
          <p:nvPr>
            <p:ph type="title"/>
          </p:nvPr>
        </p:nvSpPr>
        <p:spPr>
          <a:xfrm>
            <a:off x="1104840" y="1125000"/>
            <a:ext cx="9981720" cy="981360"/>
          </a:xfrm>
          <a:prstGeom prst="rect">
            <a:avLst/>
          </a:prstGeom>
          <a:noFill/>
          <a:ln w="0">
            <a:noFill/>
          </a:ln>
        </p:spPr>
        <p:txBody>
          <a:bodyPr lIns="0" rIns="0" tIns="0" bIns="0" anchor="b">
            <a:noAutofit/>
          </a:bodyPr>
          <a:p>
            <a:pPr indent="0" defTabSz="914400">
              <a:lnSpc>
                <a:spcPct val="100000"/>
              </a:lnSpc>
              <a:buNone/>
            </a:pPr>
            <a:r>
              <a:rPr b="0" lang="en-US" sz="2400" strike="noStrike" u="none">
                <a:solidFill>
                  <a:schemeClr val="lt1"/>
                </a:solidFill>
                <a:uFillTx/>
                <a:latin typeface="Gotham Black"/>
              </a:rPr>
              <a:t>CLICK TO EDIT SLIDE TITLE</a:t>
            </a:r>
            <a:endParaRPr b="0" lang="en-US" sz="2400" strike="noStrike" u="none">
              <a:solidFill>
                <a:schemeClr val="dk1"/>
              </a:solidFill>
              <a:uFillTx/>
              <a:latin typeface="Calibri"/>
            </a:endParaRPr>
          </a:p>
        </p:txBody>
      </p:sp>
      <p:sp>
        <p:nvSpPr>
          <p:cNvPr id="81" name="PlaceHolder 2"/>
          <p:cNvSpPr>
            <a:spLocks noGrp="1"/>
          </p:cNvSpPr>
          <p:nvPr>
            <p:ph type="body"/>
          </p:nvPr>
        </p:nvSpPr>
        <p:spPr>
          <a:xfrm>
            <a:off x="1104840" y="2538720"/>
            <a:ext cx="9981720" cy="3214080"/>
          </a:xfrm>
          <a:prstGeom prst="rect">
            <a:avLst/>
          </a:prstGeom>
          <a:noFill/>
          <a:ln w="0">
            <a:noFill/>
          </a:ln>
        </p:spPr>
        <p:txBody>
          <a:bodyPr lIns="0" rIns="0" tIns="0" bIns="0" anchor="t">
            <a:noAutofit/>
          </a:bodyPr>
          <a:p>
            <a:pPr marL="228600" indent="-228600" defTabSz="914400">
              <a:lnSpc>
                <a:spcPct val="150000"/>
              </a:lnSpc>
              <a:spcAft>
                <a:spcPts val="1001"/>
              </a:spcAft>
              <a:buClr>
                <a:srgbClr val="ffffff"/>
              </a:buClr>
              <a:buFont typeface="Arial"/>
              <a:buChar char="•"/>
            </a:pPr>
            <a:r>
              <a:rPr b="0" lang="en-US" sz="1800" strike="noStrike" u="none">
                <a:solidFill>
                  <a:schemeClr val="lt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ffffff"/>
              </a:buClr>
              <a:buFont typeface="Arial"/>
              <a:buChar char="•"/>
            </a:pPr>
            <a:r>
              <a:rPr b="0" lang="en-US" sz="1800" strike="noStrike" u="none">
                <a:solidFill>
                  <a:schemeClr val="lt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ffffff"/>
              </a:buClr>
              <a:buFont typeface="Arial"/>
              <a:buChar char="•"/>
            </a:pPr>
            <a:r>
              <a:rPr b="0" lang="en-US" sz="1800" strike="noStrike" u="none">
                <a:solidFill>
                  <a:schemeClr val="lt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ffffff"/>
              </a:buClr>
              <a:buFont typeface="Arial"/>
              <a:buChar char="•"/>
            </a:pPr>
            <a:r>
              <a:rPr b="0" lang="en-US" sz="1800" strike="noStrike" u="none">
                <a:solidFill>
                  <a:schemeClr val="lt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ffffff"/>
              </a:buClr>
              <a:buFont typeface="Arial"/>
              <a:buChar char="•"/>
            </a:pPr>
            <a:r>
              <a:rPr b="0" lang="en-US" sz="1800" strike="noStrike" u="none">
                <a:solidFill>
                  <a:schemeClr val="lt1"/>
                </a:solidFill>
                <a:uFillTx/>
                <a:latin typeface="Gotham Book"/>
              </a:rPr>
              <a:t>Fifth level</a:t>
            </a:r>
            <a:endParaRPr b="0" lang="en-US" sz="1800" strike="noStrike" u="none">
              <a:solidFill>
                <a:schemeClr val="dk1"/>
              </a:solidFill>
              <a:uFillTx/>
              <a:latin typeface="Gotham Book"/>
            </a:endParaRPr>
          </a:p>
        </p:txBody>
      </p:sp>
      <p:cxnSp>
        <p:nvCxnSpPr>
          <p:cNvPr id="82" name="Straight Connector">
            <a:extLst>
              <a:ext uri="{C183D7F6-B498-43B3-948B-1728B52AA6E4}">
                <adec:decorative xmlns:adec="http://schemas.microsoft.com/office/drawing/2017/decorative" val="1"/>
              </a:ext>
            </a:extLst>
          </p:cNvPr>
          <p:cNvCxnSpPr/>
          <p:nvPr/>
        </p:nvCxnSpPr>
        <p:spPr>
          <a:xfrm>
            <a:off x="1104840" y="234468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lumMod val="85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84" name="PlaceHolder 1"/>
          <p:cNvSpPr>
            <a:spLocks noGrp="1"/>
          </p:cNvSpPr>
          <p:nvPr>
            <p:ph type="title"/>
          </p:nvPr>
        </p:nvSpPr>
        <p:spPr>
          <a:xfrm>
            <a:off x="1104840" y="1125000"/>
            <a:ext cx="9981720" cy="981360"/>
          </a:xfrm>
          <a:prstGeom prst="rect">
            <a:avLst/>
          </a:prstGeom>
          <a:noFill/>
          <a:ln w="0">
            <a:noFill/>
          </a:ln>
        </p:spPr>
        <p:txBody>
          <a:bodyPr lIns="0" rIns="0" tIns="0" bIns="0" anchor="b">
            <a:noAutofit/>
          </a:bodyPr>
          <a:p>
            <a:pPr indent="0" defTabSz="914400">
              <a:lnSpc>
                <a:spcPct val="100000"/>
              </a:lnSpc>
              <a:buNone/>
            </a:pPr>
            <a:r>
              <a:rPr b="0"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85" name="PlaceHolder 2"/>
          <p:cNvSpPr>
            <a:spLocks noGrp="1"/>
          </p:cNvSpPr>
          <p:nvPr>
            <p:ph type="body"/>
          </p:nvPr>
        </p:nvSpPr>
        <p:spPr>
          <a:xfrm>
            <a:off x="1104840" y="2538720"/>
            <a:ext cx="9981720" cy="3214080"/>
          </a:xfrm>
          <a:prstGeom prst="rect">
            <a:avLst/>
          </a:prstGeom>
          <a:noFill/>
          <a:ln w="0">
            <a:noFill/>
          </a:ln>
        </p:spPr>
        <p:txBody>
          <a:bodyPr lIns="0" rIns="0" tIns="0" bIns="0" anchor="t">
            <a:noAutofit/>
          </a:bodyPr>
          <a:p>
            <a:pPr marL="228600" indent="-228600" defTabSz="914400">
              <a:lnSpc>
                <a:spcPct val="150000"/>
              </a:lnSpc>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cxnSp>
        <p:nvCxnSpPr>
          <p:cNvPr id="86" name="Straight Connector">
            <a:extLst>
              <a:ext uri="{C183D7F6-B498-43B3-948B-1728B52AA6E4}">
                <adec:decorative xmlns:adec="http://schemas.microsoft.com/office/drawing/2017/decorative" val="1"/>
              </a:ext>
            </a:extLst>
          </p:cNvPr>
          <p:cNvCxnSpPr/>
          <p:nvPr/>
        </p:nvCxnSpPr>
        <p:spPr>
          <a:xfrm>
            <a:off x="1104840" y="2344680"/>
            <a:ext cx="556560" cy="360"/>
          </a:xfrm>
          <a:prstGeom prst="straightConnector1">
            <a:avLst/>
          </a:prstGeom>
          <a:ln w="50800">
            <a:solidFill>
              <a:srgbClr val="f9c423"/>
            </a:solidFill>
          </a:ln>
        </p:spPr>
      </p:cxnSp>
      <p:sp>
        <p:nvSpPr>
          <p:cNvPr id="87"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88"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063D5833-BC4C-48C0-83DA-5AE1CD03CE0E}" type="slidenum">
              <a:rPr b="0" lang="en-US" sz="1000" strike="noStrike" u="none">
                <a:solidFill>
                  <a:schemeClr val="lt2">
                    <a:lumMod val="50000"/>
                  </a:schemeClr>
                </a:solidFill>
                <a:uFillTx/>
                <a:latin typeface="Gotham Book"/>
                <a:ea typeface="Verdana"/>
              </a:rPr>
              <a:t>1</a:t>
            </a:fld>
            <a:endParaRPr b="0" lang="en-US" sz="1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f9c42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90" name="PlaceHolder 1"/>
          <p:cNvSpPr>
            <a:spLocks noGrp="1"/>
          </p:cNvSpPr>
          <p:nvPr>
            <p:ph type="body"/>
          </p:nvPr>
        </p:nvSpPr>
        <p:spPr>
          <a:xfrm>
            <a:off x="1104840" y="1104840"/>
            <a:ext cx="9981720" cy="4647960"/>
          </a:xfrm>
          <a:prstGeom prst="rect">
            <a:avLst/>
          </a:prstGeom>
          <a:noFill/>
          <a:ln w="0">
            <a:noFill/>
          </a:ln>
        </p:spPr>
        <p:txBody>
          <a:bodyPr lIns="0" rIns="0" tIns="0" bIns="0" anchor="t">
            <a:noAutofit/>
          </a:bodyPr>
          <a:p>
            <a:pPr marL="228600" indent="-228600" defTabSz="914400">
              <a:lnSpc>
                <a:spcPct val="150000"/>
              </a:lnSpc>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91"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Tree>
  </p:cSld>
  <p:clrMap bg1="lt1" tx1="dk1" bg2="lt2"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93" name="PlaceHolder 1"/>
          <p:cNvSpPr>
            <a:spLocks noGrp="1"/>
          </p:cNvSpPr>
          <p:nvPr>
            <p:ph type="body"/>
          </p:nvPr>
        </p:nvSpPr>
        <p:spPr>
          <a:xfrm>
            <a:off x="1104840" y="1104840"/>
            <a:ext cx="9981720" cy="4647960"/>
          </a:xfrm>
          <a:prstGeom prst="rect">
            <a:avLst/>
          </a:prstGeom>
          <a:noFill/>
          <a:ln w="0">
            <a:noFill/>
          </a:ln>
        </p:spPr>
        <p:txBody>
          <a:bodyPr lIns="0" rIns="0" tIns="0" bIns="0" anchor="t">
            <a:noAutofit/>
          </a:bodyPr>
          <a:p>
            <a:pPr marL="228600" indent="-228600" defTabSz="914400">
              <a:lnSpc>
                <a:spcPct val="150000"/>
              </a:lnSpc>
              <a:spcAft>
                <a:spcPts val="1001"/>
              </a:spcAft>
              <a:buClr>
                <a:srgbClr val="ffffff"/>
              </a:buClr>
              <a:buFont typeface="Arial"/>
              <a:buChar char="•"/>
            </a:pPr>
            <a:r>
              <a:rPr b="0" lang="en-US" sz="1800" strike="noStrike" u="none">
                <a:solidFill>
                  <a:schemeClr val="lt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ffffff"/>
              </a:buClr>
              <a:buFont typeface="Arial"/>
              <a:buChar char="•"/>
            </a:pPr>
            <a:r>
              <a:rPr b="0" lang="en-US" sz="1800" strike="noStrike" u="none">
                <a:solidFill>
                  <a:schemeClr val="lt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ffffff"/>
              </a:buClr>
              <a:buFont typeface="Arial"/>
              <a:buChar char="•"/>
            </a:pPr>
            <a:r>
              <a:rPr b="0" lang="en-US" sz="1800" strike="noStrike" u="none">
                <a:solidFill>
                  <a:schemeClr val="lt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ffffff"/>
              </a:buClr>
              <a:buFont typeface="Arial"/>
              <a:buChar char="•"/>
            </a:pPr>
            <a:r>
              <a:rPr b="0" lang="en-US" sz="1800" strike="noStrike" u="none">
                <a:solidFill>
                  <a:schemeClr val="lt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ffffff"/>
              </a:buClr>
              <a:buFont typeface="Arial"/>
              <a:buChar char="•"/>
            </a:pPr>
            <a:r>
              <a:rPr b="0" lang="en-US" sz="1800" strike="noStrike" u="none">
                <a:solidFill>
                  <a:schemeClr val="lt1"/>
                </a:solidFill>
                <a:uFillTx/>
                <a:latin typeface="Gotham Book"/>
              </a:rPr>
              <a:t>Fifth level</a:t>
            </a:r>
            <a:endParaRPr b="0" lang="en-US" sz="1800" strike="noStrike" u="none">
              <a:solidFill>
                <a:schemeClr val="dk1"/>
              </a:solidFill>
              <a:uFillTx/>
              <a:latin typeface="Gotham Book"/>
            </a:endParaRPr>
          </a:p>
        </p:txBody>
      </p:sp>
      <p:sp>
        <p:nvSpPr>
          <p:cNvPr id="94"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Tree>
  </p:cSld>
  <p:clrMap bg1="lt1" tx1="dk1" bg2="lt2"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Rectangle">
            <a:extLst>
              <a:ext uri="{C183D7F6-B498-43B3-948B-1728B52AA6E4}">
                <adec:decorative xmlns:adec="http://schemas.microsoft.com/office/drawing/2017/decorative" val="1"/>
              </a:ext>
            </a:extLst>
          </p:cNvPr>
          <p:cNvSpPr/>
          <p:nvPr/>
        </p:nvSpPr>
        <p:spPr>
          <a:xfrm>
            <a:off x="729000" y="729000"/>
            <a:ext cx="10733400" cy="5382360"/>
          </a:xfrm>
          <a:prstGeom prst="rect">
            <a:avLst/>
          </a:prstGeom>
          <a:noFill/>
          <a:ln w="19050">
            <a:solidFill>
              <a:srgbClr val="ffffff">
                <a:lumMod val="85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96"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97"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A3B43D9F-215B-4F04-88BF-2B3073C26C09}" type="slidenum">
              <a:rPr b="0" lang="en-US" sz="1000" strike="noStrike" u="none">
                <a:solidFill>
                  <a:schemeClr val="lt2">
                    <a:lumMod val="50000"/>
                  </a:schemeClr>
                </a:solidFill>
                <a:uFillTx/>
                <a:latin typeface="Gotham Book"/>
                <a:ea typeface="Verdana"/>
              </a:rPr>
              <a:t>1</a:t>
            </a:fld>
            <a:endParaRPr b="0" lang="en-US" sz="1000" strike="noStrike" u="none">
              <a:solidFill>
                <a:srgbClr val="000000"/>
              </a:solidFill>
              <a:uFillTx/>
              <a:latin typeface="Arial"/>
            </a:endParaRPr>
          </a:p>
        </p:txBody>
      </p:sp>
      <p:sp>
        <p:nvSpPr>
          <p:cNvPr id="98" name="PlaceHolder 1"/>
          <p:cNvSpPr>
            <a:spLocks noGrp="1"/>
          </p:cNvSpPr>
          <p:nvPr>
            <p:ph type="body"/>
          </p:nvPr>
        </p:nvSpPr>
        <p:spPr>
          <a:xfrm>
            <a:off x="1104840" y="1104840"/>
            <a:ext cx="9981720" cy="4647960"/>
          </a:xfrm>
          <a:prstGeom prst="rect">
            <a:avLst/>
          </a:prstGeom>
          <a:noFill/>
          <a:ln w="0">
            <a:noFill/>
          </a:ln>
        </p:spPr>
        <p:txBody>
          <a:bodyPr lIns="0" rIns="0" tIns="0" bIns="0" anchor="t">
            <a:noAutofit/>
          </a:bodyPr>
          <a:p>
            <a:pPr marL="228600" indent="-228600" defTabSz="914400">
              <a:lnSpc>
                <a:spcPct val="150000"/>
              </a:lnSpc>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Tree>
  </p:cSld>
  <p:clrMap bg1="lt1" tx1="dk1" bg2="lt2"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PlaceHolder 1"/>
          <p:cNvSpPr>
            <a:spLocks noGrp="1"/>
          </p:cNvSpPr>
          <p:nvPr>
            <p:ph type="body"/>
          </p:nvPr>
        </p:nvSpPr>
        <p:spPr>
          <a:xfrm>
            <a:off x="1104840" y="1104840"/>
            <a:ext cx="9981720" cy="4647960"/>
          </a:xfrm>
          <a:prstGeom prst="rect">
            <a:avLst/>
          </a:prstGeom>
          <a:noFill/>
          <a:ln w="0">
            <a:noFill/>
          </a:ln>
        </p:spPr>
        <p:txBody>
          <a:bodyPr lIns="0" rIns="0" tIns="0" bIns="0" anchor="t">
            <a:noAutofit/>
          </a:bodyPr>
          <a:p>
            <a:pPr marL="228600" indent="-228600" defTabSz="914400">
              <a:lnSpc>
                <a:spcPct val="150000"/>
              </a:lnSpc>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100"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01"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407866D1-D90A-4B30-9F7B-7AEC32D52C9B}" type="slidenum">
              <a:rPr b="0" lang="en-US" sz="1000" strike="noStrike" u="none">
                <a:solidFill>
                  <a:schemeClr val="lt2">
                    <a:lumMod val="50000"/>
                  </a:schemeClr>
                </a:solidFill>
                <a:uFillTx/>
                <a:latin typeface="Gotham Book"/>
                <a:ea typeface="Verdana"/>
              </a:rPr>
              <a:t>1</a:t>
            </a:fld>
            <a:endParaRPr b="0" lang="en-US" sz="1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PlaceHolder 1"/>
          <p:cNvSpPr>
            <a:spLocks noGrp="1"/>
          </p:cNvSpPr>
          <p:nvPr>
            <p:ph type="body"/>
          </p:nvPr>
        </p:nvSpPr>
        <p:spPr>
          <a:xfrm>
            <a:off x="723960" y="2155320"/>
            <a:ext cx="10743840" cy="3940200"/>
          </a:xfrm>
          <a:prstGeom prst="rect">
            <a:avLst/>
          </a:prstGeom>
          <a:noFill/>
          <a:ln w="0">
            <a:noFill/>
          </a:ln>
        </p:spPr>
        <p:txBody>
          <a:bodyPr lIns="0" rIns="0" tIns="0" bIns="0" anchor="t" vert="eaVert">
            <a:noAutofit/>
          </a:bodyPr>
          <a:p>
            <a:pPr marL="228600" indent="-228600" defTabSz="914400">
              <a:lnSpc>
                <a:spcPct val="150000"/>
              </a:lnSpc>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103" name="PlaceHolder 2"/>
          <p:cNvSpPr>
            <a:spLocks noGrp="1"/>
          </p:cNvSpPr>
          <p:nvPr>
            <p:ph type="title"/>
          </p:nvPr>
        </p:nvSpPr>
        <p:spPr>
          <a:xfrm>
            <a:off x="723960" y="723960"/>
            <a:ext cx="10743840" cy="1104120"/>
          </a:xfrm>
          <a:prstGeom prst="rect">
            <a:avLst/>
          </a:prstGeom>
          <a:noFill/>
          <a:ln w="0">
            <a:noFill/>
          </a:ln>
        </p:spPr>
        <p:txBody>
          <a:bodyPr lIns="0" rIns="0" tIns="0" bIns="0" anchor="b">
            <a:noAutofit/>
          </a:bodyPr>
          <a:p>
            <a:pPr indent="0" defTabSz="914400">
              <a:lnSpc>
                <a:spcPct val="100000"/>
              </a:lnSpc>
              <a:buNone/>
            </a:pPr>
            <a:r>
              <a:rPr b="0"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cxnSp>
        <p:nvCxnSpPr>
          <p:cNvPr id="104" name="Straight Connector">
            <a:extLst>
              <a:ext uri="{C183D7F6-B498-43B3-948B-1728B52AA6E4}">
                <adec:decorative xmlns:adec="http://schemas.microsoft.com/office/drawing/2017/decorative" val="1"/>
              </a:ext>
            </a:extLst>
          </p:cNvPr>
          <p:cNvCxnSpPr/>
          <p:nvPr/>
        </p:nvCxnSpPr>
        <p:spPr>
          <a:xfrm>
            <a:off x="723600" y="194364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723960" y="723960"/>
            <a:ext cx="491472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06" name="PlaceHolder 2"/>
          <p:cNvSpPr>
            <a:spLocks noGrp="1"/>
          </p:cNvSpPr>
          <p:nvPr>
            <p:ph type="body"/>
          </p:nvPr>
        </p:nvSpPr>
        <p:spPr>
          <a:xfrm>
            <a:off x="723960" y="2137680"/>
            <a:ext cx="491436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107" name="PlaceHolder 3"/>
          <p:cNvSpPr>
            <a:spLocks noGrp="1"/>
          </p:cNvSpPr>
          <p:nvPr>
            <p:ph type="body"/>
          </p:nvPr>
        </p:nvSpPr>
        <p:spPr>
          <a:xfrm>
            <a:off x="6286680" y="723960"/>
            <a:ext cx="5181120" cy="5409720"/>
          </a:xfrm>
          <a:prstGeom prst="rect">
            <a:avLst/>
          </a:prstGeom>
          <a:solidFill>
            <a:schemeClr val="lt1">
              <a:lumMod val="95000"/>
            </a:schemeClr>
          </a:solidFill>
          <a:ln w="0">
            <a:noFill/>
          </a:ln>
        </p:spPr>
        <p:txBody>
          <a:bodyPr lIns="90000" rIns="90000" tIns="45000" bIns="45000" anchor="t">
            <a:noAutofit/>
          </a:bodyPr>
          <a:p>
            <a:pPr marL="432000" indent="-324000">
              <a:lnSpc>
                <a:spcPct val="150000"/>
              </a:lnSpc>
              <a:spcBef>
                <a:spcPts val="1417"/>
              </a:spcBef>
              <a:buClr>
                <a:srgbClr val="000000"/>
              </a:buClr>
              <a:buSzPct val="45000"/>
              <a:buFont typeface="Wingdings" charset="2"/>
              <a:buChar char=""/>
            </a:pPr>
            <a:r>
              <a:rPr b="0" lang="en-US" sz="1800" strike="noStrike" u="none">
                <a:solidFill>
                  <a:schemeClr val="dk1"/>
                </a:solidFill>
                <a:uFillTx/>
                <a:latin typeface="Gotham Book"/>
              </a:rPr>
              <a:t>Click to edit the outline text format</a:t>
            </a:r>
            <a:endParaRPr b="0" lang="en-US" sz="1800" strike="noStrike" u="none">
              <a:solidFill>
                <a:schemeClr val="dk1"/>
              </a:solidFill>
              <a:uFillTx/>
              <a:latin typeface="Gotham Book"/>
            </a:endParaRPr>
          </a:p>
          <a:p>
            <a:pPr lvl="1" marL="864000" indent="-324000">
              <a:lnSpc>
                <a:spcPct val="150000"/>
              </a:lnSpc>
              <a:spcBef>
                <a:spcPts val="1134"/>
              </a:spcBef>
              <a:buClr>
                <a:srgbClr val="000000"/>
              </a:buClr>
              <a:buSzPct val="75000"/>
              <a:buFont typeface="Symbol" charset="2"/>
              <a:buChar char=""/>
            </a:pPr>
            <a:r>
              <a:rPr b="0" lang="en-US" sz="1800" strike="noStrike" u="none">
                <a:solidFill>
                  <a:schemeClr val="dk1"/>
                </a:solidFill>
                <a:uFillTx/>
                <a:latin typeface="Gotham Book"/>
              </a:rPr>
              <a:t>Second Outline Level</a:t>
            </a:r>
            <a:endParaRPr b="0" lang="en-US" sz="1800" strike="noStrike" u="none">
              <a:solidFill>
                <a:schemeClr val="dk1"/>
              </a:solidFill>
              <a:uFillTx/>
              <a:latin typeface="Gotham Book"/>
            </a:endParaRPr>
          </a:p>
          <a:p>
            <a:pPr lvl="2" marL="1296000" indent="-288000">
              <a:lnSpc>
                <a:spcPct val="150000"/>
              </a:lnSpc>
              <a:spcBef>
                <a:spcPts val="850"/>
              </a:spcBef>
              <a:buClr>
                <a:srgbClr val="000000"/>
              </a:buClr>
              <a:buSzPct val="45000"/>
              <a:buFont typeface="Wingdings" charset="2"/>
              <a:buChar char=""/>
            </a:pPr>
            <a:r>
              <a:rPr b="0" lang="en-US" sz="1800" strike="noStrike" u="none">
                <a:solidFill>
                  <a:schemeClr val="dk1"/>
                </a:solidFill>
                <a:uFillTx/>
                <a:latin typeface="Gotham Book"/>
              </a:rPr>
              <a:t>Third Outline Level</a:t>
            </a:r>
            <a:endParaRPr b="0" lang="en-US" sz="1800" strike="noStrike" u="none">
              <a:solidFill>
                <a:schemeClr val="dk1"/>
              </a:solidFill>
              <a:uFillTx/>
              <a:latin typeface="Gotham Book"/>
            </a:endParaRPr>
          </a:p>
          <a:p>
            <a:pPr lvl="3" marL="1728000" indent="-216000">
              <a:lnSpc>
                <a:spcPct val="150000"/>
              </a:lnSpc>
              <a:spcBef>
                <a:spcPts val="567"/>
              </a:spcBef>
              <a:buClr>
                <a:srgbClr val="000000"/>
              </a:buClr>
              <a:buSzPct val="75000"/>
              <a:buFont typeface="Symbol" charset="2"/>
              <a:buChar char=""/>
            </a:pPr>
            <a:r>
              <a:rPr b="0" lang="en-US" sz="1800" strike="noStrike" u="none">
                <a:solidFill>
                  <a:schemeClr val="dk1"/>
                </a:solidFill>
                <a:uFillTx/>
                <a:latin typeface="Gotham Book"/>
              </a:rPr>
              <a:t>Fourth Outline Level</a:t>
            </a:r>
            <a:endParaRPr b="0" lang="en-US" sz="1800" strike="noStrike" u="none">
              <a:solidFill>
                <a:schemeClr val="dk1"/>
              </a:solidFill>
              <a:uFillTx/>
              <a:latin typeface="Gotham Book"/>
            </a:endParaRPr>
          </a:p>
          <a:p>
            <a:pPr lvl="4" marL="2160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Fifth Outline Level</a:t>
            </a:r>
            <a:endParaRPr b="0" lang="en-US" sz="1800" strike="noStrike" u="none">
              <a:solidFill>
                <a:schemeClr val="dk1"/>
              </a:solidFill>
              <a:uFillTx/>
              <a:latin typeface="Gotham Book"/>
            </a:endParaRPr>
          </a:p>
          <a:p>
            <a:pPr lvl="5" marL="2592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Sixth Outline Level</a:t>
            </a:r>
            <a:endParaRPr b="0" lang="en-US" sz="1800" strike="noStrike" u="none">
              <a:solidFill>
                <a:schemeClr val="dk1"/>
              </a:solidFill>
              <a:uFillTx/>
              <a:latin typeface="Gotham Book"/>
            </a:endParaRPr>
          </a:p>
          <a:p>
            <a:pPr lvl="6" marL="3024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Seventh Outline Level</a:t>
            </a:r>
            <a:endParaRPr b="0" lang="en-US" sz="1800" strike="noStrike" u="none">
              <a:solidFill>
                <a:schemeClr val="dk1"/>
              </a:solidFill>
              <a:uFillTx/>
              <a:latin typeface="Gotham Book"/>
            </a:endParaRPr>
          </a:p>
        </p:txBody>
      </p:sp>
      <p:sp>
        <p:nvSpPr>
          <p:cNvPr id="108"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09"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69618CAC-B7EF-4307-965A-2CF8E8189AE9}" type="slidenum">
              <a:rPr b="0" lang="en-US" sz="1000" strike="noStrike" u="none">
                <a:solidFill>
                  <a:schemeClr val="lt2">
                    <a:lumMod val="50000"/>
                  </a:schemeClr>
                </a:solidFill>
                <a:uFillTx/>
                <a:latin typeface="Gotham Book"/>
                <a:ea typeface="Verdana"/>
              </a:rPr>
              <a:t>1</a:t>
            </a:fld>
            <a:endParaRPr b="0" lang="en-US" sz="1000" strike="noStrike" u="none">
              <a:solidFill>
                <a:srgbClr val="000000"/>
              </a:solidFill>
              <a:uFillTx/>
              <a:latin typeface="Arial"/>
            </a:endParaRPr>
          </a:p>
        </p:txBody>
      </p:sp>
      <p:cxnSp>
        <p:nvCxnSpPr>
          <p:cNvPr id="110" name="Straight Connector">
            <a:extLst>
              <a:ext uri="{C183D7F6-B498-43B3-948B-1728B52AA6E4}">
                <adec:decorative xmlns:adec="http://schemas.microsoft.com/office/drawing/2017/decorative" val="1"/>
              </a:ext>
            </a:extLst>
          </p:cNvPr>
          <p:cNvCxnSpPr/>
          <p:nvPr/>
        </p:nvCxnSpPr>
        <p:spPr>
          <a:xfrm flipV="1">
            <a:off x="6095880" y="723600"/>
            <a:ext cx="360" cy="5410800"/>
          </a:xfrm>
          <a:prstGeom prst="straightConnector1">
            <a:avLst/>
          </a:prstGeom>
          <a:ln w="50800">
            <a:solidFill>
              <a:srgbClr val="ffffff">
                <a:lumMod val="85000"/>
              </a:srgbClr>
            </a:solidFill>
          </a:ln>
        </p:spPr>
      </p:cxnSp>
      <p:cxnSp>
        <p:nvCxnSpPr>
          <p:cNvPr id="111" name="Straight Connector">
            <a:extLst>
              <a:ext uri="{C183D7F6-B498-43B3-948B-1728B52AA6E4}">
                <adec:decorative xmlns:adec="http://schemas.microsoft.com/office/drawing/2017/decorative" val="1"/>
              </a:ext>
            </a:extLst>
          </p:cNvPr>
          <p:cNvCxnSpPr/>
          <p:nvPr/>
        </p:nvCxnSpPr>
        <p:spPr>
          <a:xfrm>
            <a:off x="723600" y="194364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6553080" y="723960"/>
            <a:ext cx="491472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13" name="PlaceHolder 2"/>
          <p:cNvSpPr>
            <a:spLocks noGrp="1"/>
          </p:cNvSpPr>
          <p:nvPr>
            <p:ph type="body"/>
          </p:nvPr>
        </p:nvSpPr>
        <p:spPr>
          <a:xfrm>
            <a:off x="6553080" y="2137680"/>
            <a:ext cx="491436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114" name="PlaceHolder 3"/>
          <p:cNvSpPr>
            <a:spLocks noGrp="1"/>
          </p:cNvSpPr>
          <p:nvPr>
            <p:ph type="body"/>
          </p:nvPr>
        </p:nvSpPr>
        <p:spPr>
          <a:xfrm>
            <a:off x="723960" y="723960"/>
            <a:ext cx="5181120" cy="5409720"/>
          </a:xfrm>
          <a:prstGeom prst="rect">
            <a:avLst/>
          </a:prstGeom>
          <a:solidFill>
            <a:schemeClr val="lt1">
              <a:lumMod val="95000"/>
            </a:schemeClr>
          </a:solidFill>
          <a:ln w="0">
            <a:noFill/>
          </a:ln>
        </p:spPr>
        <p:txBody>
          <a:bodyPr lIns="90000" rIns="90000" tIns="45000" bIns="45000" anchor="t">
            <a:noAutofit/>
          </a:bodyPr>
          <a:p>
            <a:pPr marL="432000" indent="-324000">
              <a:lnSpc>
                <a:spcPct val="150000"/>
              </a:lnSpc>
              <a:spcBef>
                <a:spcPts val="1417"/>
              </a:spcBef>
              <a:buClr>
                <a:srgbClr val="000000"/>
              </a:buClr>
              <a:buSzPct val="45000"/>
              <a:buFont typeface="Wingdings" charset="2"/>
              <a:buChar char=""/>
            </a:pPr>
            <a:r>
              <a:rPr b="0" lang="en-US" sz="1800" strike="noStrike" u="none">
                <a:solidFill>
                  <a:schemeClr val="dk1"/>
                </a:solidFill>
                <a:uFillTx/>
                <a:latin typeface="Gotham Book"/>
              </a:rPr>
              <a:t>Click to edit the outline text format</a:t>
            </a:r>
            <a:endParaRPr b="0" lang="en-US" sz="1800" strike="noStrike" u="none">
              <a:solidFill>
                <a:schemeClr val="dk1"/>
              </a:solidFill>
              <a:uFillTx/>
              <a:latin typeface="Gotham Book"/>
            </a:endParaRPr>
          </a:p>
          <a:p>
            <a:pPr lvl="1" marL="864000" indent="-324000">
              <a:lnSpc>
                <a:spcPct val="150000"/>
              </a:lnSpc>
              <a:spcBef>
                <a:spcPts val="1134"/>
              </a:spcBef>
              <a:buClr>
                <a:srgbClr val="000000"/>
              </a:buClr>
              <a:buSzPct val="75000"/>
              <a:buFont typeface="Symbol" charset="2"/>
              <a:buChar char=""/>
            </a:pPr>
            <a:r>
              <a:rPr b="0" lang="en-US" sz="1800" strike="noStrike" u="none">
                <a:solidFill>
                  <a:schemeClr val="dk1"/>
                </a:solidFill>
                <a:uFillTx/>
                <a:latin typeface="Gotham Book"/>
              </a:rPr>
              <a:t>Second Outline Level</a:t>
            </a:r>
            <a:endParaRPr b="0" lang="en-US" sz="1800" strike="noStrike" u="none">
              <a:solidFill>
                <a:schemeClr val="dk1"/>
              </a:solidFill>
              <a:uFillTx/>
              <a:latin typeface="Gotham Book"/>
            </a:endParaRPr>
          </a:p>
          <a:p>
            <a:pPr lvl="2" marL="1296000" indent="-288000">
              <a:lnSpc>
                <a:spcPct val="150000"/>
              </a:lnSpc>
              <a:spcBef>
                <a:spcPts val="850"/>
              </a:spcBef>
              <a:buClr>
                <a:srgbClr val="000000"/>
              </a:buClr>
              <a:buSzPct val="45000"/>
              <a:buFont typeface="Wingdings" charset="2"/>
              <a:buChar char=""/>
            </a:pPr>
            <a:r>
              <a:rPr b="0" lang="en-US" sz="1800" strike="noStrike" u="none">
                <a:solidFill>
                  <a:schemeClr val="dk1"/>
                </a:solidFill>
                <a:uFillTx/>
                <a:latin typeface="Gotham Book"/>
              </a:rPr>
              <a:t>Third Outline Level</a:t>
            </a:r>
            <a:endParaRPr b="0" lang="en-US" sz="1800" strike="noStrike" u="none">
              <a:solidFill>
                <a:schemeClr val="dk1"/>
              </a:solidFill>
              <a:uFillTx/>
              <a:latin typeface="Gotham Book"/>
            </a:endParaRPr>
          </a:p>
          <a:p>
            <a:pPr lvl="3" marL="1728000" indent="-216000">
              <a:lnSpc>
                <a:spcPct val="150000"/>
              </a:lnSpc>
              <a:spcBef>
                <a:spcPts val="567"/>
              </a:spcBef>
              <a:buClr>
                <a:srgbClr val="000000"/>
              </a:buClr>
              <a:buSzPct val="75000"/>
              <a:buFont typeface="Symbol" charset="2"/>
              <a:buChar char=""/>
            </a:pPr>
            <a:r>
              <a:rPr b="0" lang="en-US" sz="1800" strike="noStrike" u="none">
                <a:solidFill>
                  <a:schemeClr val="dk1"/>
                </a:solidFill>
                <a:uFillTx/>
                <a:latin typeface="Gotham Book"/>
              </a:rPr>
              <a:t>Fourth Outline Level</a:t>
            </a:r>
            <a:endParaRPr b="0" lang="en-US" sz="1800" strike="noStrike" u="none">
              <a:solidFill>
                <a:schemeClr val="dk1"/>
              </a:solidFill>
              <a:uFillTx/>
              <a:latin typeface="Gotham Book"/>
            </a:endParaRPr>
          </a:p>
          <a:p>
            <a:pPr lvl="4" marL="2160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Fifth Outline Level</a:t>
            </a:r>
            <a:endParaRPr b="0" lang="en-US" sz="1800" strike="noStrike" u="none">
              <a:solidFill>
                <a:schemeClr val="dk1"/>
              </a:solidFill>
              <a:uFillTx/>
              <a:latin typeface="Gotham Book"/>
            </a:endParaRPr>
          </a:p>
          <a:p>
            <a:pPr lvl="5" marL="2592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Sixth Outline Level</a:t>
            </a:r>
            <a:endParaRPr b="0" lang="en-US" sz="1800" strike="noStrike" u="none">
              <a:solidFill>
                <a:schemeClr val="dk1"/>
              </a:solidFill>
              <a:uFillTx/>
              <a:latin typeface="Gotham Book"/>
            </a:endParaRPr>
          </a:p>
          <a:p>
            <a:pPr lvl="6" marL="3024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Seventh Outline Level</a:t>
            </a:r>
            <a:endParaRPr b="0" lang="en-US" sz="1800" strike="noStrike" u="none">
              <a:solidFill>
                <a:schemeClr val="dk1"/>
              </a:solidFill>
              <a:uFillTx/>
              <a:latin typeface="Gotham Book"/>
            </a:endParaRPr>
          </a:p>
        </p:txBody>
      </p:sp>
      <p:sp>
        <p:nvSpPr>
          <p:cNvPr id="115"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16"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E58D469D-36C6-4FFC-AFD4-6C4A4780750C}" type="slidenum">
              <a:rPr b="0" lang="en-US" sz="1000" strike="noStrike" u="none">
                <a:solidFill>
                  <a:schemeClr val="lt2">
                    <a:lumMod val="50000"/>
                  </a:schemeClr>
                </a:solidFill>
                <a:uFillTx/>
                <a:latin typeface="Gotham Book"/>
                <a:ea typeface="Verdana"/>
              </a:rPr>
              <a:t>1</a:t>
            </a:fld>
            <a:endParaRPr b="0" lang="en-US" sz="1000" strike="noStrike" u="none">
              <a:solidFill>
                <a:srgbClr val="000000"/>
              </a:solidFill>
              <a:uFillTx/>
              <a:latin typeface="Arial"/>
            </a:endParaRPr>
          </a:p>
        </p:txBody>
      </p:sp>
      <p:cxnSp>
        <p:nvCxnSpPr>
          <p:cNvPr id="117" name="Straight Connector">
            <a:extLst>
              <a:ext uri="{C183D7F6-B498-43B3-948B-1728B52AA6E4}">
                <adec:decorative xmlns:adec="http://schemas.microsoft.com/office/drawing/2017/decorative" val="1"/>
              </a:ext>
            </a:extLst>
          </p:cNvPr>
          <p:cNvCxnSpPr/>
          <p:nvPr/>
        </p:nvCxnSpPr>
        <p:spPr>
          <a:xfrm flipV="1">
            <a:off x="6095880" y="723600"/>
            <a:ext cx="360" cy="5410800"/>
          </a:xfrm>
          <a:prstGeom prst="straightConnector1">
            <a:avLst/>
          </a:prstGeom>
          <a:ln w="50800">
            <a:solidFill>
              <a:srgbClr val="ffffff">
                <a:lumMod val="85000"/>
              </a:srgbClr>
            </a:solidFill>
          </a:ln>
        </p:spPr>
      </p:cxnSp>
      <p:cxnSp>
        <p:nvCxnSpPr>
          <p:cNvPr id="118" name="Straight Connector">
            <a:extLst>
              <a:ext uri="{C183D7F6-B498-43B3-948B-1728B52AA6E4}">
                <adec:decorative xmlns:adec="http://schemas.microsoft.com/office/drawing/2017/decorative" val="1"/>
              </a:ext>
            </a:extLst>
          </p:cNvPr>
          <p:cNvCxnSpPr/>
          <p:nvPr/>
        </p:nvCxnSpPr>
        <p:spPr>
          <a:xfrm>
            <a:off x="6553080" y="194364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f9c42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20" name="Text Background">
            <a:extLst>
              <a:ext uri="{C183D7F6-B498-43B3-948B-1728B52AA6E4}">
                <adec:decorative xmlns:adec="http://schemas.microsoft.com/office/drawing/2017/decorative" val="1"/>
              </a:ext>
            </a:extLst>
          </p:cNvPr>
          <p:cNvSpPr/>
          <p:nvPr/>
        </p:nvSpPr>
        <p:spPr>
          <a:xfrm>
            <a:off x="723960" y="723960"/>
            <a:ext cx="5181120" cy="5409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21" name="PlaceHolder 1"/>
          <p:cNvSpPr>
            <a:spLocks noGrp="1"/>
          </p:cNvSpPr>
          <p:nvPr>
            <p:ph type="title"/>
          </p:nvPr>
        </p:nvSpPr>
        <p:spPr>
          <a:xfrm>
            <a:off x="1104840" y="1104840"/>
            <a:ext cx="441936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22" name="PlaceHolder 2"/>
          <p:cNvSpPr>
            <a:spLocks noGrp="1"/>
          </p:cNvSpPr>
          <p:nvPr>
            <p:ph type="body"/>
          </p:nvPr>
        </p:nvSpPr>
        <p:spPr>
          <a:xfrm>
            <a:off x="1104840" y="2590200"/>
            <a:ext cx="441936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123" name="PlaceHolder 3"/>
          <p:cNvSpPr>
            <a:spLocks noGrp="1"/>
          </p:cNvSpPr>
          <p:nvPr>
            <p:ph type="body"/>
          </p:nvPr>
        </p:nvSpPr>
        <p:spPr>
          <a:xfrm>
            <a:off x="6286320" y="723960"/>
            <a:ext cx="5181120" cy="5409720"/>
          </a:xfrm>
          <a:prstGeom prst="rect">
            <a:avLst/>
          </a:prstGeom>
          <a:solidFill>
            <a:schemeClr val="lt1">
              <a:lumMod val="95000"/>
            </a:schemeClr>
          </a:solidFill>
          <a:ln w="0">
            <a:noFill/>
          </a:ln>
        </p:spPr>
        <p:txBody>
          <a:bodyPr lIns="90000" rIns="90000" tIns="45000" bIns="45000" anchor="t">
            <a:noAutofit/>
          </a:bodyPr>
          <a:p>
            <a:pPr marL="432000" indent="-324000">
              <a:lnSpc>
                <a:spcPct val="150000"/>
              </a:lnSpc>
              <a:spcBef>
                <a:spcPts val="1417"/>
              </a:spcBef>
              <a:buClr>
                <a:srgbClr val="000000"/>
              </a:buClr>
              <a:buSzPct val="45000"/>
              <a:buFont typeface="Wingdings" charset="2"/>
              <a:buChar char=""/>
            </a:pPr>
            <a:r>
              <a:rPr b="0" lang="en-US" sz="1800" strike="noStrike" u="none">
                <a:solidFill>
                  <a:schemeClr val="dk1"/>
                </a:solidFill>
                <a:uFillTx/>
                <a:latin typeface="Gotham Book"/>
              </a:rPr>
              <a:t>Click to edit the outline text format</a:t>
            </a:r>
            <a:endParaRPr b="0" lang="en-US" sz="1800" strike="noStrike" u="none">
              <a:solidFill>
                <a:schemeClr val="dk1"/>
              </a:solidFill>
              <a:uFillTx/>
              <a:latin typeface="Gotham Book"/>
            </a:endParaRPr>
          </a:p>
          <a:p>
            <a:pPr lvl="1" marL="864000" indent="-324000">
              <a:lnSpc>
                <a:spcPct val="150000"/>
              </a:lnSpc>
              <a:spcBef>
                <a:spcPts val="1134"/>
              </a:spcBef>
              <a:buClr>
                <a:srgbClr val="000000"/>
              </a:buClr>
              <a:buSzPct val="75000"/>
              <a:buFont typeface="Symbol" charset="2"/>
              <a:buChar char=""/>
            </a:pPr>
            <a:r>
              <a:rPr b="0" lang="en-US" sz="1800" strike="noStrike" u="none">
                <a:solidFill>
                  <a:schemeClr val="dk1"/>
                </a:solidFill>
                <a:uFillTx/>
                <a:latin typeface="Gotham Book"/>
              </a:rPr>
              <a:t>Second Outline Level</a:t>
            </a:r>
            <a:endParaRPr b="0" lang="en-US" sz="1800" strike="noStrike" u="none">
              <a:solidFill>
                <a:schemeClr val="dk1"/>
              </a:solidFill>
              <a:uFillTx/>
              <a:latin typeface="Gotham Book"/>
            </a:endParaRPr>
          </a:p>
          <a:p>
            <a:pPr lvl="2" marL="1296000" indent="-288000">
              <a:lnSpc>
                <a:spcPct val="150000"/>
              </a:lnSpc>
              <a:spcBef>
                <a:spcPts val="850"/>
              </a:spcBef>
              <a:buClr>
                <a:srgbClr val="000000"/>
              </a:buClr>
              <a:buSzPct val="45000"/>
              <a:buFont typeface="Wingdings" charset="2"/>
              <a:buChar char=""/>
            </a:pPr>
            <a:r>
              <a:rPr b="0" lang="en-US" sz="1800" strike="noStrike" u="none">
                <a:solidFill>
                  <a:schemeClr val="dk1"/>
                </a:solidFill>
                <a:uFillTx/>
                <a:latin typeface="Gotham Book"/>
              </a:rPr>
              <a:t>Third Outline Level</a:t>
            </a:r>
            <a:endParaRPr b="0" lang="en-US" sz="1800" strike="noStrike" u="none">
              <a:solidFill>
                <a:schemeClr val="dk1"/>
              </a:solidFill>
              <a:uFillTx/>
              <a:latin typeface="Gotham Book"/>
            </a:endParaRPr>
          </a:p>
          <a:p>
            <a:pPr lvl="3" marL="1728000" indent="-216000">
              <a:lnSpc>
                <a:spcPct val="150000"/>
              </a:lnSpc>
              <a:spcBef>
                <a:spcPts val="567"/>
              </a:spcBef>
              <a:buClr>
                <a:srgbClr val="000000"/>
              </a:buClr>
              <a:buSzPct val="75000"/>
              <a:buFont typeface="Symbol" charset="2"/>
              <a:buChar char=""/>
            </a:pPr>
            <a:r>
              <a:rPr b="0" lang="en-US" sz="1800" strike="noStrike" u="none">
                <a:solidFill>
                  <a:schemeClr val="dk1"/>
                </a:solidFill>
                <a:uFillTx/>
                <a:latin typeface="Gotham Book"/>
              </a:rPr>
              <a:t>Fourth Outline Level</a:t>
            </a:r>
            <a:endParaRPr b="0" lang="en-US" sz="1800" strike="noStrike" u="none">
              <a:solidFill>
                <a:schemeClr val="dk1"/>
              </a:solidFill>
              <a:uFillTx/>
              <a:latin typeface="Gotham Book"/>
            </a:endParaRPr>
          </a:p>
          <a:p>
            <a:pPr lvl="4" marL="2160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Fifth Outline Level</a:t>
            </a:r>
            <a:endParaRPr b="0" lang="en-US" sz="1800" strike="noStrike" u="none">
              <a:solidFill>
                <a:schemeClr val="dk1"/>
              </a:solidFill>
              <a:uFillTx/>
              <a:latin typeface="Gotham Book"/>
            </a:endParaRPr>
          </a:p>
          <a:p>
            <a:pPr lvl="5" marL="2592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Sixth Outline Level</a:t>
            </a:r>
            <a:endParaRPr b="0" lang="en-US" sz="1800" strike="noStrike" u="none">
              <a:solidFill>
                <a:schemeClr val="dk1"/>
              </a:solidFill>
              <a:uFillTx/>
              <a:latin typeface="Gotham Book"/>
            </a:endParaRPr>
          </a:p>
          <a:p>
            <a:pPr lvl="6" marL="3024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Seventh Outline Level</a:t>
            </a:r>
            <a:endParaRPr b="0" lang="en-US" sz="1800" strike="noStrike" u="none">
              <a:solidFill>
                <a:schemeClr val="dk1"/>
              </a:solidFill>
              <a:uFillTx/>
              <a:latin typeface="Gotham Book"/>
            </a:endParaRPr>
          </a:p>
        </p:txBody>
      </p:sp>
      <p:cxnSp>
        <p:nvCxnSpPr>
          <p:cNvPr id="124" name="Straight Connector">
            <a:extLst>
              <a:ext uri="{C183D7F6-B498-43B3-948B-1728B52AA6E4}">
                <adec:decorative xmlns:adec="http://schemas.microsoft.com/office/drawing/2017/decorative" val="1"/>
              </a:ext>
            </a:extLst>
          </p:cNvPr>
          <p:cNvCxnSpPr/>
          <p:nvPr/>
        </p:nvCxnSpPr>
        <p:spPr>
          <a:xfrm>
            <a:off x="1104840" y="237456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26" name="Text Background">
            <a:extLst>
              <a:ext uri="{C183D7F6-B498-43B3-948B-1728B52AA6E4}">
                <adec:decorative xmlns:adec="http://schemas.microsoft.com/office/drawing/2017/decorative" val="1"/>
              </a:ext>
            </a:extLst>
          </p:cNvPr>
          <p:cNvSpPr/>
          <p:nvPr/>
        </p:nvSpPr>
        <p:spPr>
          <a:xfrm>
            <a:off x="723960" y="723960"/>
            <a:ext cx="5181120" cy="5409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27" name="PlaceHolder 1"/>
          <p:cNvSpPr>
            <a:spLocks noGrp="1"/>
          </p:cNvSpPr>
          <p:nvPr>
            <p:ph type="title"/>
          </p:nvPr>
        </p:nvSpPr>
        <p:spPr>
          <a:xfrm>
            <a:off x="1104840" y="1104840"/>
            <a:ext cx="441936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28" name="PlaceHolder 2"/>
          <p:cNvSpPr>
            <a:spLocks noGrp="1"/>
          </p:cNvSpPr>
          <p:nvPr>
            <p:ph type="body"/>
          </p:nvPr>
        </p:nvSpPr>
        <p:spPr>
          <a:xfrm>
            <a:off x="1104840" y="2590200"/>
            <a:ext cx="441936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129" name="PlaceHolder 3"/>
          <p:cNvSpPr>
            <a:spLocks noGrp="1"/>
          </p:cNvSpPr>
          <p:nvPr>
            <p:ph type="body"/>
          </p:nvPr>
        </p:nvSpPr>
        <p:spPr>
          <a:xfrm>
            <a:off x="6286320" y="723960"/>
            <a:ext cx="5181120" cy="5409720"/>
          </a:xfrm>
          <a:prstGeom prst="rect">
            <a:avLst/>
          </a:prstGeom>
          <a:solidFill>
            <a:schemeClr val="lt1">
              <a:lumMod val="95000"/>
            </a:schemeClr>
          </a:solidFill>
          <a:ln w="0">
            <a:noFill/>
          </a:ln>
        </p:spPr>
        <p:txBody>
          <a:bodyPr lIns="90000" rIns="90000" tIns="45000" bIns="45000" anchor="t">
            <a:noAutofit/>
          </a:bodyPr>
          <a:p>
            <a:pPr marL="432000" indent="-324000">
              <a:lnSpc>
                <a:spcPct val="150000"/>
              </a:lnSpc>
              <a:spcBef>
                <a:spcPts val="1417"/>
              </a:spcBef>
              <a:buClr>
                <a:srgbClr val="000000"/>
              </a:buClr>
              <a:buSzPct val="45000"/>
              <a:buFont typeface="Wingdings" charset="2"/>
              <a:buChar char=""/>
            </a:pPr>
            <a:r>
              <a:rPr b="0" lang="en-US" sz="1800" strike="noStrike" u="none">
                <a:solidFill>
                  <a:schemeClr val="dk1"/>
                </a:solidFill>
                <a:uFillTx/>
                <a:latin typeface="Gotham Book"/>
              </a:rPr>
              <a:t>Click to edit the outline text format</a:t>
            </a:r>
            <a:endParaRPr b="0" lang="en-US" sz="1800" strike="noStrike" u="none">
              <a:solidFill>
                <a:schemeClr val="dk1"/>
              </a:solidFill>
              <a:uFillTx/>
              <a:latin typeface="Gotham Book"/>
            </a:endParaRPr>
          </a:p>
          <a:p>
            <a:pPr lvl="1" marL="864000" indent="-324000">
              <a:lnSpc>
                <a:spcPct val="150000"/>
              </a:lnSpc>
              <a:spcBef>
                <a:spcPts val="1134"/>
              </a:spcBef>
              <a:buClr>
                <a:srgbClr val="000000"/>
              </a:buClr>
              <a:buSzPct val="75000"/>
              <a:buFont typeface="Symbol" charset="2"/>
              <a:buChar char=""/>
            </a:pPr>
            <a:r>
              <a:rPr b="0" lang="en-US" sz="1800" strike="noStrike" u="none">
                <a:solidFill>
                  <a:schemeClr val="dk1"/>
                </a:solidFill>
                <a:uFillTx/>
                <a:latin typeface="Gotham Book"/>
              </a:rPr>
              <a:t>Second Outline Level</a:t>
            </a:r>
            <a:endParaRPr b="0" lang="en-US" sz="1800" strike="noStrike" u="none">
              <a:solidFill>
                <a:schemeClr val="dk1"/>
              </a:solidFill>
              <a:uFillTx/>
              <a:latin typeface="Gotham Book"/>
            </a:endParaRPr>
          </a:p>
          <a:p>
            <a:pPr lvl="2" marL="1296000" indent="-288000">
              <a:lnSpc>
                <a:spcPct val="150000"/>
              </a:lnSpc>
              <a:spcBef>
                <a:spcPts val="850"/>
              </a:spcBef>
              <a:buClr>
                <a:srgbClr val="000000"/>
              </a:buClr>
              <a:buSzPct val="45000"/>
              <a:buFont typeface="Wingdings" charset="2"/>
              <a:buChar char=""/>
            </a:pPr>
            <a:r>
              <a:rPr b="0" lang="en-US" sz="1800" strike="noStrike" u="none">
                <a:solidFill>
                  <a:schemeClr val="dk1"/>
                </a:solidFill>
                <a:uFillTx/>
                <a:latin typeface="Gotham Book"/>
              </a:rPr>
              <a:t>Third Outline Level</a:t>
            </a:r>
            <a:endParaRPr b="0" lang="en-US" sz="1800" strike="noStrike" u="none">
              <a:solidFill>
                <a:schemeClr val="dk1"/>
              </a:solidFill>
              <a:uFillTx/>
              <a:latin typeface="Gotham Book"/>
            </a:endParaRPr>
          </a:p>
          <a:p>
            <a:pPr lvl="3" marL="1728000" indent="-216000">
              <a:lnSpc>
                <a:spcPct val="150000"/>
              </a:lnSpc>
              <a:spcBef>
                <a:spcPts val="567"/>
              </a:spcBef>
              <a:buClr>
                <a:srgbClr val="000000"/>
              </a:buClr>
              <a:buSzPct val="75000"/>
              <a:buFont typeface="Symbol" charset="2"/>
              <a:buChar char=""/>
            </a:pPr>
            <a:r>
              <a:rPr b="0" lang="en-US" sz="1800" strike="noStrike" u="none">
                <a:solidFill>
                  <a:schemeClr val="dk1"/>
                </a:solidFill>
                <a:uFillTx/>
                <a:latin typeface="Gotham Book"/>
              </a:rPr>
              <a:t>Fourth Outline Level</a:t>
            </a:r>
            <a:endParaRPr b="0" lang="en-US" sz="1800" strike="noStrike" u="none">
              <a:solidFill>
                <a:schemeClr val="dk1"/>
              </a:solidFill>
              <a:uFillTx/>
              <a:latin typeface="Gotham Book"/>
            </a:endParaRPr>
          </a:p>
          <a:p>
            <a:pPr lvl="4" marL="2160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Fifth Outline Level</a:t>
            </a:r>
            <a:endParaRPr b="0" lang="en-US" sz="1800" strike="noStrike" u="none">
              <a:solidFill>
                <a:schemeClr val="dk1"/>
              </a:solidFill>
              <a:uFillTx/>
              <a:latin typeface="Gotham Book"/>
            </a:endParaRPr>
          </a:p>
          <a:p>
            <a:pPr lvl="5" marL="2592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Sixth Outline Level</a:t>
            </a:r>
            <a:endParaRPr b="0" lang="en-US" sz="1800" strike="noStrike" u="none">
              <a:solidFill>
                <a:schemeClr val="dk1"/>
              </a:solidFill>
              <a:uFillTx/>
              <a:latin typeface="Gotham Book"/>
            </a:endParaRPr>
          </a:p>
          <a:p>
            <a:pPr lvl="6" marL="3024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Seventh Outline Level</a:t>
            </a:r>
            <a:endParaRPr b="0" lang="en-US" sz="1800" strike="noStrike" u="none">
              <a:solidFill>
                <a:schemeClr val="dk1"/>
              </a:solidFill>
              <a:uFillTx/>
              <a:latin typeface="Gotham Book"/>
            </a:endParaRPr>
          </a:p>
        </p:txBody>
      </p:sp>
      <p:cxnSp>
        <p:nvCxnSpPr>
          <p:cNvPr id="130" name="Straight Connector">
            <a:extLst>
              <a:ext uri="{C183D7F6-B498-43B3-948B-1728B52AA6E4}">
                <adec:decorative xmlns:adec="http://schemas.microsoft.com/office/drawing/2017/decorative" val="1"/>
              </a:ext>
            </a:extLst>
          </p:cNvPr>
          <p:cNvCxnSpPr/>
          <p:nvPr/>
        </p:nvCxnSpPr>
        <p:spPr>
          <a:xfrm>
            <a:off x="1104840" y="237456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Text Background">
            <a:extLst>
              <a:ext uri="{C183D7F6-B498-43B3-948B-1728B52AA6E4}">
                <adec:decorative xmlns:adec="http://schemas.microsoft.com/office/drawing/2017/decorative" val="1"/>
              </a:ext>
            </a:extLst>
          </p:cNvPr>
          <p:cNvSpPr/>
          <p:nvPr/>
        </p:nvSpPr>
        <p:spPr>
          <a:xfrm>
            <a:off x="723960" y="723960"/>
            <a:ext cx="5181120" cy="5409720"/>
          </a:xfrm>
          <a:prstGeom prst="rect">
            <a:avLst/>
          </a:prstGeom>
          <a:solidFill>
            <a:schemeClr val="bg1"/>
          </a:solidFill>
          <a:ln w="19050">
            <a:solidFill>
              <a:srgbClr val="ffffff">
                <a:lumMod val="85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32" name="PlaceHolder 1"/>
          <p:cNvSpPr>
            <a:spLocks noGrp="1"/>
          </p:cNvSpPr>
          <p:nvPr>
            <p:ph type="title"/>
          </p:nvPr>
        </p:nvSpPr>
        <p:spPr>
          <a:xfrm>
            <a:off x="1104840" y="1104840"/>
            <a:ext cx="44204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33" name="PlaceHolder 2"/>
          <p:cNvSpPr>
            <a:spLocks noGrp="1"/>
          </p:cNvSpPr>
          <p:nvPr>
            <p:ph type="body"/>
          </p:nvPr>
        </p:nvSpPr>
        <p:spPr>
          <a:xfrm>
            <a:off x="1104840" y="2590200"/>
            <a:ext cx="442044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134" name="PlaceHolder 3"/>
          <p:cNvSpPr>
            <a:spLocks noGrp="1"/>
          </p:cNvSpPr>
          <p:nvPr>
            <p:ph type="body"/>
          </p:nvPr>
        </p:nvSpPr>
        <p:spPr>
          <a:xfrm>
            <a:off x="6286320" y="723960"/>
            <a:ext cx="5181120" cy="5409720"/>
          </a:xfrm>
          <a:prstGeom prst="rect">
            <a:avLst/>
          </a:prstGeom>
          <a:solidFill>
            <a:schemeClr val="lt1">
              <a:lumMod val="95000"/>
            </a:schemeClr>
          </a:solidFill>
          <a:ln w="0">
            <a:noFill/>
          </a:ln>
        </p:spPr>
        <p:txBody>
          <a:bodyPr lIns="90000" rIns="90000" tIns="45000" bIns="45000" anchor="t">
            <a:noAutofit/>
          </a:bodyPr>
          <a:p>
            <a:pPr marL="432000" indent="-324000">
              <a:lnSpc>
                <a:spcPct val="150000"/>
              </a:lnSpc>
              <a:spcBef>
                <a:spcPts val="1417"/>
              </a:spcBef>
              <a:buClr>
                <a:srgbClr val="000000"/>
              </a:buClr>
              <a:buSzPct val="45000"/>
              <a:buFont typeface="Wingdings" charset="2"/>
              <a:buChar char=""/>
            </a:pPr>
            <a:r>
              <a:rPr b="0" lang="en-US" sz="1800" strike="noStrike" u="none">
                <a:solidFill>
                  <a:schemeClr val="dk1"/>
                </a:solidFill>
                <a:uFillTx/>
                <a:latin typeface="Gotham Book"/>
              </a:rPr>
              <a:t>Click to edit the outline text format</a:t>
            </a:r>
            <a:endParaRPr b="0" lang="en-US" sz="1800" strike="noStrike" u="none">
              <a:solidFill>
                <a:schemeClr val="dk1"/>
              </a:solidFill>
              <a:uFillTx/>
              <a:latin typeface="Gotham Book"/>
            </a:endParaRPr>
          </a:p>
          <a:p>
            <a:pPr lvl="1" marL="864000" indent="-324000">
              <a:lnSpc>
                <a:spcPct val="150000"/>
              </a:lnSpc>
              <a:spcBef>
                <a:spcPts val="1134"/>
              </a:spcBef>
              <a:buClr>
                <a:srgbClr val="000000"/>
              </a:buClr>
              <a:buSzPct val="75000"/>
              <a:buFont typeface="Symbol" charset="2"/>
              <a:buChar char=""/>
            </a:pPr>
            <a:r>
              <a:rPr b="0" lang="en-US" sz="1800" strike="noStrike" u="none">
                <a:solidFill>
                  <a:schemeClr val="dk1"/>
                </a:solidFill>
                <a:uFillTx/>
                <a:latin typeface="Gotham Book"/>
              </a:rPr>
              <a:t>Second Outline Level</a:t>
            </a:r>
            <a:endParaRPr b="0" lang="en-US" sz="1800" strike="noStrike" u="none">
              <a:solidFill>
                <a:schemeClr val="dk1"/>
              </a:solidFill>
              <a:uFillTx/>
              <a:latin typeface="Gotham Book"/>
            </a:endParaRPr>
          </a:p>
          <a:p>
            <a:pPr lvl="2" marL="1296000" indent="-288000">
              <a:lnSpc>
                <a:spcPct val="150000"/>
              </a:lnSpc>
              <a:spcBef>
                <a:spcPts val="850"/>
              </a:spcBef>
              <a:buClr>
                <a:srgbClr val="000000"/>
              </a:buClr>
              <a:buSzPct val="45000"/>
              <a:buFont typeface="Wingdings" charset="2"/>
              <a:buChar char=""/>
            </a:pPr>
            <a:r>
              <a:rPr b="0" lang="en-US" sz="1800" strike="noStrike" u="none">
                <a:solidFill>
                  <a:schemeClr val="dk1"/>
                </a:solidFill>
                <a:uFillTx/>
                <a:latin typeface="Gotham Book"/>
              </a:rPr>
              <a:t>Third Outline Level</a:t>
            </a:r>
            <a:endParaRPr b="0" lang="en-US" sz="1800" strike="noStrike" u="none">
              <a:solidFill>
                <a:schemeClr val="dk1"/>
              </a:solidFill>
              <a:uFillTx/>
              <a:latin typeface="Gotham Book"/>
            </a:endParaRPr>
          </a:p>
          <a:p>
            <a:pPr lvl="3" marL="1728000" indent="-216000">
              <a:lnSpc>
                <a:spcPct val="150000"/>
              </a:lnSpc>
              <a:spcBef>
                <a:spcPts val="567"/>
              </a:spcBef>
              <a:buClr>
                <a:srgbClr val="000000"/>
              </a:buClr>
              <a:buSzPct val="75000"/>
              <a:buFont typeface="Symbol" charset="2"/>
              <a:buChar char=""/>
            </a:pPr>
            <a:r>
              <a:rPr b="0" lang="en-US" sz="1800" strike="noStrike" u="none">
                <a:solidFill>
                  <a:schemeClr val="dk1"/>
                </a:solidFill>
                <a:uFillTx/>
                <a:latin typeface="Gotham Book"/>
              </a:rPr>
              <a:t>Fourth Outline Level</a:t>
            </a:r>
            <a:endParaRPr b="0" lang="en-US" sz="1800" strike="noStrike" u="none">
              <a:solidFill>
                <a:schemeClr val="dk1"/>
              </a:solidFill>
              <a:uFillTx/>
              <a:latin typeface="Gotham Book"/>
            </a:endParaRPr>
          </a:p>
          <a:p>
            <a:pPr lvl="4" marL="2160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Fifth Outline Level</a:t>
            </a:r>
            <a:endParaRPr b="0" lang="en-US" sz="1800" strike="noStrike" u="none">
              <a:solidFill>
                <a:schemeClr val="dk1"/>
              </a:solidFill>
              <a:uFillTx/>
              <a:latin typeface="Gotham Book"/>
            </a:endParaRPr>
          </a:p>
          <a:p>
            <a:pPr lvl="5" marL="2592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Sixth Outline Level</a:t>
            </a:r>
            <a:endParaRPr b="0" lang="en-US" sz="1800" strike="noStrike" u="none">
              <a:solidFill>
                <a:schemeClr val="dk1"/>
              </a:solidFill>
              <a:uFillTx/>
              <a:latin typeface="Gotham Book"/>
            </a:endParaRPr>
          </a:p>
          <a:p>
            <a:pPr lvl="6" marL="3024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Seventh Outline Level</a:t>
            </a:r>
            <a:endParaRPr b="0" lang="en-US" sz="1800" strike="noStrike" u="none">
              <a:solidFill>
                <a:schemeClr val="dk1"/>
              </a:solidFill>
              <a:uFillTx/>
              <a:latin typeface="Gotham Book"/>
            </a:endParaRPr>
          </a:p>
        </p:txBody>
      </p:sp>
      <p:sp>
        <p:nvSpPr>
          <p:cNvPr id="135"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36"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DC9381FA-81A5-4C51-9E74-A354DCA58E3A}" type="slidenum">
              <a:rPr b="0" lang="en-US" sz="1000" strike="noStrike" u="none">
                <a:solidFill>
                  <a:schemeClr val="lt2">
                    <a:lumMod val="50000"/>
                  </a:schemeClr>
                </a:solidFill>
                <a:uFillTx/>
                <a:latin typeface="Gotham Book"/>
                <a:ea typeface="Verdana"/>
              </a:rPr>
              <a:t>1</a:t>
            </a:fld>
            <a:endParaRPr b="0" lang="en-US" sz="1000" strike="noStrike" u="none">
              <a:solidFill>
                <a:srgbClr val="000000"/>
              </a:solidFill>
              <a:uFillTx/>
              <a:latin typeface="Arial"/>
            </a:endParaRPr>
          </a:p>
        </p:txBody>
      </p:sp>
      <p:cxnSp>
        <p:nvCxnSpPr>
          <p:cNvPr id="137" name="Straight Connector">
            <a:extLst>
              <a:ext uri="{C183D7F6-B498-43B3-948B-1728B52AA6E4}">
                <adec:decorative xmlns:adec="http://schemas.microsoft.com/office/drawing/2017/decorative" val="1"/>
              </a:ext>
            </a:extLst>
          </p:cNvPr>
          <p:cNvCxnSpPr/>
          <p:nvPr/>
        </p:nvCxnSpPr>
        <p:spPr>
          <a:xfrm>
            <a:off x="1104840" y="237456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8"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f9c42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39" name="Text Background">
            <a:extLst>
              <a:ext uri="{C183D7F6-B498-43B3-948B-1728B52AA6E4}">
                <adec:decorative xmlns:adec="http://schemas.microsoft.com/office/drawing/2017/decorative" val="1"/>
              </a:ext>
            </a:extLst>
          </p:cNvPr>
          <p:cNvSpPr/>
          <p:nvPr/>
        </p:nvSpPr>
        <p:spPr>
          <a:xfrm>
            <a:off x="6286320" y="723960"/>
            <a:ext cx="5181120" cy="5409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40" name="PlaceHolder 1"/>
          <p:cNvSpPr>
            <a:spLocks noGrp="1"/>
          </p:cNvSpPr>
          <p:nvPr>
            <p:ph type="title"/>
          </p:nvPr>
        </p:nvSpPr>
        <p:spPr>
          <a:xfrm>
            <a:off x="6667560" y="1104840"/>
            <a:ext cx="441936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41" name="PlaceHolder 2"/>
          <p:cNvSpPr>
            <a:spLocks noGrp="1"/>
          </p:cNvSpPr>
          <p:nvPr>
            <p:ph type="body"/>
          </p:nvPr>
        </p:nvSpPr>
        <p:spPr>
          <a:xfrm>
            <a:off x="6667560" y="2590200"/>
            <a:ext cx="441936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142" name="PlaceHolder 3"/>
          <p:cNvSpPr>
            <a:spLocks noGrp="1"/>
          </p:cNvSpPr>
          <p:nvPr>
            <p:ph type="body"/>
          </p:nvPr>
        </p:nvSpPr>
        <p:spPr>
          <a:xfrm>
            <a:off x="723960" y="723960"/>
            <a:ext cx="5181120" cy="5409720"/>
          </a:xfrm>
          <a:prstGeom prst="rect">
            <a:avLst/>
          </a:prstGeom>
          <a:solidFill>
            <a:schemeClr val="lt1">
              <a:lumMod val="95000"/>
            </a:schemeClr>
          </a:solidFill>
          <a:ln w="0">
            <a:noFill/>
          </a:ln>
        </p:spPr>
        <p:txBody>
          <a:bodyPr lIns="90000" rIns="90000" tIns="45000" bIns="45000" anchor="t">
            <a:noAutofit/>
          </a:bodyPr>
          <a:p>
            <a:pPr marL="432000" indent="-324000">
              <a:lnSpc>
                <a:spcPct val="150000"/>
              </a:lnSpc>
              <a:spcBef>
                <a:spcPts val="1417"/>
              </a:spcBef>
              <a:buClr>
                <a:srgbClr val="000000"/>
              </a:buClr>
              <a:buSzPct val="45000"/>
              <a:buFont typeface="Wingdings" charset="2"/>
              <a:buChar char=""/>
            </a:pPr>
            <a:r>
              <a:rPr b="0" lang="en-US" sz="1800" strike="noStrike" u="none">
                <a:solidFill>
                  <a:schemeClr val="dk1"/>
                </a:solidFill>
                <a:uFillTx/>
                <a:latin typeface="Gotham Book"/>
              </a:rPr>
              <a:t>Click to edit the outline text format</a:t>
            </a:r>
            <a:endParaRPr b="0" lang="en-US" sz="1800" strike="noStrike" u="none">
              <a:solidFill>
                <a:schemeClr val="dk1"/>
              </a:solidFill>
              <a:uFillTx/>
              <a:latin typeface="Gotham Book"/>
            </a:endParaRPr>
          </a:p>
          <a:p>
            <a:pPr lvl="1" marL="864000" indent="-324000">
              <a:lnSpc>
                <a:spcPct val="150000"/>
              </a:lnSpc>
              <a:spcBef>
                <a:spcPts val="1134"/>
              </a:spcBef>
              <a:buClr>
                <a:srgbClr val="000000"/>
              </a:buClr>
              <a:buSzPct val="75000"/>
              <a:buFont typeface="Symbol" charset="2"/>
              <a:buChar char=""/>
            </a:pPr>
            <a:r>
              <a:rPr b="0" lang="en-US" sz="1800" strike="noStrike" u="none">
                <a:solidFill>
                  <a:schemeClr val="dk1"/>
                </a:solidFill>
                <a:uFillTx/>
                <a:latin typeface="Gotham Book"/>
              </a:rPr>
              <a:t>Second Outline Level</a:t>
            </a:r>
            <a:endParaRPr b="0" lang="en-US" sz="1800" strike="noStrike" u="none">
              <a:solidFill>
                <a:schemeClr val="dk1"/>
              </a:solidFill>
              <a:uFillTx/>
              <a:latin typeface="Gotham Book"/>
            </a:endParaRPr>
          </a:p>
          <a:p>
            <a:pPr lvl="2" marL="1296000" indent="-288000">
              <a:lnSpc>
                <a:spcPct val="150000"/>
              </a:lnSpc>
              <a:spcBef>
                <a:spcPts val="850"/>
              </a:spcBef>
              <a:buClr>
                <a:srgbClr val="000000"/>
              </a:buClr>
              <a:buSzPct val="45000"/>
              <a:buFont typeface="Wingdings" charset="2"/>
              <a:buChar char=""/>
            </a:pPr>
            <a:r>
              <a:rPr b="0" lang="en-US" sz="1800" strike="noStrike" u="none">
                <a:solidFill>
                  <a:schemeClr val="dk1"/>
                </a:solidFill>
                <a:uFillTx/>
                <a:latin typeface="Gotham Book"/>
              </a:rPr>
              <a:t>Third Outline Level</a:t>
            </a:r>
            <a:endParaRPr b="0" lang="en-US" sz="1800" strike="noStrike" u="none">
              <a:solidFill>
                <a:schemeClr val="dk1"/>
              </a:solidFill>
              <a:uFillTx/>
              <a:latin typeface="Gotham Book"/>
            </a:endParaRPr>
          </a:p>
          <a:p>
            <a:pPr lvl="3" marL="1728000" indent="-216000">
              <a:lnSpc>
                <a:spcPct val="150000"/>
              </a:lnSpc>
              <a:spcBef>
                <a:spcPts val="567"/>
              </a:spcBef>
              <a:buClr>
                <a:srgbClr val="000000"/>
              </a:buClr>
              <a:buSzPct val="75000"/>
              <a:buFont typeface="Symbol" charset="2"/>
              <a:buChar char=""/>
            </a:pPr>
            <a:r>
              <a:rPr b="0" lang="en-US" sz="1800" strike="noStrike" u="none">
                <a:solidFill>
                  <a:schemeClr val="dk1"/>
                </a:solidFill>
                <a:uFillTx/>
                <a:latin typeface="Gotham Book"/>
              </a:rPr>
              <a:t>Fourth Outline Level</a:t>
            </a:r>
            <a:endParaRPr b="0" lang="en-US" sz="1800" strike="noStrike" u="none">
              <a:solidFill>
                <a:schemeClr val="dk1"/>
              </a:solidFill>
              <a:uFillTx/>
              <a:latin typeface="Gotham Book"/>
            </a:endParaRPr>
          </a:p>
          <a:p>
            <a:pPr lvl="4" marL="2160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Fifth Outline Level</a:t>
            </a:r>
            <a:endParaRPr b="0" lang="en-US" sz="1800" strike="noStrike" u="none">
              <a:solidFill>
                <a:schemeClr val="dk1"/>
              </a:solidFill>
              <a:uFillTx/>
              <a:latin typeface="Gotham Book"/>
            </a:endParaRPr>
          </a:p>
          <a:p>
            <a:pPr lvl="5" marL="2592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Sixth Outline Level</a:t>
            </a:r>
            <a:endParaRPr b="0" lang="en-US" sz="1800" strike="noStrike" u="none">
              <a:solidFill>
                <a:schemeClr val="dk1"/>
              </a:solidFill>
              <a:uFillTx/>
              <a:latin typeface="Gotham Book"/>
            </a:endParaRPr>
          </a:p>
          <a:p>
            <a:pPr lvl="6" marL="3024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Seventh Outline Level</a:t>
            </a:r>
            <a:endParaRPr b="0" lang="en-US" sz="1800" strike="noStrike" u="none">
              <a:solidFill>
                <a:schemeClr val="dk1"/>
              </a:solidFill>
              <a:uFillTx/>
              <a:latin typeface="Gotham Book"/>
            </a:endParaRPr>
          </a:p>
        </p:txBody>
      </p:sp>
      <p:cxnSp>
        <p:nvCxnSpPr>
          <p:cNvPr id="143" name="Straight Connector">
            <a:extLst>
              <a:ext uri="{C183D7F6-B498-43B3-948B-1728B52AA6E4}">
                <adec:decorative xmlns:adec="http://schemas.microsoft.com/office/drawing/2017/decorative" val="1"/>
              </a:ext>
            </a:extLst>
          </p:cNvPr>
          <p:cNvCxnSpPr/>
          <p:nvPr/>
        </p:nvCxnSpPr>
        <p:spPr>
          <a:xfrm>
            <a:off x="6667200" y="237456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45" name="Text Background">
            <a:extLst>
              <a:ext uri="{C183D7F6-B498-43B3-948B-1728B52AA6E4}">
                <adec:decorative xmlns:adec="http://schemas.microsoft.com/office/drawing/2017/decorative" val="1"/>
              </a:ext>
            </a:extLst>
          </p:cNvPr>
          <p:cNvSpPr/>
          <p:nvPr/>
        </p:nvSpPr>
        <p:spPr>
          <a:xfrm>
            <a:off x="6286320" y="723960"/>
            <a:ext cx="5181120" cy="5409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46" name="PlaceHolder 1"/>
          <p:cNvSpPr>
            <a:spLocks noGrp="1"/>
          </p:cNvSpPr>
          <p:nvPr>
            <p:ph type="title"/>
          </p:nvPr>
        </p:nvSpPr>
        <p:spPr>
          <a:xfrm>
            <a:off x="6667560" y="1104840"/>
            <a:ext cx="441936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47" name="PlaceHolder 2"/>
          <p:cNvSpPr>
            <a:spLocks noGrp="1"/>
          </p:cNvSpPr>
          <p:nvPr>
            <p:ph type="body"/>
          </p:nvPr>
        </p:nvSpPr>
        <p:spPr>
          <a:xfrm>
            <a:off x="6667560" y="2590200"/>
            <a:ext cx="441936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148" name="PlaceHolder 3"/>
          <p:cNvSpPr>
            <a:spLocks noGrp="1"/>
          </p:cNvSpPr>
          <p:nvPr>
            <p:ph type="body"/>
          </p:nvPr>
        </p:nvSpPr>
        <p:spPr>
          <a:xfrm>
            <a:off x="723960" y="723960"/>
            <a:ext cx="5181120" cy="5409720"/>
          </a:xfrm>
          <a:prstGeom prst="rect">
            <a:avLst/>
          </a:prstGeom>
          <a:solidFill>
            <a:schemeClr val="lt1">
              <a:lumMod val="95000"/>
            </a:schemeClr>
          </a:solidFill>
          <a:ln w="0">
            <a:noFill/>
          </a:ln>
        </p:spPr>
        <p:txBody>
          <a:bodyPr lIns="90000" rIns="90000" tIns="45000" bIns="45000" anchor="t">
            <a:noAutofit/>
          </a:bodyPr>
          <a:p>
            <a:pPr marL="432000" indent="-324000">
              <a:lnSpc>
                <a:spcPct val="150000"/>
              </a:lnSpc>
              <a:spcBef>
                <a:spcPts val="1417"/>
              </a:spcBef>
              <a:buClr>
                <a:srgbClr val="000000"/>
              </a:buClr>
              <a:buSzPct val="45000"/>
              <a:buFont typeface="Wingdings" charset="2"/>
              <a:buChar char=""/>
            </a:pPr>
            <a:r>
              <a:rPr b="0" lang="en-US" sz="1800" strike="noStrike" u="none">
                <a:solidFill>
                  <a:schemeClr val="dk1"/>
                </a:solidFill>
                <a:uFillTx/>
                <a:latin typeface="Gotham Book"/>
              </a:rPr>
              <a:t>Click to edit the outline text format</a:t>
            </a:r>
            <a:endParaRPr b="0" lang="en-US" sz="1800" strike="noStrike" u="none">
              <a:solidFill>
                <a:schemeClr val="dk1"/>
              </a:solidFill>
              <a:uFillTx/>
              <a:latin typeface="Gotham Book"/>
            </a:endParaRPr>
          </a:p>
          <a:p>
            <a:pPr lvl="1" marL="864000" indent="-324000">
              <a:lnSpc>
                <a:spcPct val="150000"/>
              </a:lnSpc>
              <a:spcBef>
                <a:spcPts val="1134"/>
              </a:spcBef>
              <a:buClr>
                <a:srgbClr val="000000"/>
              </a:buClr>
              <a:buSzPct val="75000"/>
              <a:buFont typeface="Symbol" charset="2"/>
              <a:buChar char=""/>
            </a:pPr>
            <a:r>
              <a:rPr b="0" lang="en-US" sz="1800" strike="noStrike" u="none">
                <a:solidFill>
                  <a:schemeClr val="dk1"/>
                </a:solidFill>
                <a:uFillTx/>
                <a:latin typeface="Gotham Book"/>
              </a:rPr>
              <a:t>Second Outline Level</a:t>
            </a:r>
            <a:endParaRPr b="0" lang="en-US" sz="1800" strike="noStrike" u="none">
              <a:solidFill>
                <a:schemeClr val="dk1"/>
              </a:solidFill>
              <a:uFillTx/>
              <a:latin typeface="Gotham Book"/>
            </a:endParaRPr>
          </a:p>
          <a:p>
            <a:pPr lvl="2" marL="1296000" indent="-288000">
              <a:lnSpc>
                <a:spcPct val="150000"/>
              </a:lnSpc>
              <a:spcBef>
                <a:spcPts val="850"/>
              </a:spcBef>
              <a:buClr>
                <a:srgbClr val="000000"/>
              </a:buClr>
              <a:buSzPct val="45000"/>
              <a:buFont typeface="Wingdings" charset="2"/>
              <a:buChar char=""/>
            </a:pPr>
            <a:r>
              <a:rPr b="0" lang="en-US" sz="1800" strike="noStrike" u="none">
                <a:solidFill>
                  <a:schemeClr val="dk1"/>
                </a:solidFill>
                <a:uFillTx/>
                <a:latin typeface="Gotham Book"/>
              </a:rPr>
              <a:t>Third Outline Level</a:t>
            </a:r>
            <a:endParaRPr b="0" lang="en-US" sz="1800" strike="noStrike" u="none">
              <a:solidFill>
                <a:schemeClr val="dk1"/>
              </a:solidFill>
              <a:uFillTx/>
              <a:latin typeface="Gotham Book"/>
            </a:endParaRPr>
          </a:p>
          <a:p>
            <a:pPr lvl="3" marL="1728000" indent="-216000">
              <a:lnSpc>
                <a:spcPct val="150000"/>
              </a:lnSpc>
              <a:spcBef>
                <a:spcPts val="567"/>
              </a:spcBef>
              <a:buClr>
                <a:srgbClr val="000000"/>
              </a:buClr>
              <a:buSzPct val="75000"/>
              <a:buFont typeface="Symbol" charset="2"/>
              <a:buChar char=""/>
            </a:pPr>
            <a:r>
              <a:rPr b="0" lang="en-US" sz="1800" strike="noStrike" u="none">
                <a:solidFill>
                  <a:schemeClr val="dk1"/>
                </a:solidFill>
                <a:uFillTx/>
                <a:latin typeface="Gotham Book"/>
              </a:rPr>
              <a:t>Fourth Outline Level</a:t>
            </a:r>
            <a:endParaRPr b="0" lang="en-US" sz="1800" strike="noStrike" u="none">
              <a:solidFill>
                <a:schemeClr val="dk1"/>
              </a:solidFill>
              <a:uFillTx/>
              <a:latin typeface="Gotham Book"/>
            </a:endParaRPr>
          </a:p>
          <a:p>
            <a:pPr lvl="4" marL="2160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Fifth Outline Level</a:t>
            </a:r>
            <a:endParaRPr b="0" lang="en-US" sz="1800" strike="noStrike" u="none">
              <a:solidFill>
                <a:schemeClr val="dk1"/>
              </a:solidFill>
              <a:uFillTx/>
              <a:latin typeface="Gotham Book"/>
            </a:endParaRPr>
          </a:p>
          <a:p>
            <a:pPr lvl="5" marL="2592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Sixth Outline Level</a:t>
            </a:r>
            <a:endParaRPr b="0" lang="en-US" sz="1800" strike="noStrike" u="none">
              <a:solidFill>
                <a:schemeClr val="dk1"/>
              </a:solidFill>
              <a:uFillTx/>
              <a:latin typeface="Gotham Book"/>
            </a:endParaRPr>
          </a:p>
          <a:p>
            <a:pPr lvl="6" marL="3024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Seventh Outline Level</a:t>
            </a:r>
            <a:endParaRPr b="0" lang="en-US" sz="1800" strike="noStrike" u="none">
              <a:solidFill>
                <a:schemeClr val="dk1"/>
              </a:solidFill>
              <a:uFillTx/>
              <a:latin typeface="Gotham Book"/>
            </a:endParaRPr>
          </a:p>
        </p:txBody>
      </p:sp>
      <p:cxnSp>
        <p:nvCxnSpPr>
          <p:cNvPr id="149" name="Straight Connector">
            <a:extLst>
              <a:ext uri="{C183D7F6-B498-43B3-948B-1728B52AA6E4}">
                <adec:decorative xmlns:adec="http://schemas.microsoft.com/office/drawing/2017/decorative" val="1"/>
              </a:ext>
            </a:extLst>
          </p:cNvPr>
          <p:cNvCxnSpPr/>
          <p:nvPr/>
        </p:nvCxnSpPr>
        <p:spPr>
          <a:xfrm>
            <a:off x="6667200" y="237456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 name="Text Background">
            <a:extLst>
              <a:ext uri="{C183D7F6-B498-43B3-948B-1728B52AA6E4}">
                <adec:decorative xmlns:adec="http://schemas.microsoft.com/office/drawing/2017/decorative" val="1"/>
              </a:ext>
            </a:extLst>
          </p:cNvPr>
          <p:cNvSpPr/>
          <p:nvPr/>
        </p:nvSpPr>
        <p:spPr>
          <a:xfrm>
            <a:off x="6285240" y="723960"/>
            <a:ext cx="5181120" cy="5409720"/>
          </a:xfrm>
          <a:prstGeom prst="rect">
            <a:avLst/>
          </a:prstGeom>
          <a:solidFill>
            <a:schemeClr val="bg1"/>
          </a:solidFill>
          <a:ln w="19050">
            <a:solidFill>
              <a:srgbClr val="ffffff">
                <a:lumMod val="85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51" name="PlaceHolder 1"/>
          <p:cNvSpPr>
            <a:spLocks noGrp="1"/>
          </p:cNvSpPr>
          <p:nvPr>
            <p:ph type="title"/>
          </p:nvPr>
        </p:nvSpPr>
        <p:spPr>
          <a:xfrm>
            <a:off x="6666480" y="1104840"/>
            <a:ext cx="44204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52" name="PlaceHolder 2"/>
          <p:cNvSpPr>
            <a:spLocks noGrp="1"/>
          </p:cNvSpPr>
          <p:nvPr>
            <p:ph type="body"/>
          </p:nvPr>
        </p:nvSpPr>
        <p:spPr>
          <a:xfrm>
            <a:off x="6666480" y="2590200"/>
            <a:ext cx="442044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153" name="PlaceHolder 3"/>
          <p:cNvSpPr>
            <a:spLocks noGrp="1"/>
          </p:cNvSpPr>
          <p:nvPr>
            <p:ph type="body"/>
          </p:nvPr>
        </p:nvSpPr>
        <p:spPr>
          <a:xfrm>
            <a:off x="723960" y="723960"/>
            <a:ext cx="5181120" cy="5409720"/>
          </a:xfrm>
          <a:prstGeom prst="rect">
            <a:avLst/>
          </a:prstGeom>
          <a:solidFill>
            <a:schemeClr val="lt1">
              <a:lumMod val="95000"/>
            </a:schemeClr>
          </a:solidFill>
          <a:ln w="0">
            <a:noFill/>
          </a:ln>
        </p:spPr>
        <p:txBody>
          <a:bodyPr lIns="90000" rIns="90000" tIns="45000" bIns="45000" anchor="t">
            <a:noAutofit/>
          </a:bodyPr>
          <a:p>
            <a:pPr marL="432000" indent="-324000">
              <a:lnSpc>
                <a:spcPct val="150000"/>
              </a:lnSpc>
              <a:spcBef>
                <a:spcPts val="1417"/>
              </a:spcBef>
              <a:buClr>
                <a:srgbClr val="000000"/>
              </a:buClr>
              <a:buSzPct val="45000"/>
              <a:buFont typeface="Wingdings" charset="2"/>
              <a:buChar char=""/>
            </a:pPr>
            <a:r>
              <a:rPr b="0" lang="en-US" sz="1800" strike="noStrike" u="none">
                <a:solidFill>
                  <a:schemeClr val="dk1"/>
                </a:solidFill>
                <a:uFillTx/>
                <a:latin typeface="Gotham Book"/>
              </a:rPr>
              <a:t>Click to edit the outline text format</a:t>
            </a:r>
            <a:endParaRPr b="0" lang="en-US" sz="1800" strike="noStrike" u="none">
              <a:solidFill>
                <a:schemeClr val="dk1"/>
              </a:solidFill>
              <a:uFillTx/>
              <a:latin typeface="Gotham Book"/>
            </a:endParaRPr>
          </a:p>
          <a:p>
            <a:pPr lvl="1" marL="864000" indent="-324000">
              <a:lnSpc>
                <a:spcPct val="150000"/>
              </a:lnSpc>
              <a:spcBef>
                <a:spcPts val="1134"/>
              </a:spcBef>
              <a:buClr>
                <a:srgbClr val="000000"/>
              </a:buClr>
              <a:buSzPct val="75000"/>
              <a:buFont typeface="Symbol" charset="2"/>
              <a:buChar char=""/>
            </a:pPr>
            <a:r>
              <a:rPr b="0" lang="en-US" sz="1800" strike="noStrike" u="none">
                <a:solidFill>
                  <a:schemeClr val="dk1"/>
                </a:solidFill>
                <a:uFillTx/>
                <a:latin typeface="Gotham Book"/>
              </a:rPr>
              <a:t>Second Outline Level</a:t>
            </a:r>
            <a:endParaRPr b="0" lang="en-US" sz="1800" strike="noStrike" u="none">
              <a:solidFill>
                <a:schemeClr val="dk1"/>
              </a:solidFill>
              <a:uFillTx/>
              <a:latin typeface="Gotham Book"/>
            </a:endParaRPr>
          </a:p>
          <a:p>
            <a:pPr lvl="2" marL="1296000" indent="-288000">
              <a:lnSpc>
                <a:spcPct val="150000"/>
              </a:lnSpc>
              <a:spcBef>
                <a:spcPts val="850"/>
              </a:spcBef>
              <a:buClr>
                <a:srgbClr val="000000"/>
              </a:buClr>
              <a:buSzPct val="45000"/>
              <a:buFont typeface="Wingdings" charset="2"/>
              <a:buChar char=""/>
            </a:pPr>
            <a:r>
              <a:rPr b="0" lang="en-US" sz="1800" strike="noStrike" u="none">
                <a:solidFill>
                  <a:schemeClr val="dk1"/>
                </a:solidFill>
                <a:uFillTx/>
                <a:latin typeface="Gotham Book"/>
              </a:rPr>
              <a:t>Third Outline Level</a:t>
            </a:r>
            <a:endParaRPr b="0" lang="en-US" sz="1800" strike="noStrike" u="none">
              <a:solidFill>
                <a:schemeClr val="dk1"/>
              </a:solidFill>
              <a:uFillTx/>
              <a:latin typeface="Gotham Book"/>
            </a:endParaRPr>
          </a:p>
          <a:p>
            <a:pPr lvl="3" marL="1728000" indent="-216000">
              <a:lnSpc>
                <a:spcPct val="150000"/>
              </a:lnSpc>
              <a:spcBef>
                <a:spcPts val="567"/>
              </a:spcBef>
              <a:buClr>
                <a:srgbClr val="000000"/>
              </a:buClr>
              <a:buSzPct val="75000"/>
              <a:buFont typeface="Symbol" charset="2"/>
              <a:buChar char=""/>
            </a:pPr>
            <a:r>
              <a:rPr b="0" lang="en-US" sz="1800" strike="noStrike" u="none">
                <a:solidFill>
                  <a:schemeClr val="dk1"/>
                </a:solidFill>
                <a:uFillTx/>
                <a:latin typeface="Gotham Book"/>
              </a:rPr>
              <a:t>Fourth Outline Level</a:t>
            </a:r>
            <a:endParaRPr b="0" lang="en-US" sz="1800" strike="noStrike" u="none">
              <a:solidFill>
                <a:schemeClr val="dk1"/>
              </a:solidFill>
              <a:uFillTx/>
              <a:latin typeface="Gotham Book"/>
            </a:endParaRPr>
          </a:p>
          <a:p>
            <a:pPr lvl="4" marL="2160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Fifth Outline Level</a:t>
            </a:r>
            <a:endParaRPr b="0" lang="en-US" sz="1800" strike="noStrike" u="none">
              <a:solidFill>
                <a:schemeClr val="dk1"/>
              </a:solidFill>
              <a:uFillTx/>
              <a:latin typeface="Gotham Book"/>
            </a:endParaRPr>
          </a:p>
          <a:p>
            <a:pPr lvl="5" marL="2592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Sixth Outline Level</a:t>
            </a:r>
            <a:endParaRPr b="0" lang="en-US" sz="1800" strike="noStrike" u="none">
              <a:solidFill>
                <a:schemeClr val="dk1"/>
              </a:solidFill>
              <a:uFillTx/>
              <a:latin typeface="Gotham Book"/>
            </a:endParaRPr>
          </a:p>
          <a:p>
            <a:pPr lvl="6" marL="3024000" indent="-216000">
              <a:lnSpc>
                <a:spcPct val="150000"/>
              </a:lnSpc>
              <a:spcBef>
                <a:spcPts val="283"/>
              </a:spcBef>
              <a:buClr>
                <a:srgbClr val="000000"/>
              </a:buClr>
              <a:buSzPct val="45000"/>
              <a:buFont typeface="Wingdings" charset="2"/>
              <a:buChar char=""/>
            </a:pPr>
            <a:r>
              <a:rPr b="0" lang="en-US" sz="1800" strike="noStrike" u="none">
                <a:solidFill>
                  <a:schemeClr val="dk1"/>
                </a:solidFill>
                <a:uFillTx/>
                <a:latin typeface="Gotham Book"/>
              </a:rPr>
              <a:t>Seventh Outline Level</a:t>
            </a:r>
            <a:endParaRPr b="0" lang="en-US" sz="1800" strike="noStrike" u="none">
              <a:solidFill>
                <a:schemeClr val="dk1"/>
              </a:solidFill>
              <a:uFillTx/>
              <a:latin typeface="Gotham Book"/>
            </a:endParaRPr>
          </a:p>
        </p:txBody>
      </p:sp>
      <p:sp>
        <p:nvSpPr>
          <p:cNvPr id="154"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55"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A2495F99-8B92-4F55-94FE-6DD0192A2CCE}"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156" name="Straight Connector">
            <a:extLst>
              <a:ext uri="{C183D7F6-B498-43B3-948B-1728B52AA6E4}">
                <adec:decorative xmlns:adec="http://schemas.microsoft.com/office/drawing/2017/decorative" val="1"/>
              </a:ext>
            </a:extLst>
          </p:cNvPr>
          <p:cNvCxnSpPr/>
          <p:nvPr/>
        </p:nvCxnSpPr>
        <p:spPr>
          <a:xfrm>
            <a:off x="6666120" y="237456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7" name="PlaceHolder 1"/>
          <p:cNvSpPr>
            <a:spLocks noGrp="1"/>
          </p:cNvSpPr>
          <p:nvPr>
            <p:ph type="title"/>
          </p:nvPr>
        </p:nvSpPr>
        <p:spPr>
          <a:xfrm>
            <a:off x="4762440" y="723960"/>
            <a:ext cx="670536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58" name="PlaceHolder 2"/>
          <p:cNvSpPr>
            <a:spLocks noGrp="1"/>
          </p:cNvSpPr>
          <p:nvPr>
            <p:ph type="body"/>
          </p:nvPr>
        </p:nvSpPr>
        <p:spPr>
          <a:xfrm>
            <a:off x="4762440" y="2137680"/>
            <a:ext cx="670536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159" name="PlaceHolder 3"/>
          <p:cNvSpPr>
            <a:spLocks noGrp="1"/>
          </p:cNvSpPr>
          <p:nvPr>
            <p:ph type="body"/>
          </p:nvPr>
        </p:nvSpPr>
        <p:spPr>
          <a:xfrm>
            <a:off x="723960" y="723960"/>
            <a:ext cx="3466800" cy="54097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160"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61"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F00775A3-845F-40C5-9BCE-DC6129D31FCD}"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162" name="Straight Connector">
            <a:extLst>
              <a:ext uri="{C183D7F6-B498-43B3-948B-1728B52AA6E4}">
                <adec:decorative xmlns:adec="http://schemas.microsoft.com/office/drawing/2017/decorative" val="1"/>
              </a:ext>
            </a:extLst>
          </p:cNvPr>
          <p:cNvCxnSpPr/>
          <p:nvPr/>
        </p:nvCxnSpPr>
        <p:spPr>
          <a:xfrm flipV="1">
            <a:off x="4370040" y="723600"/>
            <a:ext cx="360" cy="5410800"/>
          </a:xfrm>
          <a:prstGeom prst="straightConnector1">
            <a:avLst/>
          </a:prstGeom>
          <a:ln w="50800">
            <a:solidFill>
              <a:srgbClr val="ffffff">
                <a:lumMod val="85000"/>
              </a:srgbClr>
            </a:solidFill>
          </a:ln>
        </p:spPr>
      </p:cxnSp>
      <p:cxnSp>
        <p:nvCxnSpPr>
          <p:cNvPr id="163" name="Straight Connector">
            <a:extLst>
              <a:ext uri="{C183D7F6-B498-43B3-948B-1728B52AA6E4}">
                <adec:decorative xmlns:adec="http://schemas.microsoft.com/office/drawing/2017/decorative" val="1"/>
              </a:ext>
            </a:extLst>
          </p:cNvPr>
          <p:cNvCxnSpPr/>
          <p:nvPr/>
        </p:nvCxnSpPr>
        <p:spPr>
          <a:xfrm>
            <a:off x="4762440" y="194364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Text Background">
            <a:extLst>
              <a:ext uri="{C183D7F6-B498-43B3-948B-1728B52AA6E4}">
                <adec:decorative xmlns:adec="http://schemas.microsoft.com/office/drawing/2017/decorative" val="1"/>
              </a:ext>
            </a:extLst>
          </p:cNvPr>
          <p:cNvSpPr/>
          <p:nvPr/>
        </p:nvSpPr>
        <p:spPr>
          <a:xfrm>
            <a:off x="8001000" y="723960"/>
            <a:ext cx="3466800" cy="5409720"/>
          </a:xfrm>
          <a:prstGeom prst="rect">
            <a:avLst/>
          </a:prstGeom>
          <a:solidFill>
            <a:schemeClr val="bg1"/>
          </a:solidFill>
          <a:ln w="19050">
            <a:solidFill>
              <a:srgbClr val="ffffff">
                <a:lumMod val="85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65" name="PlaceHolder 1"/>
          <p:cNvSpPr>
            <a:spLocks noGrp="1"/>
          </p:cNvSpPr>
          <p:nvPr>
            <p:ph type="title"/>
          </p:nvPr>
        </p:nvSpPr>
        <p:spPr>
          <a:xfrm>
            <a:off x="8381880" y="1104840"/>
            <a:ext cx="27428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66" name="PlaceHolder 2"/>
          <p:cNvSpPr>
            <a:spLocks noGrp="1"/>
          </p:cNvSpPr>
          <p:nvPr>
            <p:ph type="body"/>
          </p:nvPr>
        </p:nvSpPr>
        <p:spPr>
          <a:xfrm>
            <a:off x="8381880" y="2590200"/>
            <a:ext cx="274284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167" name="PlaceHolder 3"/>
          <p:cNvSpPr>
            <a:spLocks noGrp="1"/>
          </p:cNvSpPr>
          <p:nvPr>
            <p:ph type="body"/>
          </p:nvPr>
        </p:nvSpPr>
        <p:spPr>
          <a:xfrm>
            <a:off x="739800" y="723960"/>
            <a:ext cx="6933960" cy="54097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168"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69"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3AA3B7F4-9242-49AE-ACEE-34EAB872C8CA}"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170" name="Straight Connector">
            <a:extLst>
              <a:ext uri="{C183D7F6-B498-43B3-948B-1728B52AA6E4}">
                <adec:decorative xmlns:adec="http://schemas.microsoft.com/office/drawing/2017/decorative" val="1"/>
              </a:ext>
            </a:extLst>
          </p:cNvPr>
          <p:cNvCxnSpPr/>
          <p:nvPr/>
        </p:nvCxnSpPr>
        <p:spPr>
          <a:xfrm>
            <a:off x="8381880" y="237456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1" name="PlaceHolder 1"/>
          <p:cNvSpPr>
            <a:spLocks noGrp="1"/>
          </p:cNvSpPr>
          <p:nvPr>
            <p:ph type="title"/>
          </p:nvPr>
        </p:nvSpPr>
        <p:spPr>
          <a:xfrm>
            <a:off x="723960" y="723960"/>
            <a:ext cx="32000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172" name="PlaceHolder 2"/>
          <p:cNvSpPr>
            <a:spLocks noGrp="1"/>
          </p:cNvSpPr>
          <p:nvPr>
            <p:ph type="body"/>
          </p:nvPr>
        </p:nvSpPr>
        <p:spPr>
          <a:xfrm>
            <a:off x="723960" y="2137680"/>
            <a:ext cx="320004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173" name="PlaceHolder 3"/>
          <p:cNvSpPr>
            <a:spLocks noGrp="1"/>
          </p:cNvSpPr>
          <p:nvPr>
            <p:ph type="body"/>
          </p:nvPr>
        </p:nvSpPr>
        <p:spPr>
          <a:xfrm>
            <a:off x="4533840" y="723960"/>
            <a:ext cx="3085560" cy="540972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174" name="PlaceHolder 4"/>
          <p:cNvSpPr>
            <a:spLocks noGrp="1"/>
          </p:cNvSpPr>
          <p:nvPr>
            <p:ph type="body"/>
          </p:nvPr>
        </p:nvSpPr>
        <p:spPr>
          <a:xfrm>
            <a:off x="8001000" y="723960"/>
            <a:ext cx="3085560" cy="540972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175"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76"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29B962FB-287A-4114-9EB2-5F3D05F7B07E}"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177" name="Straight Connector">
            <a:extLst>
              <a:ext uri="{C183D7F6-B498-43B3-948B-1728B52AA6E4}">
                <adec:decorative xmlns:adec="http://schemas.microsoft.com/office/drawing/2017/decorative" val="1"/>
              </a:ext>
            </a:extLst>
          </p:cNvPr>
          <p:cNvCxnSpPr/>
          <p:nvPr/>
        </p:nvCxnSpPr>
        <p:spPr>
          <a:xfrm flipV="1">
            <a:off x="4370040" y="723600"/>
            <a:ext cx="360" cy="5410800"/>
          </a:xfrm>
          <a:prstGeom prst="straightConnector1">
            <a:avLst/>
          </a:prstGeom>
          <a:ln w="50800">
            <a:solidFill>
              <a:srgbClr val="ffffff">
                <a:lumMod val="85000"/>
              </a:srgbClr>
            </a:solidFill>
          </a:ln>
        </p:spPr>
      </p:cxnSp>
      <p:cxnSp>
        <p:nvCxnSpPr>
          <p:cNvPr id="178" name="Straight Connector">
            <a:extLst>
              <a:ext uri="{C183D7F6-B498-43B3-948B-1728B52AA6E4}">
                <adec:decorative xmlns:adec="http://schemas.microsoft.com/office/drawing/2017/decorative" val="1"/>
              </a:ext>
            </a:extLst>
          </p:cNvPr>
          <p:cNvCxnSpPr/>
          <p:nvPr/>
        </p:nvCxnSpPr>
        <p:spPr>
          <a:xfrm>
            <a:off x="723600" y="1943640"/>
            <a:ext cx="556920" cy="360"/>
          </a:xfrm>
          <a:prstGeom prst="straightConnector1">
            <a:avLst/>
          </a:prstGeom>
          <a:ln w="50800">
            <a:solidFill>
              <a:srgbClr val="f9c423"/>
            </a:solidFill>
          </a:ln>
        </p:spPr>
      </p:cxnSp>
      <p:sp>
        <p:nvSpPr>
          <p:cNvPr id="179"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80"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73D5CD6D-2B6B-4C76-9459-B80F668F46A7}"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181" name="Straight Connector">
            <a:extLst>
              <a:ext uri="{C183D7F6-B498-43B3-948B-1728B52AA6E4}">
                <adec:decorative xmlns:adec="http://schemas.microsoft.com/office/drawing/2017/decorative" val="1"/>
              </a:ext>
            </a:extLst>
          </p:cNvPr>
          <p:cNvCxnSpPr/>
          <p:nvPr/>
        </p:nvCxnSpPr>
        <p:spPr>
          <a:xfrm flipV="1">
            <a:off x="4370040" y="723600"/>
            <a:ext cx="360" cy="5410800"/>
          </a:xfrm>
          <a:prstGeom prst="straightConnector1">
            <a:avLst/>
          </a:prstGeom>
          <a:ln w="50800">
            <a:solidFill>
              <a:srgbClr val="ffffff">
                <a:lumMod val="85000"/>
              </a:srgbClr>
            </a:solidFill>
          </a:ln>
        </p:spPr>
      </p:cxnSp>
      <p:cxnSp>
        <p:nvCxnSpPr>
          <p:cNvPr id="182" name="Straight Connector">
            <a:extLst>
              <a:ext uri="{C183D7F6-B498-43B3-948B-1728B52AA6E4}">
                <adec:decorative xmlns:adec="http://schemas.microsoft.com/office/drawing/2017/decorative" val="1"/>
              </a:ext>
            </a:extLst>
          </p:cNvPr>
          <p:cNvCxnSpPr/>
          <p:nvPr/>
        </p:nvCxnSpPr>
        <p:spPr>
          <a:xfrm>
            <a:off x="723600" y="194364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13" r:id="rId2"/>
    <p:sldLayoutId id="2147483714" r:id="rId3"/>
    <p:sldLayoutId id="2147483715" r:id="rId4"/>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5" name="PlaceHolder 1"/>
          <p:cNvSpPr>
            <a:spLocks noGrp="1"/>
          </p:cNvSpPr>
          <p:nvPr>
            <p:ph type="title"/>
          </p:nvPr>
        </p:nvSpPr>
        <p:spPr>
          <a:xfrm>
            <a:off x="1104840" y="723960"/>
            <a:ext cx="308556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COLUMN TITLE</a:t>
            </a:r>
            <a:endParaRPr b="0" lang="en-US" sz="2400" strike="noStrike" u="none">
              <a:solidFill>
                <a:schemeClr val="dk1"/>
              </a:solidFill>
              <a:uFillTx/>
              <a:latin typeface="Calibri"/>
            </a:endParaRPr>
          </a:p>
        </p:txBody>
      </p:sp>
      <p:sp>
        <p:nvSpPr>
          <p:cNvPr id="186" name="PlaceHolder 2"/>
          <p:cNvSpPr>
            <a:spLocks noGrp="1"/>
          </p:cNvSpPr>
          <p:nvPr>
            <p:ph type="body"/>
          </p:nvPr>
        </p:nvSpPr>
        <p:spPr>
          <a:xfrm>
            <a:off x="1104840" y="2137680"/>
            <a:ext cx="308556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187" name="PlaceHolder 3"/>
          <p:cNvSpPr>
            <a:spLocks noGrp="1"/>
          </p:cNvSpPr>
          <p:nvPr>
            <p:ph type="body"/>
          </p:nvPr>
        </p:nvSpPr>
        <p:spPr>
          <a:xfrm>
            <a:off x="4533840" y="723960"/>
            <a:ext cx="3085920" cy="1104480"/>
          </a:xfrm>
          <a:prstGeom prst="rect">
            <a:avLst/>
          </a:prstGeom>
          <a:noFill/>
          <a:ln w="0">
            <a:noFill/>
          </a:ln>
        </p:spPr>
        <p:txBody>
          <a:bodyPr lIns="0" rIns="0" tIns="0" bIns="0" anchor="b">
            <a:noAutofit/>
          </a:bodyPr>
          <a:p>
            <a:pPr indent="0" defTabSz="914400">
              <a:lnSpc>
                <a:spcPct val="100000"/>
              </a:lnSpc>
              <a:spcBef>
                <a:spcPts val="1001"/>
              </a:spcBef>
              <a:buNone/>
              <a:tabLst>
                <a:tab algn="l" pos="0"/>
              </a:tabLst>
            </a:pPr>
            <a:r>
              <a:rPr b="1" lang="en-US" sz="2400" strike="noStrike" u="none">
                <a:solidFill>
                  <a:schemeClr val="dk1"/>
                </a:solidFill>
                <a:uFillTx/>
                <a:latin typeface="Gotham Black"/>
              </a:rPr>
              <a:t>CLICK TO EDIT COLUMN TITLE</a:t>
            </a:r>
            <a:endParaRPr b="0" lang="en-US" sz="2400" strike="noStrike" u="none">
              <a:solidFill>
                <a:schemeClr val="dk1"/>
              </a:solidFill>
              <a:uFillTx/>
              <a:latin typeface="Gotham Book"/>
            </a:endParaRPr>
          </a:p>
        </p:txBody>
      </p:sp>
      <p:sp>
        <p:nvSpPr>
          <p:cNvPr id="188" name="PlaceHolder 4"/>
          <p:cNvSpPr>
            <a:spLocks noGrp="1"/>
          </p:cNvSpPr>
          <p:nvPr>
            <p:ph type="body"/>
          </p:nvPr>
        </p:nvSpPr>
        <p:spPr>
          <a:xfrm>
            <a:off x="4533840" y="2137680"/>
            <a:ext cx="308556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189" name="PlaceHolder 5"/>
          <p:cNvSpPr>
            <a:spLocks noGrp="1"/>
          </p:cNvSpPr>
          <p:nvPr>
            <p:ph type="body"/>
          </p:nvPr>
        </p:nvSpPr>
        <p:spPr>
          <a:xfrm>
            <a:off x="8034840" y="723960"/>
            <a:ext cx="3085920" cy="1104480"/>
          </a:xfrm>
          <a:prstGeom prst="rect">
            <a:avLst/>
          </a:prstGeom>
          <a:noFill/>
          <a:ln w="0">
            <a:noFill/>
          </a:ln>
        </p:spPr>
        <p:txBody>
          <a:bodyPr lIns="0" rIns="0" tIns="0" bIns="0" anchor="b">
            <a:noAutofit/>
          </a:bodyPr>
          <a:p>
            <a:pPr indent="0" defTabSz="914400">
              <a:lnSpc>
                <a:spcPct val="100000"/>
              </a:lnSpc>
              <a:spcBef>
                <a:spcPts val="1001"/>
              </a:spcBef>
              <a:buNone/>
              <a:tabLst>
                <a:tab algn="l" pos="0"/>
              </a:tabLst>
            </a:pPr>
            <a:r>
              <a:rPr b="1" lang="en-US" sz="2400" strike="noStrike" u="none">
                <a:solidFill>
                  <a:schemeClr val="dk1"/>
                </a:solidFill>
                <a:uFillTx/>
                <a:latin typeface="Gotham Black"/>
              </a:rPr>
              <a:t>CLICK TO EDIT COLUMN TITLE</a:t>
            </a:r>
            <a:endParaRPr b="0" lang="en-US" sz="2400" strike="noStrike" u="none">
              <a:solidFill>
                <a:schemeClr val="dk1"/>
              </a:solidFill>
              <a:uFillTx/>
              <a:latin typeface="Gotham Book"/>
            </a:endParaRPr>
          </a:p>
        </p:txBody>
      </p:sp>
      <p:sp>
        <p:nvSpPr>
          <p:cNvPr id="190" name="PlaceHolder 6"/>
          <p:cNvSpPr>
            <a:spLocks noGrp="1"/>
          </p:cNvSpPr>
          <p:nvPr>
            <p:ph type="body"/>
          </p:nvPr>
        </p:nvSpPr>
        <p:spPr>
          <a:xfrm>
            <a:off x="8001000" y="2151720"/>
            <a:ext cx="308556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191"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92"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E840DF6A-C284-4AEF-9B18-98789B662D50}"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193" name="Straight Connector">
            <a:extLst>
              <a:ext uri="{C183D7F6-B498-43B3-948B-1728B52AA6E4}">
                <adec:decorative xmlns:adec="http://schemas.microsoft.com/office/drawing/2017/decorative" val="1"/>
              </a:ext>
            </a:extLst>
          </p:cNvPr>
          <p:cNvCxnSpPr/>
          <p:nvPr/>
        </p:nvCxnSpPr>
        <p:spPr>
          <a:xfrm flipV="1">
            <a:off x="4370040" y="723600"/>
            <a:ext cx="360" cy="5410800"/>
          </a:xfrm>
          <a:prstGeom prst="straightConnector1">
            <a:avLst/>
          </a:prstGeom>
          <a:ln w="50800">
            <a:solidFill>
              <a:srgbClr val="ffffff">
                <a:lumMod val="85000"/>
              </a:srgbClr>
            </a:solidFill>
          </a:ln>
        </p:spPr>
      </p:cxnSp>
      <p:cxnSp>
        <p:nvCxnSpPr>
          <p:cNvPr id="194" name="Straight Connector">
            <a:extLst>
              <a:ext uri="{C183D7F6-B498-43B3-948B-1728B52AA6E4}">
                <adec:decorative xmlns:adec="http://schemas.microsoft.com/office/drawing/2017/decorative" val="1"/>
              </a:ext>
            </a:extLst>
          </p:cNvPr>
          <p:cNvCxnSpPr/>
          <p:nvPr/>
        </p:nvCxnSpPr>
        <p:spPr>
          <a:xfrm flipV="1">
            <a:off x="7827120" y="723600"/>
            <a:ext cx="360" cy="5410800"/>
          </a:xfrm>
          <a:prstGeom prst="straightConnector1">
            <a:avLst/>
          </a:prstGeom>
          <a:ln w="50800">
            <a:solidFill>
              <a:srgbClr val="ffffff">
                <a:lumMod val="85000"/>
              </a:srgbClr>
            </a:solidFill>
          </a:ln>
        </p:spPr>
      </p:cxnSp>
      <p:cxnSp>
        <p:nvCxnSpPr>
          <p:cNvPr id="195" name="Straight Connector">
            <a:extLst>
              <a:ext uri="{C183D7F6-B498-43B3-948B-1728B52AA6E4}">
                <adec:decorative xmlns:adec="http://schemas.microsoft.com/office/drawing/2017/decorative" val="1"/>
              </a:ext>
            </a:extLst>
          </p:cNvPr>
          <p:cNvCxnSpPr/>
          <p:nvPr/>
        </p:nvCxnSpPr>
        <p:spPr>
          <a:xfrm>
            <a:off x="1104840" y="1943640"/>
            <a:ext cx="556560" cy="360"/>
          </a:xfrm>
          <a:prstGeom prst="straightConnector1">
            <a:avLst/>
          </a:prstGeom>
          <a:ln w="50800">
            <a:solidFill>
              <a:srgbClr val="f9c423"/>
            </a:solidFill>
          </a:ln>
        </p:spPr>
      </p:cxnSp>
      <p:cxnSp>
        <p:nvCxnSpPr>
          <p:cNvPr id="196" name="Straight Connector">
            <a:extLst>
              <a:ext uri="{C183D7F6-B498-43B3-948B-1728B52AA6E4}">
                <adec:decorative xmlns:adec="http://schemas.microsoft.com/office/drawing/2017/decorative" val="1"/>
              </a:ext>
            </a:extLst>
          </p:cNvPr>
          <p:cNvCxnSpPr/>
          <p:nvPr/>
        </p:nvCxnSpPr>
        <p:spPr>
          <a:xfrm>
            <a:off x="4533840" y="1943640"/>
            <a:ext cx="556560" cy="360"/>
          </a:xfrm>
          <a:prstGeom prst="straightConnector1">
            <a:avLst/>
          </a:prstGeom>
          <a:ln w="50800">
            <a:solidFill>
              <a:srgbClr val="f9c423"/>
            </a:solidFill>
          </a:ln>
        </p:spPr>
      </p:cxnSp>
      <p:cxnSp>
        <p:nvCxnSpPr>
          <p:cNvPr id="197" name="Straight Connector">
            <a:extLst>
              <a:ext uri="{C183D7F6-B498-43B3-948B-1728B52AA6E4}">
                <adec:decorative xmlns:adec="http://schemas.microsoft.com/office/drawing/2017/decorative" val="1"/>
              </a:ext>
            </a:extLst>
          </p:cNvPr>
          <p:cNvCxnSpPr/>
          <p:nvPr/>
        </p:nvCxnSpPr>
        <p:spPr>
          <a:xfrm>
            <a:off x="8034840" y="1943640"/>
            <a:ext cx="556560" cy="360"/>
          </a:xfrm>
          <a:prstGeom prst="straightConnector1">
            <a:avLst/>
          </a:prstGeom>
          <a:ln w="50800">
            <a:solidFill>
              <a:srgbClr val="f9c423"/>
            </a:solidFill>
          </a:ln>
        </p:spPr>
      </p:cxnSp>
      <p:sp>
        <p:nvSpPr>
          <p:cNvPr id="198"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199"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3D8A86C3-E005-4BB7-9934-479A25555691}"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00" name="Straight Connector">
            <a:extLst>
              <a:ext uri="{C183D7F6-B498-43B3-948B-1728B52AA6E4}">
                <adec:decorative xmlns:adec="http://schemas.microsoft.com/office/drawing/2017/decorative" val="1"/>
              </a:ext>
            </a:extLst>
          </p:cNvPr>
          <p:cNvCxnSpPr/>
          <p:nvPr/>
        </p:nvCxnSpPr>
        <p:spPr>
          <a:xfrm flipV="1">
            <a:off x="4370040" y="723600"/>
            <a:ext cx="360" cy="5410800"/>
          </a:xfrm>
          <a:prstGeom prst="straightConnector1">
            <a:avLst/>
          </a:prstGeom>
          <a:ln w="50800">
            <a:solidFill>
              <a:srgbClr val="ffffff">
                <a:lumMod val="85000"/>
              </a:srgbClr>
            </a:solidFill>
          </a:ln>
        </p:spPr>
      </p:cxnSp>
      <p:cxnSp>
        <p:nvCxnSpPr>
          <p:cNvPr id="201" name="Straight Connector">
            <a:extLst>
              <a:ext uri="{C183D7F6-B498-43B3-948B-1728B52AA6E4}">
                <adec:decorative xmlns:adec="http://schemas.microsoft.com/office/drawing/2017/decorative" val="1"/>
              </a:ext>
            </a:extLst>
          </p:cNvPr>
          <p:cNvCxnSpPr/>
          <p:nvPr/>
        </p:nvCxnSpPr>
        <p:spPr>
          <a:xfrm flipV="1">
            <a:off x="7827120" y="723600"/>
            <a:ext cx="360" cy="5410800"/>
          </a:xfrm>
          <a:prstGeom prst="straightConnector1">
            <a:avLst/>
          </a:prstGeom>
          <a:ln w="50800">
            <a:solidFill>
              <a:srgbClr val="ffffff">
                <a:lumMod val="85000"/>
              </a:srgbClr>
            </a:solidFill>
          </a:ln>
        </p:spPr>
      </p:cxnSp>
      <p:cxnSp>
        <p:nvCxnSpPr>
          <p:cNvPr id="202" name="Straight Connector">
            <a:extLst>
              <a:ext uri="{C183D7F6-B498-43B3-948B-1728B52AA6E4}">
                <adec:decorative xmlns:adec="http://schemas.microsoft.com/office/drawing/2017/decorative" val="1"/>
              </a:ext>
            </a:extLst>
          </p:cNvPr>
          <p:cNvCxnSpPr/>
          <p:nvPr/>
        </p:nvCxnSpPr>
        <p:spPr>
          <a:xfrm>
            <a:off x="1104840" y="1943640"/>
            <a:ext cx="556560" cy="360"/>
          </a:xfrm>
          <a:prstGeom prst="straightConnector1">
            <a:avLst/>
          </a:prstGeom>
          <a:ln w="50800">
            <a:solidFill>
              <a:srgbClr val="f9c423"/>
            </a:solidFill>
          </a:ln>
        </p:spPr>
      </p:cxnSp>
      <p:cxnSp>
        <p:nvCxnSpPr>
          <p:cNvPr id="203" name="Straight Connector">
            <a:extLst>
              <a:ext uri="{C183D7F6-B498-43B3-948B-1728B52AA6E4}">
                <adec:decorative xmlns:adec="http://schemas.microsoft.com/office/drawing/2017/decorative" val="1"/>
              </a:ext>
            </a:extLst>
          </p:cNvPr>
          <p:cNvCxnSpPr/>
          <p:nvPr/>
        </p:nvCxnSpPr>
        <p:spPr>
          <a:xfrm>
            <a:off x="4533840" y="1943640"/>
            <a:ext cx="556560" cy="360"/>
          </a:xfrm>
          <a:prstGeom prst="straightConnector1">
            <a:avLst/>
          </a:prstGeom>
          <a:ln w="50800">
            <a:solidFill>
              <a:srgbClr val="f9c423"/>
            </a:solidFill>
          </a:ln>
        </p:spPr>
      </p:cxnSp>
      <p:cxnSp>
        <p:nvCxnSpPr>
          <p:cNvPr id="204" name="Straight Connector">
            <a:extLst>
              <a:ext uri="{C183D7F6-B498-43B3-948B-1728B52AA6E4}">
                <adec:decorative xmlns:adec="http://schemas.microsoft.com/office/drawing/2017/decorative" val="1"/>
              </a:ext>
            </a:extLst>
          </p:cNvPr>
          <p:cNvCxnSpPr/>
          <p:nvPr/>
        </p:nvCxnSpPr>
        <p:spPr>
          <a:xfrm>
            <a:off x="8034840" y="194364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17"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5" name="PlaceHolder 1"/>
          <p:cNvSpPr>
            <a:spLocks noGrp="1"/>
          </p:cNvSpPr>
          <p:nvPr>
            <p:ph type="title"/>
          </p:nvPr>
        </p:nvSpPr>
        <p:spPr>
          <a:xfrm>
            <a:off x="1104840" y="723960"/>
            <a:ext cx="998172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206" name="PlaceHolder 2"/>
          <p:cNvSpPr>
            <a:spLocks noGrp="1"/>
          </p:cNvSpPr>
          <p:nvPr>
            <p:ph type="body"/>
          </p:nvPr>
        </p:nvSpPr>
        <p:spPr>
          <a:xfrm>
            <a:off x="1104840" y="2137680"/>
            <a:ext cx="3085560" cy="361512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207" name="PlaceHolder 3"/>
          <p:cNvSpPr>
            <a:spLocks noGrp="1"/>
          </p:cNvSpPr>
          <p:nvPr>
            <p:ph type="body"/>
          </p:nvPr>
        </p:nvSpPr>
        <p:spPr>
          <a:xfrm>
            <a:off x="4533840" y="2137680"/>
            <a:ext cx="3085560" cy="361512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208" name="PlaceHolder 4"/>
          <p:cNvSpPr>
            <a:spLocks noGrp="1"/>
          </p:cNvSpPr>
          <p:nvPr>
            <p:ph type="body"/>
          </p:nvPr>
        </p:nvSpPr>
        <p:spPr>
          <a:xfrm>
            <a:off x="8001000" y="2151720"/>
            <a:ext cx="3085560" cy="361512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209"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10"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19C84327-E251-4A1C-B532-7B2EAC9AD87E}"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11" name="Straight Connector">
            <a:extLst>
              <a:ext uri="{C183D7F6-B498-43B3-948B-1728B52AA6E4}">
                <adec:decorative xmlns:adec="http://schemas.microsoft.com/office/drawing/2017/decorative" val="1"/>
              </a:ext>
            </a:extLst>
          </p:cNvPr>
          <p:cNvCxnSpPr/>
          <p:nvPr/>
        </p:nvCxnSpPr>
        <p:spPr>
          <a:xfrm flipV="1">
            <a:off x="4370040" y="2137680"/>
            <a:ext cx="360" cy="3615480"/>
          </a:xfrm>
          <a:prstGeom prst="straightConnector1">
            <a:avLst/>
          </a:prstGeom>
          <a:ln w="50800">
            <a:solidFill>
              <a:srgbClr val="ffffff">
                <a:lumMod val="85000"/>
              </a:srgbClr>
            </a:solidFill>
          </a:ln>
        </p:spPr>
      </p:cxnSp>
      <p:cxnSp>
        <p:nvCxnSpPr>
          <p:cNvPr id="212" name="Straight Connector">
            <a:extLst>
              <a:ext uri="{C183D7F6-B498-43B3-948B-1728B52AA6E4}">
                <adec:decorative xmlns:adec="http://schemas.microsoft.com/office/drawing/2017/decorative" val="1"/>
              </a:ext>
            </a:extLst>
          </p:cNvPr>
          <p:cNvCxnSpPr/>
          <p:nvPr/>
        </p:nvCxnSpPr>
        <p:spPr>
          <a:xfrm flipV="1">
            <a:off x="7827120" y="2137680"/>
            <a:ext cx="360" cy="3615480"/>
          </a:xfrm>
          <a:prstGeom prst="straightConnector1">
            <a:avLst/>
          </a:prstGeom>
          <a:ln w="50800">
            <a:solidFill>
              <a:srgbClr val="ffffff">
                <a:lumMod val="85000"/>
              </a:srgbClr>
            </a:solidFill>
          </a:ln>
        </p:spPr>
      </p:cxnSp>
      <p:cxnSp>
        <p:nvCxnSpPr>
          <p:cNvPr id="213" name="Straight Connector">
            <a:extLst>
              <a:ext uri="{C183D7F6-B498-43B3-948B-1728B52AA6E4}">
                <adec:decorative xmlns:adec="http://schemas.microsoft.com/office/drawing/2017/decorative" val="1"/>
              </a:ext>
            </a:extLst>
          </p:cNvPr>
          <p:cNvCxnSpPr/>
          <p:nvPr/>
        </p:nvCxnSpPr>
        <p:spPr>
          <a:xfrm>
            <a:off x="1104840" y="1943640"/>
            <a:ext cx="556560" cy="360"/>
          </a:xfrm>
          <a:prstGeom prst="straightConnector1">
            <a:avLst/>
          </a:prstGeom>
          <a:ln w="50800">
            <a:solidFill>
              <a:srgbClr val="f9c423"/>
            </a:solidFill>
          </a:ln>
        </p:spPr>
      </p:cxnSp>
      <p:sp>
        <p:nvSpPr>
          <p:cNvPr id="214"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15"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631AD7CE-434E-4858-824A-B201DCE87D14}"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16" name="Straight Connector">
            <a:extLst>
              <a:ext uri="{C183D7F6-B498-43B3-948B-1728B52AA6E4}">
                <adec:decorative xmlns:adec="http://schemas.microsoft.com/office/drawing/2017/decorative" val="1"/>
              </a:ext>
            </a:extLst>
          </p:cNvPr>
          <p:cNvCxnSpPr/>
          <p:nvPr/>
        </p:nvCxnSpPr>
        <p:spPr>
          <a:xfrm flipV="1">
            <a:off x="4370040" y="2137680"/>
            <a:ext cx="360" cy="3615480"/>
          </a:xfrm>
          <a:prstGeom prst="straightConnector1">
            <a:avLst/>
          </a:prstGeom>
          <a:ln w="50800">
            <a:solidFill>
              <a:srgbClr val="ffffff">
                <a:lumMod val="85000"/>
              </a:srgbClr>
            </a:solidFill>
          </a:ln>
        </p:spPr>
      </p:cxnSp>
      <p:cxnSp>
        <p:nvCxnSpPr>
          <p:cNvPr id="217" name="Straight Connector">
            <a:extLst>
              <a:ext uri="{C183D7F6-B498-43B3-948B-1728B52AA6E4}">
                <adec:decorative xmlns:adec="http://schemas.microsoft.com/office/drawing/2017/decorative" val="1"/>
              </a:ext>
            </a:extLst>
          </p:cNvPr>
          <p:cNvCxnSpPr/>
          <p:nvPr/>
        </p:nvCxnSpPr>
        <p:spPr>
          <a:xfrm flipV="1">
            <a:off x="7827120" y="2137680"/>
            <a:ext cx="360" cy="3615480"/>
          </a:xfrm>
          <a:prstGeom prst="straightConnector1">
            <a:avLst/>
          </a:prstGeom>
          <a:ln w="50800">
            <a:solidFill>
              <a:srgbClr val="ffffff">
                <a:lumMod val="85000"/>
              </a:srgbClr>
            </a:solidFill>
          </a:ln>
        </p:spPr>
      </p:cxnSp>
      <p:cxnSp>
        <p:nvCxnSpPr>
          <p:cNvPr id="218" name="Straight Connector">
            <a:extLst>
              <a:ext uri="{C183D7F6-B498-43B3-948B-1728B52AA6E4}">
                <adec:decorative xmlns:adec="http://schemas.microsoft.com/office/drawing/2017/decorative" val="1"/>
              </a:ext>
            </a:extLst>
          </p:cNvPr>
          <p:cNvCxnSpPr/>
          <p:nvPr/>
        </p:nvCxnSpPr>
        <p:spPr>
          <a:xfrm>
            <a:off x="1104840" y="194364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19"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 name="PlaceHolder 1"/>
          <p:cNvSpPr>
            <a:spLocks noGrp="1"/>
          </p:cNvSpPr>
          <p:nvPr>
            <p:ph type="title"/>
          </p:nvPr>
        </p:nvSpPr>
        <p:spPr>
          <a:xfrm>
            <a:off x="1104840" y="723960"/>
            <a:ext cx="10743840" cy="7909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220" name="PlaceHolder 2"/>
          <p:cNvSpPr>
            <a:spLocks noGrp="1"/>
          </p:cNvSpPr>
          <p:nvPr>
            <p:ph type="body"/>
          </p:nvPr>
        </p:nvSpPr>
        <p:spPr>
          <a:xfrm>
            <a:off x="1104840" y="3200400"/>
            <a:ext cx="308592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21" name="PlaceHolder 3"/>
          <p:cNvSpPr>
            <a:spLocks noGrp="1"/>
          </p:cNvSpPr>
          <p:nvPr>
            <p:ph type="body"/>
          </p:nvPr>
        </p:nvSpPr>
        <p:spPr>
          <a:xfrm>
            <a:off x="110520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22" name="PlaceHolder 4"/>
          <p:cNvSpPr>
            <a:spLocks noGrp="1"/>
          </p:cNvSpPr>
          <p:nvPr>
            <p:ph type="body"/>
          </p:nvPr>
        </p:nvSpPr>
        <p:spPr>
          <a:xfrm>
            <a:off x="4533840" y="3200400"/>
            <a:ext cx="308592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23" name="PlaceHolder 5"/>
          <p:cNvSpPr>
            <a:spLocks noGrp="1"/>
          </p:cNvSpPr>
          <p:nvPr>
            <p:ph type="body"/>
          </p:nvPr>
        </p:nvSpPr>
        <p:spPr>
          <a:xfrm>
            <a:off x="453384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24" name="PlaceHolder 6"/>
          <p:cNvSpPr>
            <a:spLocks noGrp="1"/>
          </p:cNvSpPr>
          <p:nvPr>
            <p:ph type="body"/>
          </p:nvPr>
        </p:nvSpPr>
        <p:spPr>
          <a:xfrm>
            <a:off x="8001000" y="3200400"/>
            <a:ext cx="308592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25" name="PlaceHolder 7"/>
          <p:cNvSpPr>
            <a:spLocks noGrp="1"/>
          </p:cNvSpPr>
          <p:nvPr>
            <p:ph type="body"/>
          </p:nvPr>
        </p:nvSpPr>
        <p:spPr>
          <a:xfrm>
            <a:off x="800100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26"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27"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007FAD9A-E5F2-4C40-ACCA-C1DC4E6AA86E}"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28" name="Straight Connector">
            <a:extLst>
              <a:ext uri="{C183D7F6-B498-43B3-948B-1728B52AA6E4}">
                <adec:decorative xmlns:adec="http://schemas.microsoft.com/office/drawing/2017/decorative" val="1"/>
              </a:ext>
            </a:extLst>
          </p:cNvPr>
          <p:cNvCxnSpPr/>
          <p:nvPr/>
        </p:nvCxnSpPr>
        <p:spPr>
          <a:xfrm>
            <a:off x="1104840" y="1630080"/>
            <a:ext cx="556560" cy="360"/>
          </a:xfrm>
          <a:prstGeom prst="straightConnector1">
            <a:avLst/>
          </a:prstGeom>
          <a:ln w="50800">
            <a:solidFill>
              <a:srgbClr val="f9c423"/>
            </a:solidFill>
          </a:ln>
        </p:spPr>
      </p:cxnSp>
      <p:sp>
        <p:nvSpPr>
          <p:cNvPr id="229"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30"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CAD25D65-3A60-45AE-9BB5-30A6CD28DBD5}"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31" name="Straight Connector">
            <a:extLst>
              <a:ext uri="{C183D7F6-B498-43B3-948B-1728B52AA6E4}">
                <adec:decorative xmlns:adec="http://schemas.microsoft.com/office/drawing/2017/decorative" val="1"/>
              </a:ext>
            </a:extLst>
          </p:cNvPr>
          <p:cNvCxnSpPr/>
          <p:nvPr/>
        </p:nvCxnSpPr>
        <p:spPr>
          <a:xfrm>
            <a:off x="1104840" y="163008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21"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2" name="PlaceHolder 1"/>
          <p:cNvSpPr>
            <a:spLocks noGrp="1"/>
          </p:cNvSpPr>
          <p:nvPr>
            <p:ph type="title"/>
          </p:nvPr>
        </p:nvSpPr>
        <p:spPr>
          <a:xfrm>
            <a:off x="723960" y="723960"/>
            <a:ext cx="10743840" cy="7909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233" name="PlaceHolder 2"/>
          <p:cNvSpPr>
            <a:spLocks noGrp="1"/>
          </p:cNvSpPr>
          <p:nvPr>
            <p:ph type="body"/>
          </p:nvPr>
        </p:nvSpPr>
        <p:spPr>
          <a:xfrm>
            <a:off x="723960" y="3200400"/>
            <a:ext cx="237168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34" name="PlaceHolder 3"/>
          <p:cNvSpPr>
            <a:spLocks noGrp="1"/>
          </p:cNvSpPr>
          <p:nvPr>
            <p:ph type="body"/>
          </p:nvPr>
        </p:nvSpPr>
        <p:spPr>
          <a:xfrm>
            <a:off x="72396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35" name="PlaceHolder 4"/>
          <p:cNvSpPr>
            <a:spLocks noGrp="1"/>
          </p:cNvSpPr>
          <p:nvPr>
            <p:ph type="body"/>
          </p:nvPr>
        </p:nvSpPr>
        <p:spPr>
          <a:xfrm>
            <a:off x="3514680" y="3200400"/>
            <a:ext cx="237168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36" name="PlaceHolder 5"/>
          <p:cNvSpPr>
            <a:spLocks noGrp="1"/>
          </p:cNvSpPr>
          <p:nvPr>
            <p:ph type="body"/>
          </p:nvPr>
        </p:nvSpPr>
        <p:spPr>
          <a:xfrm>
            <a:off x="351468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37" name="PlaceHolder 6"/>
          <p:cNvSpPr>
            <a:spLocks noGrp="1"/>
          </p:cNvSpPr>
          <p:nvPr>
            <p:ph type="body"/>
          </p:nvPr>
        </p:nvSpPr>
        <p:spPr>
          <a:xfrm>
            <a:off x="6305400" y="3200400"/>
            <a:ext cx="237168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38" name="PlaceHolder 7"/>
          <p:cNvSpPr>
            <a:spLocks noGrp="1"/>
          </p:cNvSpPr>
          <p:nvPr>
            <p:ph type="body"/>
          </p:nvPr>
        </p:nvSpPr>
        <p:spPr>
          <a:xfrm>
            <a:off x="630504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39" name="PlaceHolder 8"/>
          <p:cNvSpPr>
            <a:spLocks noGrp="1"/>
          </p:cNvSpPr>
          <p:nvPr>
            <p:ph type="body"/>
          </p:nvPr>
        </p:nvSpPr>
        <p:spPr>
          <a:xfrm>
            <a:off x="9096120" y="3200400"/>
            <a:ext cx="237168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40" name="PlaceHolder 9"/>
          <p:cNvSpPr>
            <a:spLocks noGrp="1"/>
          </p:cNvSpPr>
          <p:nvPr>
            <p:ph type="body"/>
          </p:nvPr>
        </p:nvSpPr>
        <p:spPr>
          <a:xfrm>
            <a:off x="909576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41"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42"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DC5F6972-4361-479F-99ED-86AB55EA5208}"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43" name="Straight Connector">
            <a:extLst>
              <a:ext uri="{C183D7F6-B498-43B3-948B-1728B52AA6E4}">
                <adec:decorative xmlns:adec="http://schemas.microsoft.com/office/drawing/2017/decorative" val="1"/>
              </a:ext>
            </a:extLst>
          </p:cNvPr>
          <p:cNvCxnSpPr/>
          <p:nvPr/>
        </p:nvCxnSpPr>
        <p:spPr>
          <a:xfrm>
            <a:off x="723600" y="1630080"/>
            <a:ext cx="556920" cy="360"/>
          </a:xfrm>
          <a:prstGeom prst="straightConnector1">
            <a:avLst/>
          </a:prstGeom>
          <a:ln w="50800">
            <a:solidFill>
              <a:srgbClr val="f9c423"/>
            </a:solidFill>
          </a:ln>
        </p:spPr>
      </p:cxnSp>
      <p:sp>
        <p:nvSpPr>
          <p:cNvPr id="244"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45"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DBE3827E-58C4-4EA6-BD97-6D2ABBC00CAA}"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46" name="Straight Connector">
            <a:extLst>
              <a:ext uri="{C183D7F6-B498-43B3-948B-1728B52AA6E4}">
                <adec:decorative xmlns:adec="http://schemas.microsoft.com/office/drawing/2017/decorative" val="1"/>
              </a:ext>
            </a:extLst>
          </p:cNvPr>
          <p:cNvCxnSpPr/>
          <p:nvPr/>
        </p:nvCxnSpPr>
        <p:spPr>
          <a:xfrm>
            <a:off x="723600" y="163008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23"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7" name="PlaceHolder 1"/>
          <p:cNvSpPr>
            <a:spLocks noGrp="1"/>
          </p:cNvSpPr>
          <p:nvPr>
            <p:ph type="title"/>
          </p:nvPr>
        </p:nvSpPr>
        <p:spPr>
          <a:xfrm>
            <a:off x="723960" y="723960"/>
            <a:ext cx="10743840" cy="7909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248" name="PlaceHolder 2"/>
          <p:cNvSpPr>
            <a:spLocks noGrp="1"/>
          </p:cNvSpPr>
          <p:nvPr>
            <p:ph type="body"/>
          </p:nvPr>
        </p:nvSpPr>
        <p:spPr>
          <a:xfrm>
            <a:off x="723960" y="3200400"/>
            <a:ext cx="186660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49" name="PlaceHolder 3"/>
          <p:cNvSpPr>
            <a:spLocks noGrp="1"/>
          </p:cNvSpPr>
          <p:nvPr>
            <p:ph type="body"/>
          </p:nvPr>
        </p:nvSpPr>
        <p:spPr>
          <a:xfrm>
            <a:off x="72396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50" name="PlaceHolder 4"/>
          <p:cNvSpPr>
            <a:spLocks noGrp="1"/>
          </p:cNvSpPr>
          <p:nvPr>
            <p:ph type="body"/>
          </p:nvPr>
        </p:nvSpPr>
        <p:spPr>
          <a:xfrm>
            <a:off x="2943360" y="3200400"/>
            <a:ext cx="186660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51" name="PlaceHolder 5"/>
          <p:cNvSpPr>
            <a:spLocks noGrp="1"/>
          </p:cNvSpPr>
          <p:nvPr>
            <p:ph type="body"/>
          </p:nvPr>
        </p:nvSpPr>
        <p:spPr>
          <a:xfrm>
            <a:off x="294336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52" name="PlaceHolder 6"/>
          <p:cNvSpPr>
            <a:spLocks noGrp="1"/>
          </p:cNvSpPr>
          <p:nvPr>
            <p:ph type="body"/>
          </p:nvPr>
        </p:nvSpPr>
        <p:spPr>
          <a:xfrm>
            <a:off x="5162400" y="3200400"/>
            <a:ext cx="186660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53" name="PlaceHolder 7"/>
          <p:cNvSpPr>
            <a:spLocks noGrp="1"/>
          </p:cNvSpPr>
          <p:nvPr>
            <p:ph type="body"/>
          </p:nvPr>
        </p:nvSpPr>
        <p:spPr>
          <a:xfrm>
            <a:off x="516240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54" name="PlaceHolder 8"/>
          <p:cNvSpPr>
            <a:spLocks noGrp="1"/>
          </p:cNvSpPr>
          <p:nvPr>
            <p:ph type="body"/>
          </p:nvPr>
        </p:nvSpPr>
        <p:spPr>
          <a:xfrm>
            <a:off x="7381800" y="3200400"/>
            <a:ext cx="186660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55" name="PlaceHolder 9"/>
          <p:cNvSpPr>
            <a:spLocks noGrp="1"/>
          </p:cNvSpPr>
          <p:nvPr>
            <p:ph type="body"/>
          </p:nvPr>
        </p:nvSpPr>
        <p:spPr>
          <a:xfrm>
            <a:off x="7422480" y="186984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56" name="PlaceHolder 10"/>
          <p:cNvSpPr>
            <a:spLocks noGrp="1"/>
          </p:cNvSpPr>
          <p:nvPr>
            <p:ph type="body"/>
          </p:nvPr>
        </p:nvSpPr>
        <p:spPr>
          <a:xfrm>
            <a:off x="9601200" y="3200400"/>
            <a:ext cx="1866600" cy="2937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400" strike="noStrike" u="none">
                <a:solidFill>
                  <a:schemeClr val="dk1"/>
                </a:solidFill>
                <a:uFillTx/>
                <a:latin typeface="Gotham Book"/>
              </a:rPr>
              <a:t>Click to edit Master text styles</a:t>
            </a:r>
            <a:endParaRPr b="0" lang="en-US" sz="14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Second level</a:t>
            </a:r>
            <a:endParaRPr b="0" lang="en-US" sz="14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Third level</a:t>
            </a:r>
            <a:endParaRPr b="0" lang="en-US" sz="14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Fourth level</a:t>
            </a:r>
            <a:endParaRPr b="0" lang="en-US" sz="14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400" strike="noStrike" u="none">
                <a:solidFill>
                  <a:schemeClr val="dk1"/>
                </a:solidFill>
                <a:uFillTx/>
                <a:latin typeface="Gotham Book"/>
              </a:rPr>
              <a:t>Fifth level</a:t>
            </a:r>
            <a:endParaRPr b="0" lang="en-US" sz="1400" strike="noStrike" u="none">
              <a:solidFill>
                <a:schemeClr val="dk1"/>
              </a:solidFill>
              <a:uFillTx/>
              <a:latin typeface="Gotham Book"/>
            </a:endParaRPr>
          </a:p>
        </p:txBody>
      </p:sp>
      <p:sp>
        <p:nvSpPr>
          <p:cNvPr id="257" name="PlaceHolder 11"/>
          <p:cNvSpPr>
            <a:spLocks noGrp="1"/>
          </p:cNvSpPr>
          <p:nvPr>
            <p:ph type="body"/>
          </p:nvPr>
        </p:nvSpPr>
        <p:spPr>
          <a:xfrm>
            <a:off x="9641520" y="1845720"/>
            <a:ext cx="1156680" cy="11581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58"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59"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5ECE6E6D-4C0D-466D-A6D5-E71B708D226B}"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60" name="Straight Connector">
            <a:extLst>
              <a:ext uri="{C183D7F6-B498-43B3-948B-1728B52AA6E4}">
                <adec:decorative xmlns:adec="http://schemas.microsoft.com/office/drawing/2017/decorative" val="1"/>
              </a:ext>
            </a:extLst>
          </p:cNvPr>
          <p:cNvCxnSpPr/>
          <p:nvPr/>
        </p:nvCxnSpPr>
        <p:spPr>
          <a:xfrm>
            <a:off x="723600" y="1630080"/>
            <a:ext cx="556920" cy="360"/>
          </a:xfrm>
          <a:prstGeom prst="straightConnector1">
            <a:avLst/>
          </a:prstGeom>
          <a:ln w="50800">
            <a:solidFill>
              <a:srgbClr val="f9c423"/>
            </a:solidFill>
          </a:ln>
        </p:spPr>
      </p:cxnSp>
      <p:sp>
        <p:nvSpPr>
          <p:cNvPr id="261"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62"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1609F16C-8FA0-4873-B839-5D77603D9FB5}"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63" name="Straight Connector">
            <a:extLst>
              <a:ext uri="{C183D7F6-B498-43B3-948B-1728B52AA6E4}">
                <adec:decorative xmlns:adec="http://schemas.microsoft.com/office/drawing/2017/decorative" val="1"/>
              </a:ext>
            </a:extLst>
          </p:cNvPr>
          <p:cNvCxnSpPr/>
          <p:nvPr/>
        </p:nvCxnSpPr>
        <p:spPr>
          <a:xfrm>
            <a:off x="723600" y="163008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25"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4"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f9c42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i="1" lang="en-US" sz="1800" strike="noStrike" u="none">
              <a:solidFill>
                <a:schemeClr val="lt1"/>
              </a:solidFill>
              <a:uFillTx/>
              <a:latin typeface="Arial"/>
            </a:endParaRPr>
          </a:p>
        </p:txBody>
      </p:sp>
      <p:sp>
        <p:nvSpPr>
          <p:cNvPr id="265" name="PlaceHolder 1"/>
          <p:cNvSpPr>
            <a:spLocks noGrp="1"/>
          </p:cNvSpPr>
          <p:nvPr>
            <p:ph type="title"/>
          </p:nvPr>
        </p:nvSpPr>
        <p:spPr>
          <a:xfrm>
            <a:off x="1104840" y="2118600"/>
            <a:ext cx="9981720" cy="2387880"/>
          </a:xfrm>
          <a:prstGeom prst="rect">
            <a:avLst/>
          </a:prstGeom>
          <a:noFill/>
          <a:ln w="0">
            <a:noFill/>
          </a:ln>
        </p:spPr>
        <p:txBody>
          <a:bodyPr lIns="0" rIns="0" tIns="0" bIns="0" anchor="ctr">
            <a:noAutofit/>
          </a:bodyPr>
          <a:p>
            <a:pPr indent="0" defTabSz="914400">
              <a:lnSpc>
                <a:spcPct val="150000"/>
              </a:lnSpc>
              <a:buNone/>
            </a:pPr>
            <a:r>
              <a:rPr b="0" lang="en-US" sz="2400" strike="noStrike" u="none">
                <a:solidFill>
                  <a:schemeClr val="dk1"/>
                </a:solidFill>
                <a:uFillTx/>
                <a:latin typeface="Arial"/>
              </a:rPr>
              <a:t>Click to insert a quote. </a:t>
            </a:r>
            <a:br>
              <a:rPr sz="2400"/>
            </a:br>
            <a:r>
              <a:rPr b="0" lang="en-US" sz="2400" strike="noStrike" u="none">
                <a:solidFill>
                  <a:schemeClr val="dk1"/>
                </a:solidFill>
                <a:uFillTx/>
                <a:latin typeface="Arial"/>
              </a:rPr>
              <a:t>Font size, emphasis and highlights can be adjusted as needed.</a:t>
            </a:r>
            <a:endParaRPr b="0" lang="en-US" sz="2400" strike="noStrike" u="none">
              <a:solidFill>
                <a:schemeClr val="dk1"/>
              </a:solidFill>
              <a:uFillTx/>
              <a:latin typeface="Calibri"/>
            </a:endParaRPr>
          </a:p>
        </p:txBody>
      </p:sp>
      <p:cxnSp>
        <p:nvCxnSpPr>
          <p:cNvPr id="266" name="Straight Connector">
            <a:extLst>
              <a:ext uri="{C183D7F6-B498-43B3-948B-1728B52AA6E4}">
                <adec:decorative xmlns:adec="http://schemas.microsoft.com/office/drawing/2017/decorative" val="1"/>
              </a:ext>
            </a:extLst>
          </p:cNvPr>
          <p:cNvCxnSpPr/>
          <p:nvPr/>
        </p:nvCxnSpPr>
        <p:spPr>
          <a:xfrm>
            <a:off x="1104840" y="4753800"/>
            <a:ext cx="3086280" cy="360"/>
          </a:xfrm>
          <a:prstGeom prst="straightConnector1">
            <a:avLst/>
          </a:prstGeom>
          <a:ln w="50800">
            <a:solidFill>
              <a:srgbClr val="ffffff"/>
            </a:solidFill>
          </a:ln>
        </p:spPr>
      </p:cxnSp>
      <p:pic>
        <p:nvPicPr>
          <p:cNvPr id="267" name="Large Quotation Mark" descr="">
            <a:extLst>
              <a:ext uri="{C183D7F6-B498-43B3-948B-1728B52AA6E4}">
                <adec:decorative xmlns:adec="http://schemas.microsoft.com/office/drawing/2017/decorative" val="1"/>
              </a:ext>
            </a:extLst>
          </p:cNvPr>
          <p:cNvPicPr/>
          <p:nvPr/>
        </p:nvPicPr>
        <p:blipFill>
          <a:blip r:embed="rId2"/>
          <a:srcRect l="29775" t="19472" r="29638" b="47417"/>
          <a:stretch/>
        </p:blipFill>
        <p:spPr>
          <a:xfrm>
            <a:off x="790920" y="855000"/>
            <a:ext cx="1854720" cy="1815480"/>
          </a:xfrm>
          <a:prstGeom prst="rect">
            <a:avLst/>
          </a:prstGeom>
          <a:ln w="0">
            <a:noFill/>
          </a:ln>
        </p:spPr>
      </p:pic>
      <p:sp>
        <p:nvSpPr>
          <p:cNvPr id="268"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50000"/>
              </a:lnSpc>
              <a:spcBef>
                <a:spcPts val="1417"/>
              </a:spcBef>
              <a:buClr>
                <a:srgbClr val="000000"/>
              </a:buClr>
              <a:buSzPct val="45000"/>
              <a:buFont typeface="Wingdings" charset="2"/>
              <a:buChar char=""/>
            </a:pPr>
            <a:r>
              <a:rPr b="0" lang="en-US" sz="1800" strike="noStrike" u="none">
                <a:solidFill>
                  <a:schemeClr val="dk1"/>
                </a:solidFill>
                <a:uFillTx/>
                <a:latin typeface="Gotham Book"/>
              </a:rPr>
              <a:t>Click to edit the outline text format</a:t>
            </a:r>
            <a:endParaRPr b="0" lang="en-US" sz="1800" strike="noStrike" u="none">
              <a:solidFill>
                <a:schemeClr val="dk1"/>
              </a:solidFill>
              <a:uFillTx/>
              <a:latin typeface="Gotham Book"/>
            </a:endParaRPr>
          </a:p>
          <a:p>
            <a:pPr lvl="1" marL="864000" indent="-324000">
              <a:lnSpc>
                <a:spcPct val="150000"/>
              </a:lnSpc>
              <a:spcBef>
                <a:spcPts val="1134"/>
              </a:spcBef>
              <a:buClr>
                <a:srgbClr val="000000"/>
              </a:buClr>
              <a:buSzPct val="75000"/>
              <a:buFont typeface="Symbol" charset="2"/>
              <a:buChar char=""/>
            </a:pPr>
            <a:r>
              <a:rPr b="0" lang="en-US" sz="1800" strike="noStrike" u="none">
                <a:solidFill>
                  <a:schemeClr val="dk1"/>
                </a:solidFill>
                <a:uFillTx/>
                <a:latin typeface="Gotham Book"/>
              </a:rPr>
              <a:t>Second Outline Level</a:t>
            </a:r>
            <a:endParaRPr b="0" lang="en-US" sz="1800" strike="noStrike" u="none">
              <a:solidFill>
                <a:schemeClr val="dk1"/>
              </a:solidFill>
              <a:uFillTx/>
              <a:latin typeface="Gotham Book"/>
            </a:endParaRPr>
          </a:p>
          <a:p>
            <a:pPr lvl="2" marL="1296000" indent="-288000">
              <a:lnSpc>
                <a:spcPct val="150000"/>
              </a:lnSpc>
              <a:spcBef>
                <a:spcPts val="850"/>
              </a:spcBef>
              <a:buClr>
                <a:srgbClr val="000000"/>
              </a:buClr>
              <a:buSzPct val="45000"/>
              <a:buFont typeface="Wingdings" charset="2"/>
              <a:buChar char=""/>
            </a:pPr>
            <a:r>
              <a:rPr b="0" lang="en-US" sz="1800" strike="noStrike" u="none">
                <a:solidFill>
                  <a:schemeClr val="dk1"/>
                </a:solidFill>
                <a:uFillTx/>
                <a:latin typeface="Gotham Book"/>
              </a:rPr>
              <a:t>Third Outline Level</a:t>
            </a:r>
            <a:endParaRPr b="0" lang="en-US" sz="1800" strike="noStrike" u="none">
              <a:solidFill>
                <a:schemeClr val="dk1"/>
              </a:solidFill>
              <a:uFillTx/>
              <a:latin typeface="Gotham Book"/>
            </a:endParaRPr>
          </a:p>
          <a:p>
            <a:pPr lvl="3" marL="1728000" indent="-216000">
              <a:lnSpc>
                <a:spcPct val="150000"/>
              </a:lnSpc>
              <a:spcBef>
                <a:spcPts val="567"/>
              </a:spcBef>
              <a:buClr>
                <a:srgbClr val="000000"/>
              </a:buClr>
              <a:buSzPct val="75000"/>
              <a:buFont typeface="Symbol" charset="2"/>
              <a:buChar char=""/>
            </a:pPr>
            <a:r>
              <a:rPr b="0" lang="en-US" sz="1800" strike="noStrike" u="none">
                <a:solidFill>
                  <a:schemeClr val="dk1"/>
                </a:solidFill>
                <a:uFillTx/>
                <a:latin typeface="Gotham Book"/>
              </a:rPr>
              <a:t>Fourth Outline Level</a:t>
            </a:r>
            <a:endParaRPr b="0" lang="en-US" sz="1800" strike="noStrike" u="none">
              <a:solidFill>
                <a:schemeClr val="dk1"/>
              </a:solidFill>
              <a:uFillTx/>
              <a:latin typeface="Gotham Book"/>
            </a:endParaRPr>
          </a:p>
          <a:p>
            <a:pPr lvl="4" marL="2160000" indent="-216000">
              <a:lnSpc>
                <a:spcPct val="150000"/>
              </a:lnSpc>
              <a:spcBef>
                <a:spcPts val="283"/>
              </a:spcBef>
              <a:buClr>
                <a:srgbClr val="000000"/>
              </a:buClr>
              <a:buSzPct val="45000"/>
              <a:buFont typeface="Wingdings" charset="2"/>
              <a:buChar char=""/>
            </a:pPr>
            <a:r>
              <a:rPr b="0" lang="en-US" sz="2000" strike="noStrike" u="none">
                <a:solidFill>
                  <a:schemeClr val="dk1"/>
                </a:solidFill>
                <a:uFillTx/>
                <a:latin typeface="Gotham Book"/>
              </a:rPr>
              <a:t>Fifth Outline Level</a:t>
            </a:r>
            <a:endParaRPr b="0" lang="en-US" sz="2000" strike="noStrike" u="none">
              <a:solidFill>
                <a:schemeClr val="dk1"/>
              </a:solidFill>
              <a:uFillTx/>
              <a:latin typeface="Gotham Book"/>
            </a:endParaRPr>
          </a:p>
          <a:p>
            <a:pPr lvl="5" marL="2592000" indent="-216000">
              <a:lnSpc>
                <a:spcPct val="150000"/>
              </a:lnSpc>
              <a:spcBef>
                <a:spcPts val="283"/>
              </a:spcBef>
              <a:buClr>
                <a:srgbClr val="000000"/>
              </a:buClr>
              <a:buSzPct val="45000"/>
              <a:buFont typeface="Wingdings" charset="2"/>
              <a:buChar char=""/>
            </a:pPr>
            <a:r>
              <a:rPr b="0" lang="en-US" sz="2000" strike="noStrike" u="none">
                <a:solidFill>
                  <a:schemeClr val="dk1"/>
                </a:solidFill>
                <a:uFillTx/>
                <a:latin typeface="Gotham Book"/>
              </a:rPr>
              <a:t>Sixth Outline Level</a:t>
            </a:r>
            <a:endParaRPr b="0" lang="en-US" sz="2000" strike="noStrike" u="none">
              <a:solidFill>
                <a:schemeClr val="dk1"/>
              </a:solidFill>
              <a:uFillTx/>
              <a:latin typeface="Gotham Book"/>
            </a:endParaRPr>
          </a:p>
          <a:p>
            <a:pPr lvl="6" marL="3024000" indent="-216000">
              <a:lnSpc>
                <a:spcPct val="150000"/>
              </a:lnSpc>
              <a:spcBef>
                <a:spcPts val="283"/>
              </a:spcBef>
              <a:buClr>
                <a:srgbClr val="000000"/>
              </a:buClr>
              <a:buSzPct val="45000"/>
              <a:buFont typeface="Wingdings" charset="2"/>
              <a:buChar char=""/>
            </a:pPr>
            <a:r>
              <a:rPr b="0" lang="en-US" sz="2000" strike="noStrike" u="none">
                <a:solidFill>
                  <a:schemeClr val="dk1"/>
                </a:solidFill>
                <a:uFillTx/>
                <a:latin typeface="Gotham Book"/>
              </a:rPr>
              <a:t>Seventh Outline Level</a:t>
            </a:r>
            <a:endParaRPr b="0" lang="en-US" sz="2000" strike="noStrike" u="none">
              <a:solidFill>
                <a:schemeClr val="dk1"/>
              </a:solidFill>
              <a:uFillTx/>
              <a:latin typeface="Gotham Book"/>
            </a:endParaRPr>
          </a:p>
        </p:txBody>
      </p:sp>
    </p:spTree>
  </p:cSld>
  <p:clrMap bg1="lt1" tx1="dk1" bg2="lt2" tx2="dk2" accent1="accent1" accent2="accent2" accent3="accent3" accent4="accent4" accent5="accent5" accent6="accent6" hlink="hlink" folHlink="folHlink"/>
  <p:sldLayoutIdLst>
    <p:sldLayoutId id="2147483727" r:id="rId3"/>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9" name="PlaceHolder 1"/>
          <p:cNvSpPr>
            <a:spLocks noGrp="1"/>
          </p:cNvSpPr>
          <p:nvPr>
            <p:ph type="title"/>
          </p:nvPr>
        </p:nvSpPr>
        <p:spPr>
          <a:xfrm>
            <a:off x="723960" y="723960"/>
            <a:ext cx="107438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270" name="PlaceHolder 2"/>
          <p:cNvSpPr>
            <a:spLocks noGrp="1"/>
          </p:cNvSpPr>
          <p:nvPr>
            <p:ph type="body"/>
          </p:nvPr>
        </p:nvSpPr>
        <p:spPr>
          <a:xfrm>
            <a:off x="723960" y="2137680"/>
            <a:ext cx="10743840" cy="395784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271"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72"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B1238CAB-C283-42F8-A0E7-1A6D6B4B6536}"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73" name="Straight Connector">
            <a:extLst>
              <a:ext uri="{C183D7F6-B498-43B3-948B-1728B52AA6E4}">
                <adec:decorative xmlns:adec="http://schemas.microsoft.com/office/drawing/2017/decorative" val="1"/>
              </a:ext>
            </a:extLst>
          </p:cNvPr>
          <p:cNvCxnSpPr/>
          <p:nvPr/>
        </p:nvCxnSpPr>
        <p:spPr>
          <a:xfrm>
            <a:off x="723600" y="194364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29"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4" name="PlaceHolder 1"/>
          <p:cNvSpPr>
            <a:spLocks noGrp="1"/>
          </p:cNvSpPr>
          <p:nvPr>
            <p:ph type="title"/>
          </p:nvPr>
        </p:nvSpPr>
        <p:spPr>
          <a:xfrm>
            <a:off x="723960" y="723960"/>
            <a:ext cx="670536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275" name="PlaceHolder 2"/>
          <p:cNvSpPr>
            <a:spLocks noGrp="1"/>
          </p:cNvSpPr>
          <p:nvPr>
            <p:ph type="body"/>
          </p:nvPr>
        </p:nvSpPr>
        <p:spPr>
          <a:xfrm>
            <a:off x="723960" y="2137680"/>
            <a:ext cx="670536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276" name="PlaceHolder 3"/>
          <p:cNvSpPr>
            <a:spLocks noGrp="1"/>
          </p:cNvSpPr>
          <p:nvPr>
            <p:ph type="body"/>
          </p:nvPr>
        </p:nvSpPr>
        <p:spPr>
          <a:xfrm>
            <a:off x="8001000" y="723960"/>
            <a:ext cx="3466800" cy="54097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77"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78"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CA03EF59-AE52-4A6B-8703-7C7313B203E2}"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79" name="Straight Connector">
            <a:extLst>
              <a:ext uri="{C183D7F6-B498-43B3-948B-1728B52AA6E4}">
                <adec:decorative xmlns:adec="http://schemas.microsoft.com/office/drawing/2017/decorative" val="1"/>
              </a:ext>
            </a:extLst>
          </p:cNvPr>
          <p:cNvCxnSpPr/>
          <p:nvPr/>
        </p:nvCxnSpPr>
        <p:spPr>
          <a:xfrm flipV="1">
            <a:off x="7818480" y="723600"/>
            <a:ext cx="360" cy="5410800"/>
          </a:xfrm>
          <a:prstGeom prst="straightConnector1">
            <a:avLst/>
          </a:prstGeom>
          <a:ln w="50800">
            <a:solidFill>
              <a:srgbClr val="ffffff">
                <a:lumMod val="85000"/>
              </a:srgbClr>
            </a:solidFill>
          </a:ln>
        </p:spPr>
      </p:cxnSp>
      <p:cxnSp>
        <p:nvCxnSpPr>
          <p:cNvPr id="280" name="Straight Connector">
            <a:extLst>
              <a:ext uri="{C183D7F6-B498-43B3-948B-1728B52AA6E4}">
                <adec:decorative xmlns:adec="http://schemas.microsoft.com/office/drawing/2017/decorative" val="1"/>
              </a:ext>
            </a:extLst>
          </p:cNvPr>
          <p:cNvCxnSpPr/>
          <p:nvPr/>
        </p:nvCxnSpPr>
        <p:spPr>
          <a:xfrm>
            <a:off x="723600" y="1943640"/>
            <a:ext cx="556920" cy="360"/>
          </a:xfrm>
          <a:prstGeom prst="straightConnector1">
            <a:avLst/>
          </a:prstGeom>
          <a:ln w="50800">
            <a:solidFill>
              <a:srgbClr val="f9c423"/>
            </a:solidFill>
          </a:ln>
        </p:spPr>
      </p:cxnSp>
      <p:sp>
        <p:nvSpPr>
          <p:cNvPr id="281"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82"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C5B13FF0-18AF-483D-AD52-9783EF3E57F4}"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83" name="Straight Connector">
            <a:extLst>
              <a:ext uri="{C183D7F6-B498-43B3-948B-1728B52AA6E4}">
                <adec:decorative xmlns:adec="http://schemas.microsoft.com/office/drawing/2017/decorative" val="1"/>
              </a:ext>
            </a:extLst>
          </p:cNvPr>
          <p:cNvCxnSpPr/>
          <p:nvPr/>
        </p:nvCxnSpPr>
        <p:spPr>
          <a:xfrm flipV="1">
            <a:off x="7818480" y="723600"/>
            <a:ext cx="360" cy="5410800"/>
          </a:xfrm>
          <a:prstGeom prst="straightConnector1">
            <a:avLst/>
          </a:prstGeom>
          <a:ln w="50800">
            <a:solidFill>
              <a:srgbClr val="ffffff">
                <a:lumMod val="85000"/>
              </a:srgbClr>
            </a:solidFill>
          </a:ln>
        </p:spPr>
      </p:cxnSp>
      <p:cxnSp>
        <p:nvCxnSpPr>
          <p:cNvPr id="284" name="Straight Connector">
            <a:extLst>
              <a:ext uri="{C183D7F6-B498-43B3-948B-1728B52AA6E4}">
                <adec:decorative xmlns:adec="http://schemas.microsoft.com/office/drawing/2017/decorative" val="1"/>
              </a:ext>
            </a:extLst>
          </p:cNvPr>
          <p:cNvCxnSpPr/>
          <p:nvPr/>
        </p:nvCxnSpPr>
        <p:spPr>
          <a:xfrm>
            <a:off x="723600" y="194364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31"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5" name="PlaceHolder 1"/>
          <p:cNvSpPr>
            <a:spLocks noGrp="1"/>
          </p:cNvSpPr>
          <p:nvPr>
            <p:ph type="title"/>
          </p:nvPr>
        </p:nvSpPr>
        <p:spPr>
          <a:xfrm>
            <a:off x="8267760" y="723960"/>
            <a:ext cx="32000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286" name="PlaceHolder 2"/>
          <p:cNvSpPr>
            <a:spLocks noGrp="1"/>
          </p:cNvSpPr>
          <p:nvPr>
            <p:ph type="body"/>
          </p:nvPr>
        </p:nvSpPr>
        <p:spPr>
          <a:xfrm>
            <a:off x="8267760" y="2137680"/>
            <a:ext cx="320004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287" name="PlaceHolder 3"/>
          <p:cNvSpPr>
            <a:spLocks noGrp="1"/>
          </p:cNvSpPr>
          <p:nvPr>
            <p:ph type="body"/>
          </p:nvPr>
        </p:nvSpPr>
        <p:spPr>
          <a:xfrm>
            <a:off x="723960" y="723960"/>
            <a:ext cx="6895800" cy="54097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88"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89"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F74FC965-EDF3-47F5-83A4-79BEF3E0566F}"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90" name="Straight Connector">
            <a:extLst>
              <a:ext uri="{C183D7F6-B498-43B3-948B-1728B52AA6E4}">
                <adec:decorative xmlns:adec="http://schemas.microsoft.com/office/drawing/2017/decorative" val="1"/>
              </a:ext>
            </a:extLst>
          </p:cNvPr>
          <p:cNvCxnSpPr/>
          <p:nvPr/>
        </p:nvCxnSpPr>
        <p:spPr>
          <a:xfrm flipV="1">
            <a:off x="7818480" y="723600"/>
            <a:ext cx="360" cy="5410800"/>
          </a:xfrm>
          <a:prstGeom prst="straightConnector1">
            <a:avLst/>
          </a:prstGeom>
          <a:ln w="50800">
            <a:solidFill>
              <a:srgbClr val="ffffff">
                <a:lumMod val="85000"/>
              </a:srgbClr>
            </a:solidFill>
          </a:ln>
        </p:spPr>
      </p:cxnSp>
      <p:cxnSp>
        <p:nvCxnSpPr>
          <p:cNvPr id="291" name="Straight Connector">
            <a:extLst>
              <a:ext uri="{C183D7F6-B498-43B3-948B-1728B52AA6E4}">
                <adec:decorative xmlns:adec="http://schemas.microsoft.com/office/drawing/2017/decorative" val="1"/>
              </a:ext>
            </a:extLst>
          </p:cNvPr>
          <p:cNvCxnSpPr/>
          <p:nvPr/>
        </p:nvCxnSpPr>
        <p:spPr>
          <a:xfrm>
            <a:off x="8267400" y="194364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33" r:id="rId2"/>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2" name="PlaceHolder 1"/>
          <p:cNvSpPr>
            <a:spLocks noGrp="1"/>
          </p:cNvSpPr>
          <p:nvPr>
            <p:ph type="title"/>
          </p:nvPr>
        </p:nvSpPr>
        <p:spPr>
          <a:xfrm>
            <a:off x="723960" y="723960"/>
            <a:ext cx="32000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293" name="PlaceHolder 2"/>
          <p:cNvSpPr>
            <a:spLocks noGrp="1"/>
          </p:cNvSpPr>
          <p:nvPr>
            <p:ph type="body"/>
          </p:nvPr>
        </p:nvSpPr>
        <p:spPr>
          <a:xfrm>
            <a:off x="723960" y="2137680"/>
            <a:ext cx="320004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Click to edit Master text styles</a:t>
            </a:r>
            <a:endParaRPr b="0" lang="en-US" sz="18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Second level</a:t>
            </a:r>
            <a:endParaRPr b="0" lang="en-US" sz="18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Third level</a:t>
            </a:r>
            <a:endParaRPr b="0" lang="en-US" sz="18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Fourth level</a:t>
            </a:r>
            <a:endParaRPr b="0" lang="en-US" sz="18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800" strike="noStrike" u="none">
                <a:solidFill>
                  <a:schemeClr val="dk1"/>
                </a:solidFill>
                <a:uFillTx/>
                <a:latin typeface="Gotham Book"/>
              </a:rPr>
              <a:t>Fifth level</a:t>
            </a:r>
            <a:endParaRPr b="0" lang="en-US" sz="1800" strike="noStrike" u="none">
              <a:solidFill>
                <a:schemeClr val="dk1"/>
              </a:solidFill>
              <a:uFillTx/>
              <a:latin typeface="Gotham Book"/>
            </a:endParaRPr>
          </a:p>
        </p:txBody>
      </p:sp>
      <p:sp>
        <p:nvSpPr>
          <p:cNvPr id="294" name="PlaceHolder 3"/>
          <p:cNvSpPr>
            <a:spLocks noGrp="1"/>
          </p:cNvSpPr>
          <p:nvPr>
            <p:ph type="body"/>
          </p:nvPr>
        </p:nvSpPr>
        <p:spPr>
          <a:xfrm>
            <a:off x="4533840" y="723960"/>
            <a:ext cx="6933960" cy="54097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295"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296"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7EF791DD-487D-47EB-A1CE-87EB30AF2C0B}"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297" name="Straight Connector">
            <a:extLst>
              <a:ext uri="{C183D7F6-B498-43B3-948B-1728B52AA6E4}">
                <adec:decorative xmlns:adec="http://schemas.microsoft.com/office/drawing/2017/decorative" val="1"/>
              </a:ext>
            </a:extLst>
          </p:cNvPr>
          <p:cNvCxnSpPr/>
          <p:nvPr/>
        </p:nvCxnSpPr>
        <p:spPr>
          <a:xfrm flipV="1">
            <a:off x="4370040" y="723600"/>
            <a:ext cx="360" cy="5410800"/>
          </a:xfrm>
          <a:prstGeom prst="straightConnector1">
            <a:avLst/>
          </a:prstGeom>
          <a:ln w="50800">
            <a:solidFill>
              <a:srgbClr val="ffffff">
                <a:lumMod val="85000"/>
              </a:srgbClr>
            </a:solidFill>
          </a:ln>
        </p:spPr>
      </p:cxnSp>
      <p:cxnSp>
        <p:nvCxnSpPr>
          <p:cNvPr id="298" name="Straight Connector">
            <a:extLst>
              <a:ext uri="{C183D7F6-B498-43B3-948B-1728B52AA6E4}">
                <adec:decorative xmlns:adec="http://schemas.microsoft.com/office/drawing/2017/decorative" val="1"/>
              </a:ext>
            </a:extLst>
          </p:cNvPr>
          <p:cNvCxnSpPr/>
          <p:nvPr/>
        </p:nvCxnSpPr>
        <p:spPr>
          <a:xfrm>
            <a:off x="723600" y="1943640"/>
            <a:ext cx="55692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35" r:id="rId2"/>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9"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f9c42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00" name="Text Background">
            <a:extLst>
              <a:ext uri="{C183D7F6-B498-43B3-948B-1728B52AA6E4}">
                <adec:decorative xmlns:adec="http://schemas.microsoft.com/office/drawing/2017/decorative" val="1"/>
              </a:ext>
            </a:extLst>
          </p:cNvPr>
          <p:cNvSpPr/>
          <p:nvPr/>
        </p:nvSpPr>
        <p:spPr>
          <a:xfrm>
            <a:off x="723960" y="723960"/>
            <a:ext cx="3466800" cy="5409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01" name="PlaceHolder 1"/>
          <p:cNvSpPr>
            <a:spLocks noGrp="1"/>
          </p:cNvSpPr>
          <p:nvPr>
            <p:ph type="title"/>
          </p:nvPr>
        </p:nvSpPr>
        <p:spPr>
          <a:xfrm>
            <a:off x="1104840" y="1104840"/>
            <a:ext cx="27428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302" name="PlaceHolder 2"/>
          <p:cNvSpPr>
            <a:spLocks noGrp="1"/>
          </p:cNvSpPr>
          <p:nvPr>
            <p:ph type="body"/>
          </p:nvPr>
        </p:nvSpPr>
        <p:spPr>
          <a:xfrm>
            <a:off x="1104840" y="2590200"/>
            <a:ext cx="274284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303" name="PlaceHolder 3"/>
          <p:cNvSpPr>
            <a:spLocks noGrp="1"/>
          </p:cNvSpPr>
          <p:nvPr>
            <p:ph type="body"/>
          </p:nvPr>
        </p:nvSpPr>
        <p:spPr>
          <a:xfrm>
            <a:off x="4533840" y="723960"/>
            <a:ext cx="6933960" cy="54097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cxnSp>
        <p:nvCxnSpPr>
          <p:cNvPr id="304" name="Straight Connector">
            <a:extLst>
              <a:ext uri="{C183D7F6-B498-43B3-948B-1728B52AA6E4}">
                <adec:decorative xmlns:adec="http://schemas.microsoft.com/office/drawing/2017/decorative" val="1"/>
              </a:ext>
            </a:extLst>
          </p:cNvPr>
          <p:cNvCxnSpPr/>
          <p:nvPr/>
        </p:nvCxnSpPr>
        <p:spPr>
          <a:xfrm>
            <a:off x="1104840" y="237456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37" r:id="rId2"/>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5"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06" name="Text Background">
            <a:extLst>
              <a:ext uri="{C183D7F6-B498-43B3-948B-1728B52AA6E4}">
                <adec:decorative xmlns:adec="http://schemas.microsoft.com/office/drawing/2017/decorative" val="1"/>
              </a:ext>
            </a:extLst>
          </p:cNvPr>
          <p:cNvSpPr/>
          <p:nvPr/>
        </p:nvSpPr>
        <p:spPr>
          <a:xfrm>
            <a:off x="723960" y="723960"/>
            <a:ext cx="3466800" cy="5409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07" name="PlaceHolder 1"/>
          <p:cNvSpPr>
            <a:spLocks noGrp="1"/>
          </p:cNvSpPr>
          <p:nvPr>
            <p:ph type="title"/>
          </p:nvPr>
        </p:nvSpPr>
        <p:spPr>
          <a:xfrm>
            <a:off x="1104840" y="1104840"/>
            <a:ext cx="27428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308" name="PlaceHolder 2"/>
          <p:cNvSpPr>
            <a:spLocks noGrp="1"/>
          </p:cNvSpPr>
          <p:nvPr>
            <p:ph type="body"/>
          </p:nvPr>
        </p:nvSpPr>
        <p:spPr>
          <a:xfrm>
            <a:off x="1104840" y="2590200"/>
            <a:ext cx="274284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309" name="PlaceHolder 3"/>
          <p:cNvSpPr>
            <a:spLocks noGrp="1"/>
          </p:cNvSpPr>
          <p:nvPr>
            <p:ph type="body"/>
          </p:nvPr>
        </p:nvSpPr>
        <p:spPr>
          <a:xfrm>
            <a:off x="4533840" y="723960"/>
            <a:ext cx="6933960" cy="54097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cxnSp>
        <p:nvCxnSpPr>
          <p:cNvPr id="310" name="Straight Connector">
            <a:extLst>
              <a:ext uri="{C183D7F6-B498-43B3-948B-1728B52AA6E4}">
                <adec:decorative xmlns:adec="http://schemas.microsoft.com/office/drawing/2017/decorative" val="1"/>
              </a:ext>
            </a:extLst>
          </p:cNvPr>
          <p:cNvCxnSpPr/>
          <p:nvPr/>
        </p:nvCxnSpPr>
        <p:spPr>
          <a:xfrm>
            <a:off x="1104840" y="237456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39" r:id="rId2"/>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1" name="Text Background">
            <a:extLst>
              <a:ext uri="{C183D7F6-B498-43B3-948B-1728B52AA6E4}">
                <adec:decorative xmlns:adec="http://schemas.microsoft.com/office/drawing/2017/decorative" val="1"/>
              </a:ext>
            </a:extLst>
          </p:cNvPr>
          <p:cNvSpPr/>
          <p:nvPr/>
        </p:nvSpPr>
        <p:spPr>
          <a:xfrm>
            <a:off x="723960" y="723960"/>
            <a:ext cx="3466800" cy="5409720"/>
          </a:xfrm>
          <a:prstGeom prst="rect">
            <a:avLst/>
          </a:prstGeom>
          <a:solidFill>
            <a:schemeClr val="bg1"/>
          </a:solidFill>
          <a:ln w="19050">
            <a:solidFill>
              <a:srgbClr val="ffffff">
                <a:lumMod val="85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12" name="PlaceHolder 1"/>
          <p:cNvSpPr>
            <a:spLocks noGrp="1"/>
          </p:cNvSpPr>
          <p:nvPr>
            <p:ph type="title"/>
          </p:nvPr>
        </p:nvSpPr>
        <p:spPr>
          <a:xfrm>
            <a:off x="1104840" y="1104840"/>
            <a:ext cx="27428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313" name="PlaceHolder 2"/>
          <p:cNvSpPr>
            <a:spLocks noGrp="1"/>
          </p:cNvSpPr>
          <p:nvPr>
            <p:ph type="body"/>
          </p:nvPr>
        </p:nvSpPr>
        <p:spPr>
          <a:xfrm>
            <a:off x="1104840" y="2590200"/>
            <a:ext cx="274284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314" name="PlaceHolder 3"/>
          <p:cNvSpPr>
            <a:spLocks noGrp="1"/>
          </p:cNvSpPr>
          <p:nvPr>
            <p:ph type="body"/>
          </p:nvPr>
        </p:nvSpPr>
        <p:spPr>
          <a:xfrm>
            <a:off x="4533840" y="723960"/>
            <a:ext cx="6933960" cy="54097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sp>
        <p:nvSpPr>
          <p:cNvPr id="315" name="Footer">
            <a:extLst>
              <a:ext uri="{C183D7F6-B498-43B3-948B-1728B52AA6E4}">
                <adec:decorative xmlns:adec="http://schemas.microsoft.com/office/drawing/2017/decorative" val="1"/>
              </a:ext>
            </a:extLst>
          </p:cNvPr>
          <p:cNvSpPr/>
          <p:nvPr/>
        </p:nvSpPr>
        <p:spPr>
          <a:xfrm>
            <a:off x="723960" y="6432480"/>
            <a:ext cx="2052360" cy="15300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US" sz="1000" strike="noStrike" u="none">
                <a:solidFill>
                  <a:schemeClr val="lt2">
                    <a:lumMod val="50000"/>
                  </a:schemeClr>
                </a:solidFill>
                <a:uFillTx/>
                <a:latin typeface="Gotham Book"/>
                <a:ea typeface="Verdana"/>
              </a:rPr>
              <a:t>University of Central Florida</a:t>
            </a:r>
            <a:endParaRPr b="0" lang="en-US" sz="1000" strike="noStrike" u="none">
              <a:solidFill>
                <a:srgbClr val="000000"/>
              </a:solidFill>
              <a:uFillTx/>
              <a:latin typeface="Arial"/>
            </a:endParaRPr>
          </a:p>
        </p:txBody>
      </p:sp>
      <p:sp>
        <p:nvSpPr>
          <p:cNvPr id="316" name="Page Number"/>
          <p:cNvSpPr/>
          <p:nvPr/>
        </p:nvSpPr>
        <p:spPr>
          <a:xfrm>
            <a:off x="9415440" y="6432480"/>
            <a:ext cx="2052360" cy="1717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000" strike="noStrike" u="none">
                <a:solidFill>
                  <a:schemeClr val="lt2">
                    <a:lumMod val="50000"/>
                  </a:schemeClr>
                </a:solidFill>
                <a:uFillTx/>
                <a:latin typeface="Gotham Book"/>
                <a:ea typeface="Verdana"/>
              </a:rPr>
              <a:t>Page </a:t>
            </a:r>
            <a:fld id="{DF4D1620-6E2A-4FE4-A7FD-11BFABB4E1E6}" type="slidenum">
              <a:rPr b="0" lang="en-US" sz="1000" strike="noStrike" u="none">
                <a:solidFill>
                  <a:schemeClr val="lt2">
                    <a:lumMod val="50000"/>
                  </a:schemeClr>
                </a:solidFill>
                <a:uFillTx/>
                <a:latin typeface="Gotham Book"/>
                <a:ea typeface="Verdana"/>
              </a:rPr>
              <a:t>&lt;number&gt;</a:t>
            </a:fld>
            <a:endParaRPr b="0" lang="en-US" sz="1000" strike="noStrike" u="none">
              <a:solidFill>
                <a:srgbClr val="000000"/>
              </a:solidFill>
              <a:uFillTx/>
              <a:latin typeface="Arial"/>
            </a:endParaRPr>
          </a:p>
        </p:txBody>
      </p:sp>
      <p:cxnSp>
        <p:nvCxnSpPr>
          <p:cNvPr id="317" name="Straight Connector">
            <a:extLst>
              <a:ext uri="{C183D7F6-B498-43B3-948B-1728B52AA6E4}">
                <adec:decorative xmlns:adec="http://schemas.microsoft.com/office/drawing/2017/decorative" val="1"/>
              </a:ext>
            </a:extLst>
          </p:cNvPr>
          <p:cNvCxnSpPr/>
          <p:nvPr/>
        </p:nvCxnSpPr>
        <p:spPr>
          <a:xfrm>
            <a:off x="1104840" y="237456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41" r:id="rId2"/>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8"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f9c42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19" name="Text Background">
            <a:extLst>
              <a:ext uri="{C183D7F6-B498-43B3-948B-1728B52AA6E4}">
                <adec:decorative xmlns:adec="http://schemas.microsoft.com/office/drawing/2017/decorative" val="1"/>
              </a:ext>
            </a:extLst>
          </p:cNvPr>
          <p:cNvSpPr/>
          <p:nvPr/>
        </p:nvSpPr>
        <p:spPr>
          <a:xfrm>
            <a:off x="8001000" y="723960"/>
            <a:ext cx="3466800" cy="5409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20" name="PlaceHolder 1"/>
          <p:cNvSpPr>
            <a:spLocks noGrp="1"/>
          </p:cNvSpPr>
          <p:nvPr>
            <p:ph type="title"/>
          </p:nvPr>
        </p:nvSpPr>
        <p:spPr>
          <a:xfrm>
            <a:off x="8381880" y="1104840"/>
            <a:ext cx="27428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321" name="PlaceHolder 2"/>
          <p:cNvSpPr>
            <a:spLocks noGrp="1"/>
          </p:cNvSpPr>
          <p:nvPr>
            <p:ph type="body"/>
          </p:nvPr>
        </p:nvSpPr>
        <p:spPr>
          <a:xfrm>
            <a:off x="8381880" y="2590200"/>
            <a:ext cx="274284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322" name="PlaceHolder 3"/>
          <p:cNvSpPr>
            <a:spLocks noGrp="1"/>
          </p:cNvSpPr>
          <p:nvPr>
            <p:ph type="body"/>
          </p:nvPr>
        </p:nvSpPr>
        <p:spPr>
          <a:xfrm>
            <a:off x="723960" y="723960"/>
            <a:ext cx="6933960" cy="54097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cxnSp>
        <p:nvCxnSpPr>
          <p:cNvPr id="323" name="Straight Connector">
            <a:extLst>
              <a:ext uri="{C183D7F6-B498-43B3-948B-1728B52AA6E4}">
                <adec:decorative xmlns:adec="http://schemas.microsoft.com/office/drawing/2017/decorative" val="1"/>
              </a:ext>
            </a:extLst>
          </p:cNvPr>
          <p:cNvCxnSpPr/>
          <p:nvPr/>
        </p:nvCxnSpPr>
        <p:spPr>
          <a:xfrm>
            <a:off x="8381880" y="237456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43"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4" name="Background">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25" name="Text Background">
            <a:extLst>
              <a:ext uri="{C183D7F6-B498-43B3-948B-1728B52AA6E4}">
                <adec:decorative xmlns:adec="http://schemas.microsoft.com/office/drawing/2017/decorative" val="1"/>
              </a:ext>
            </a:extLst>
          </p:cNvPr>
          <p:cNvSpPr/>
          <p:nvPr/>
        </p:nvSpPr>
        <p:spPr>
          <a:xfrm>
            <a:off x="8001000" y="723960"/>
            <a:ext cx="3466800" cy="5409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26" name="PlaceHolder 1"/>
          <p:cNvSpPr>
            <a:spLocks noGrp="1"/>
          </p:cNvSpPr>
          <p:nvPr>
            <p:ph type="title"/>
          </p:nvPr>
        </p:nvSpPr>
        <p:spPr>
          <a:xfrm>
            <a:off x="8381880" y="1104840"/>
            <a:ext cx="274284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CLICK TO EDIT SLIDE TITLE</a:t>
            </a:r>
            <a:endParaRPr b="0" lang="en-US" sz="2400" strike="noStrike" u="none">
              <a:solidFill>
                <a:schemeClr val="dk1"/>
              </a:solidFill>
              <a:uFillTx/>
              <a:latin typeface="Calibri"/>
            </a:endParaRPr>
          </a:p>
        </p:txBody>
      </p:sp>
      <p:sp>
        <p:nvSpPr>
          <p:cNvPr id="327" name="PlaceHolder 2"/>
          <p:cNvSpPr>
            <a:spLocks noGrp="1"/>
          </p:cNvSpPr>
          <p:nvPr>
            <p:ph type="body"/>
          </p:nvPr>
        </p:nvSpPr>
        <p:spPr>
          <a:xfrm>
            <a:off x="8381880" y="2590200"/>
            <a:ext cx="2742840" cy="31626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600" strike="noStrike" u="none">
                <a:solidFill>
                  <a:schemeClr val="dk1"/>
                </a:solidFill>
                <a:uFillTx/>
                <a:latin typeface="Gotham Book"/>
              </a:rPr>
              <a:t>Click to edit Master text styles</a:t>
            </a:r>
            <a:endParaRPr b="0" lang="en-US" sz="1600" strike="noStrike" u="none">
              <a:solidFill>
                <a:schemeClr val="dk1"/>
              </a:solidFill>
              <a:uFillTx/>
              <a:latin typeface="Gotham Book"/>
            </a:endParaRPr>
          </a:p>
          <a:p>
            <a:pPr lvl="1" marL="6858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Second level</a:t>
            </a:r>
            <a:endParaRPr b="0" lang="en-US" sz="1600" strike="noStrike" u="none">
              <a:solidFill>
                <a:schemeClr val="dk1"/>
              </a:solidFill>
              <a:uFillTx/>
              <a:latin typeface="Gotham Book"/>
            </a:endParaRPr>
          </a:p>
          <a:p>
            <a:pPr lvl="2" marL="11430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Third level</a:t>
            </a:r>
            <a:endParaRPr b="0" lang="en-US" sz="1600" strike="noStrike" u="none">
              <a:solidFill>
                <a:schemeClr val="dk1"/>
              </a:solidFill>
              <a:uFillTx/>
              <a:latin typeface="Gotham Book"/>
            </a:endParaRPr>
          </a:p>
          <a:p>
            <a:pPr lvl="3" marL="16002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Fourth level</a:t>
            </a:r>
            <a:endParaRPr b="0" lang="en-US" sz="1600" strike="noStrike" u="none">
              <a:solidFill>
                <a:schemeClr val="dk1"/>
              </a:solidFill>
              <a:uFillTx/>
              <a:latin typeface="Gotham Book"/>
            </a:endParaRPr>
          </a:p>
          <a:p>
            <a:pPr lvl="4" marL="2057400" indent="-228600" defTabSz="914400">
              <a:lnSpc>
                <a:spcPct val="150000"/>
              </a:lnSpc>
              <a:spcBef>
                <a:spcPts val="499"/>
              </a:spcBef>
              <a:spcAft>
                <a:spcPts val="1001"/>
              </a:spcAft>
              <a:buClr>
                <a:srgbClr val="000000"/>
              </a:buClr>
              <a:buFont typeface="Arial"/>
              <a:buChar char="•"/>
            </a:pPr>
            <a:r>
              <a:rPr b="0" lang="en-US" sz="1600" strike="noStrike" u="none">
                <a:solidFill>
                  <a:schemeClr val="dk1"/>
                </a:solidFill>
                <a:uFillTx/>
                <a:latin typeface="Gotham Book"/>
              </a:rPr>
              <a:t>Fifth level</a:t>
            </a:r>
            <a:endParaRPr b="0" lang="en-US" sz="1600" strike="noStrike" u="none">
              <a:solidFill>
                <a:schemeClr val="dk1"/>
              </a:solidFill>
              <a:uFillTx/>
              <a:latin typeface="Gotham Book"/>
            </a:endParaRPr>
          </a:p>
        </p:txBody>
      </p:sp>
      <p:sp>
        <p:nvSpPr>
          <p:cNvPr id="328" name="PlaceHolder 3"/>
          <p:cNvSpPr>
            <a:spLocks noGrp="1"/>
          </p:cNvSpPr>
          <p:nvPr>
            <p:ph type="body"/>
          </p:nvPr>
        </p:nvSpPr>
        <p:spPr>
          <a:xfrm>
            <a:off x="723960" y="723960"/>
            <a:ext cx="6933960" cy="5409720"/>
          </a:xfrm>
          <a:prstGeom prst="rect">
            <a:avLst/>
          </a:prstGeom>
          <a:solidFill>
            <a:schemeClr val="lt1">
              <a:lumMod val="95000"/>
            </a:schemeClr>
          </a:solidFill>
          <a:ln w="0">
            <a:noFill/>
          </a:ln>
        </p:spPr>
        <p:txBody>
          <a:bodyPr lIns="90000" rIns="90000" tIns="45000" bIns="45000" anchor="t">
            <a:noAutofit/>
          </a:bodyPr>
          <a:p>
            <a:pPr indent="0" defTabSz="914400">
              <a:lnSpc>
                <a:spcPct val="100000"/>
              </a:lnSpc>
              <a:buNone/>
            </a:pPr>
            <a:r>
              <a:rPr b="0" lang="en-US" sz="1800" strike="noStrike" u="none">
                <a:solidFill>
                  <a:schemeClr val="dk1"/>
                </a:solidFill>
                <a:uFillTx/>
                <a:latin typeface="Calibri"/>
              </a:rPr>
              <a:t>Click icon to add picture</a:t>
            </a:r>
            <a:endParaRPr b="0" lang="en-US" sz="1800" strike="noStrike" u="none">
              <a:solidFill>
                <a:schemeClr val="dk1"/>
              </a:solidFill>
              <a:uFillTx/>
              <a:latin typeface="Gotham Book"/>
            </a:endParaRPr>
          </a:p>
        </p:txBody>
      </p:sp>
      <p:cxnSp>
        <p:nvCxnSpPr>
          <p:cNvPr id="329" name="Straight Connector">
            <a:extLst>
              <a:ext uri="{C183D7F6-B498-43B3-948B-1728B52AA6E4}">
                <adec:decorative xmlns:adec="http://schemas.microsoft.com/office/drawing/2017/decorative" val="1"/>
              </a:ext>
            </a:extLst>
          </p:cNvPr>
          <p:cNvCxnSpPr/>
          <p:nvPr/>
        </p:nvCxnSpPr>
        <p:spPr>
          <a:xfrm>
            <a:off x="8381880" y="2374560"/>
            <a:ext cx="556560" cy="360"/>
          </a:xfrm>
          <a:prstGeom prst="straightConnector1">
            <a:avLst/>
          </a:prstGeom>
          <a:ln w="50800">
            <a:solidFill>
              <a:srgbClr val="f9c423"/>
            </a:solidFill>
          </a:ln>
        </p:spPr>
      </p:cxnSp>
    </p:spTree>
  </p:cSld>
  <p:clrMap bg1="lt1" tx1="dk1" bg2="lt2" tx2="dk2" accent1="accent1" accent2="accent2" accent3="accent3" accent4="accent4" accent5="accent5" accent6="accent6" hlink="hlink" folHlink="folHlink"/>
  <p:sldLayoutIdLst>
    <p:sldLayoutId id="214748374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4.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4.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4.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4.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4.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1104840" y="1122480"/>
            <a:ext cx="9981720" cy="2387160"/>
          </a:xfrm>
          <a:prstGeom prst="rect">
            <a:avLst/>
          </a:prstGeom>
          <a:noFill/>
          <a:ln w="0">
            <a:noFill/>
          </a:ln>
        </p:spPr>
        <p:txBody>
          <a:bodyPr lIns="0" rIns="0" tIns="0" bIns="0" anchor="b">
            <a:normAutofit/>
          </a:bodyPr>
          <a:p>
            <a:pPr indent="0" algn="ctr" defTabSz="914400">
              <a:lnSpc>
                <a:spcPct val="100000"/>
              </a:lnSpc>
              <a:buNone/>
            </a:pPr>
            <a:r>
              <a:rPr b="0" lang="en-US" sz="4400" strike="noStrike" u="none">
                <a:solidFill>
                  <a:schemeClr val="dk1"/>
                </a:solidFill>
                <a:uFillTx/>
                <a:latin typeface="Gotham Black"/>
              </a:rPr>
              <a:t>Exceptions and Interrupts</a:t>
            </a:r>
            <a:endParaRPr b="0" lang="en-US" sz="4400" strike="noStrike" u="none">
              <a:solidFill>
                <a:schemeClr val="dk1"/>
              </a:solidFill>
              <a:uFillTx/>
              <a:latin typeface="Calibri"/>
            </a:endParaRPr>
          </a:p>
        </p:txBody>
      </p:sp>
      <p:sp>
        <p:nvSpPr>
          <p:cNvPr id="337" name="PlaceHolder 2"/>
          <p:cNvSpPr>
            <a:spLocks noGrp="1"/>
          </p:cNvSpPr>
          <p:nvPr>
            <p:ph type="subTitle"/>
          </p:nvPr>
        </p:nvSpPr>
        <p:spPr>
          <a:xfrm>
            <a:off x="1104840" y="4020840"/>
            <a:ext cx="9981720" cy="1731960"/>
          </a:xfrm>
          <a:prstGeom prst="rect">
            <a:avLst/>
          </a:prstGeom>
          <a:noFill/>
          <a:ln w="0">
            <a:noFill/>
          </a:ln>
        </p:spPr>
        <p:txBody>
          <a:bodyPr lIns="0" rIns="0" tIns="0" bIns="0" anchor="t">
            <a:normAutofit/>
          </a:bodyPr>
          <a:p>
            <a:pPr indent="0" algn="ctr" defTabSz="914400">
              <a:lnSpc>
                <a:spcPct val="150000"/>
              </a:lnSpc>
              <a:spcAft>
                <a:spcPts val="1001"/>
              </a:spcAft>
              <a:buNone/>
              <a:tabLst>
                <a:tab algn="l" pos="0"/>
              </a:tabLst>
            </a:pPr>
            <a:r>
              <a:rPr b="0" lang="en-US" sz="2400" strike="noStrike" u="none">
                <a:solidFill>
                  <a:schemeClr val="dk1"/>
                </a:solidFill>
                <a:uFillTx/>
                <a:latin typeface="Gotham Book"/>
              </a:rPr>
              <a:t>For CDA 3103C</a:t>
            </a:r>
            <a:endParaRPr b="0" lang="en-US" sz="2400" strike="noStrike" u="none">
              <a:solidFill>
                <a:srgbClr val="000000"/>
              </a:solidFill>
              <a:uFillTx/>
              <a:latin typeface="Arial"/>
            </a:endParaRPr>
          </a:p>
          <a:p>
            <a:pPr indent="0" algn="ctr" defTabSz="914400">
              <a:lnSpc>
                <a:spcPct val="150000"/>
              </a:lnSpc>
              <a:spcAft>
                <a:spcPts val="1001"/>
              </a:spcAft>
              <a:buNone/>
              <a:tabLst>
                <a:tab algn="l" pos="0"/>
              </a:tabLst>
            </a:pPr>
            <a:r>
              <a:rPr b="0" lang="en-US" sz="2400" strike="noStrike" u="none">
                <a:solidFill>
                  <a:schemeClr val="dk1"/>
                </a:solidFill>
                <a:uFillTx/>
                <a:latin typeface="Gotham Book"/>
              </a:rPr>
              <a:t>Lecturer: Dr. John Aedo</a:t>
            </a:r>
            <a:endParaRPr b="0" lang="en-US" sz="2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7959600" y="723960"/>
            <a:ext cx="3508200" cy="366840"/>
          </a:xfrm>
          <a:prstGeom prst="rect">
            <a:avLst/>
          </a:prstGeom>
          <a:noFill/>
          <a:ln w="0">
            <a:noFill/>
          </a:ln>
        </p:spPr>
        <p:txBody>
          <a:bodyPr lIns="0" rIns="0" tIns="0" bIns="0" anchor="b">
            <a:noAutofit/>
          </a:bodyPr>
          <a:p>
            <a:pPr indent="0" algn="ctr" defTabSz="914400">
              <a:lnSpc>
                <a:spcPct val="100000"/>
              </a:lnSpc>
              <a:buNone/>
            </a:pPr>
            <a:r>
              <a:rPr b="1" lang="en-US" sz="2400" strike="noStrike" u="none">
                <a:solidFill>
                  <a:schemeClr val="dk1"/>
                </a:solidFill>
                <a:uFillTx/>
                <a:latin typeface="Gotham Black"/>
              </a:rPr>
              <a:t>VM/0</a:t>
            </a:r>
            <a:endParaRPr b="0" lang="en-US" sz="2400" strike="noStrike" u="none">
              <a:solidFill>
                <a:schemeClr val="dk1"/>
              </a:solidFill>
              <a:uFillTx/>
              <a:latin typeface="Calibri"/>
            </a:endParaRPr>
          </a:p>
        </p:txBody>
      </p:sp>
      <p:sp>
        <p:nvSpPr>
          <p:cNvPr id="339" name="PlaceHolder 2"/>
          <p:cNvSpPr>
            <a:spLocks noGrp="1"/>
          </p:cNvSpPr>
          <p:nvPr>
            <p:ph/>
          </p:nvPr>
        </p:nvSpPr>
        <p:spPr>
          <a:xfrm>
            <a:off x="7959600" y="1181160"/>
            <a:ext cx="3508200" cy="5409720"/>
          </a:xfrm>
          <a:prstGeom prst="rect">
            <a:avLst/>
          </a:prstGeom>
          <a:noFill/>
          <a:ln w="0">
            <a:noFill/>
          </a:ln>
        </p:spPr>
        <p:txBody>
          <a:bodyPr lIns="0" rIns="0" tIns="0" bIns="0" anchor="t">
            <a:noAutofit/>
          </a:bodyPr>
          <a:p>
            <a:pPr marL="343080" indent="-343080" defTabSz="914400">
              <a:lnSpc>
                <a:spcPct val="100000"/>
              </a:lnSpc>
              <a:spcBef>
                <a:spcPts val="1001"/>
              </a:spcBef>
              <a:spcAft>
                <a:spcPts val="1001"/>
              </a:spcAft>
              <a:buClr>
                <a:srgbClr val="000000"/>
              </a:buClr>
              <a:buFont typeface="Calibri Light"/>
              <a:buAutoNum type="arabicPeriod"/>
            </a:pPr>
            <a:r>
              <a:rPr b="0" lang="en-US" sz="1800" strike="noStrike" u="none">
                <a:solidFill>
                  <a:schemeClr val="dk1"/>
                </a:solidFill>
                <a:uFillTx/>
                <a:latin typeface="Gotham Book"/>
              </a:rPr>
              <a:t>Load the address of the next instruction into the MAR</a:t>
            </a:r>
            <a:endParaRPr b="0" lang="en-US" sz="1800" strike="noStrike" u="none">
              <a:solidFill>
                <a:schemeClr val="dk1"/>
              </a:solidFill>
              <a:uFillTx/>
              <a:latin typeface="Gotham Book"/>
            </a:endParaRPr>
          </a:p>
          <a:p>
            <a:pPr marL="343080" indent="-343080" defTabSz="914400">
              <a:lnSpc>
                <a:spcPct val="100000"/>
              </a:lnSpc>
              <a:spcBef>
                <a:spcPts val="1001"/>
              </a:spcBef>
              <a:spcAft>
                <a:spcPts val="1001"/>
              </a:spcAft>
              <a:buClr>
                <a:srgbClr val="000000"/>
              </a:buClr>
              <a:buFont typeface="Calibri Light"/>
              <a:buAutoNum type="arabicPeriod"/>
            </a:pPr>
            <a:r>
              <a:rPr b="0" lang="en-US" sz="1800" strike="noStrike" u="none">
                <a:solidFill>
                  <a:schemeClr val="dk1"/>
                </a:solidFill>
                <a:uFillTx/>
                <a:latin typeface="Gotham Book"/>
              </a:rPr>
              <a:t>Increment the Program Counter</a:t>
            </a:r>
            <a:endParaRPr b="0" lang="en-US" sz="1800" strike="noStrike" u="none">
              <a:solidFill>
                <a:schemeClr val="dk1"/>
              </a:solidFill>
              <a:uFillTx/>
              <a:latin typeface="Gotham Book"/>
            </a:endParaRPr>
          </a:p>
          <a:p>
            <a:pPr marL="343080" indent="-343080" defTabSz="914400">
              <a:lnSpc>
                <a:spcPct val="100000"/>
              </a:lnSpc>
              <a:spcBef>
                <a:spcPts val="1001"/>
              </a:spcBef>
              <a:spcAft>
                <a:spcPts val="1001"/>
              </a:spcAft>
              <a:buClr>
                <a:srgbClr val="000000"/>
              </a:buClr>
              <a:buFont typeface="Calibri Light"/>
              <a:buAutoNum type="arabicPeriod"/>
            </a:pPr>
            <a:r>
              <a:rPr b="0" lang="en-US" sz="1800" strike="noStrike" u="none">
                <a:solidFill>
                  <a:schemeClr val="dk1"/>
                </a:solidFill>
                <a:uFillTx/>
                <a:latin typeface="Gotham Book"/>
              </a:rPr>
              <a:t>Load the instruction into the MDR</a:t>
            </a:r>
            <a:endParaRPr b="0" lang="en-US" sz="1800" strike="noStrike" u="none">
              <a:solidFill>
                <a:schemeClr val="dk1"/>
              </a:solidFill>
              <a:uFillTx/>
              <a:latin typeface="Gotham Book"/>
            </a:endParaRPr>
          </a:p>
          <a:p>
            <a:pPr marL="343080" indent="-343080" defTabSz="914400">
              <a:lnSpc>
                <a:spcPct val="100000"/>
              </a:lnSpc>
              <a:spcBef>
                <a:spcPts val="1001"/>
              </a:spcBef>
              <a:spcAft>
                <a:spcPts val="1001"/>
              </a:spcAft>
              <a:buClr>
                <a:srgbClr val="000000"/>
              </a:buClr>
              <a:buFont typeface="Calibri Light"/>
              <a:buAutoNum type="arabicPeriod"/>
            </a:pPr>
            <a:r>
              <a:rPr b="0" lang="en-US" sz="1800" strike="noStrike" u="none">
                <a:solidFill>
                  <a:schemeClr val="dk1"/>
                </a:solidFill>
                <a:uFillTx/>
                <a:latin typeface="Gotham Book"/>
              </a:rPr>
              <a:t>Load the instruction into the Instruction register</a:t>
            </a:r>
            <a:endParaRPr b="0" lang="en-US" sz="1800" strike="noStrike" u="none">
              <a:solidFill>
                <a:schemeClr val="dk1"/>
              </a:solidFill>
              <a:uFillTx/>
              <a:latin typeface="Gotham Book"/>
            </a:endParaRPr>
          </a:p>
          <a:p>
            <a:pPr marL="343080" indent="-343080" defTabSz="914400">
              <a:lnSpc>
                <a:spcPct val="100000"/>
              </a:lnSpc>
              <a:spcBef>
                <a:spcPts val="1001"/>
              </a:spcBef>
              <a:spcAft>
                <a:spcPts val="1001"/>
              </a:spcAft>
              <a:buClr>
                <a:srgbClr val="000000"/>
              </a:buClr>
              <a:buFont typeface="Calibri Light"/>
              <a:buAutoNum type="arabicPeriod"/>
            </a:pPr>
            <a:r>
              <a:rPr b="0" lang="en-US" sz="1800" strike="noStrike" u="none">
                <a:solidFill>
                  <a:schemeClr val="dk1"/>
                </a:solidFill>
                <a:uFillTx/>
                <a:latin typeface="Gotham Book"/>
              </a:rPr>
              <a:t>Decode the Instruction</a:t>
            </a:r>
            <a:endParaRPr b="0" lang="en-US" sz="1800" strike="noStrike" u="none">
              <a:solidFill>
                <a:schemeClr val="dk1"/>
              </a:solidFill>
              <a:uFillTx/>
              <a:latin typeface="Gotham Book"/>
            </a:endParaRPr>
          </a:p>
          <a:p>
            <a:pPr marL="343080" indent="-343080" defTabSz="914400">
              <a:lnSpc>
                <a:spcPct val="100000"/>
              </a:lnSpc>
              <a:spcBef>
                <a:spcPts val="1001"/>
              </a:spcBef>
              <a:spcAft>
                <a:spcPts val="1001"/>
              </a:spcAft>
              <a:buClr>
                <a:srgbClr val="000000"/>
              </a:buClr>
              <a:buFont typeface="Calibri Light"/>
              <a:buAutoNum type="arabicPeriod"/>
            </a:pPr>
            <a:r>
              <a:rPr b="0" lang="en-US" sz="1800" strike="noStrike" u="none">
                <a:solidFill>
                  <a:schemeClr val="dk1"/>
                </a:solidFill>
                <a:uFillTx/>
                <a:latin typeface="Gotham Book"/>
              </a:rPr>
              <a:t>Execute</a:t>
            </a:r>
            <a:endParaRPr b="0" lang="en-US" sz="1800" strike="noStrike" u="none">
              <a:solidFill>
                <a:schemeClr val="dk1"/>
              </a:solidFill>
              <a:uFillTx/>
              <a:latin typeface="Gotham Book"/>
            </a:endParaRPr>
          </a:p>
          <a:p>
            <a:pPr marL="343080" indent="-343080" defTabSz="914400">
              <a:lnSpc>
                <a:spcPct val="100000"/>
              </a:lnSpc>
              <a:spcBef>
                <a:spcPts val="1001"/>
              </a:spcBef>
              <a:spcAft>
                <a:spcPts val="1001"/>
              </a:spcAft>
              <a:buClr>
                <a:srgbClr val="000000"/>
              </a:buClr>
              <a:buFont typeface="Calibri Light"/>
              <a:buAutoNum type="arabicPeriod"/>
            </a:pPr>
            <a:r>
              <a:rPr b="0" lang="en-US" sz="1800" strike="noStrike" u="none">
                <a:solidFill>
                  <a:schemeClr val="dk1"/>
                </a:solidFill>
                <a:uFillTx/>
                <a:latin typeface="Gotham Book"/>
              </a:rPr>
              <a:t>Repeat</a:t>
            </a:r>
            <a:endParaRPr b="0" lang="en-US" sz="1800" strike="noStrike" u="none">
              <a:solidFill>
                <a:schemeClr val="dk1"/>
              </a:solidFill>
              <a:uFillTx/>
              <a:latin typeface="Gotham Book"/>
            </a:endParaRPr>
          </a:p>
        </p:txBody>
      </p:sp>
      <p:pic>
        <p:nvPicPr>
          <p:cNvPr id="340" name="Picture Placeholder 11" descr="A picture containing text, diagram, plan, technical drawing"/>
          <p:cNvPicPr/>
          <p:nvPr/>
        </p:nvPicPr>
        <p:blipFill>
          <a:blip r:embed="rId1"/>
          <a:stretch/>
        </p:blipFill>
        <p:spPr>
          <a:xfrm>
            <a:off x="0" y="723960"/>
            <a:ext cx="7563600" cy="56394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p:nvPr>
        </p:nvSpPr>
        <p:spPr>
          <a:xfrm>
            <a:off x="8021880" y="1611000"/>
            <a:ext cx="3445920" cy="3857760"/>
          </a:xfrm>
          <a:prstGeom prst="rect">
            <a:avLst/>
          </a:prstGeom>
          <a:noFill/>
          <a:ln w="0">
            <a:noFill/>
          </a:ln>
        </p:spPr>
        <p:txBody>
          <a:bodyPr lIns="0" rIns="0" tIns="0" bIns="0" anchor="t">
            <a:noAutofit/>
          </a:bodyPr>
          <a:p>
            <a:pPr indent="0" defTabSz="914400">
              <a:lnSpc>
                <a:spcPct val="100000"/>
              </a:lnSpc>
              <a:spcBef>
                <a:spcPts val="1001"/>
              </a:spcBef>
              <a:spcAft>
                <a:spcPts val="1001"/>
              </a:spcAft>
              <a:buNone/>
              <a:tabLst>
                <a:tab algn="l" pos="0"/>
              </a:tabLst>
            </a:pPr>
            <a:r>
              <a:rPr b="0" lang="en-US" sz="1800" strike="noStrike" u="none">
                <a:solidFill>
                  <a:schemeClr val="dk1"/>
                </a:solidFill>
                <a:uFillTx/>
                <a:latin typeface="Gotham Book"/>
              </a:rPr>
              <a:t>We add two new hardware components:</a:t>
            </a:r>
            <a:endParaRPr b="0" lang="en-US" sz="1800" strike="noStrike" u="none">
              <a:solidFill>
                <a:schemeClr val="dk1"/>
              </a:solidFill>
              <a:uFillTx/>
              <a:latin typeface="Gotham Book"/>
            </a:endParaRPr>
          </a:p>
          <a:p>
            <a:pPr marL="343080" indent="-343080" defTabSz="914400">
              <a:lnSpc>
                <a:spcPct val="100000"/>
              </a:lnSpc>
              <a:spcBef>
                <a:spcPts val="1001"/>
              </a:spcBef>
              <a:spcAft>
                <a:spcPts val="1001"/>
              </a:spcAft>
              <a:buClr>
                <a:srgbClr val="000000"/>
              </a:buClr>
              <a:buFont typeface="Arial"/>
              <a:buAutoNum type="arabicPeriod"/>
              <a:tabLst>
                <a:tab algn="l" pos="0"/>
              </a:tabLst>
            </a:pPr>
            <a:r>
              <a:rPr b="0" lang="en-US" sz="1800" strike="noStrike" u="none">
                <a:solidFill>
                  <a:schemeClr val="dk1"/>
                </a:solidFill>
                <a:uFillTx/>
                <a:latin typeface="Gotham Book"/>
              </a:rPr>
              <a:t>An Overflow flip-flop that gets set when an overflow condition occurs.</a:t>
            </a:r>
            <a:endParaRPr b="0" lang="en-US" sz="1800" strike="noStrike" u="none">
              <a:solidFill>
                <a:schemeClr val="dk1"/>
              </a:solidFill>
              <a:uFillTx/>
              <a:latin typeface="Gotham Book"/>
            </a:endParaRPr>
          </a:p>
          <a:p>
            <a:pPr marL="343080" indent="-343080" defTabSz="914400">
              <a:lnSpc>
                <a:spcPct val="100000"/>
              </a:lnSpc>
              <a:spcBef>
                <a:spcPts val="1001"/>
              </a:spcBef>
              <a:spcAft>
                <a:spcPts val="1001"/>
              </a:spcAft>
              <a:buClr>
                <a:srgbClr val="000000"/>
              </a:buClr>
              <a:buFont typeface="Arial"/>
              <a:buAutoNum type="arabicPeriod"/>
              <a:tabLst>
                <a:tab algn="l" pos="0"/>
              </a:tabLst>
            </a:pPr>
            <a:r>
              <a:rPr b="0" lang="en-US" sz="1800" strike="noStrike" u="none">
                <a:solidFill>
                  <a:schemeClr val="dk1"/>
                </a:solidFill>
                <a:uFillTx/>
                <a:latin typeface="Gotham Book"/>
              </a:rPr>
              <a:t>A register (NEWPC) that stores a special memory address.</a:t>
            </a:r>
            <a:endParaRPr b="0" lang="en-US" sz="1800" strike="noStrike" u="none">
              <a:solidFill>
                <a:schemeClr val="dk1"/>
              </a:solidFill>
              <a:uFillTx/>
              <a:latin typeface="Gotham Book"/>
            </a:endParaRPr>
          </a:p>
          <a:p>
            <a:pPr indent="0" defTabSz="914400">
              <a:lnSpc>
                <a:spcPct val="100000"/>
              </a:lnSpc>
              <a:spcBef>
                <a:spcPts val="1001"/>
              </a:spcBef>
              <a:spcAft>
                <a:spcPts val="1001"/>
              </a:spcAft>
              <a:buNone/>
              <a:tabLst>
                <a:tab algn="l" pos="0"/>
              </a:tabLst>
            </a:pPr>
            <a:r>
              <a:rPr b="0" lang="en-US" sz="1800" strike="noStrike" u="none">
                <a:solidFill>
                  <a:schemeClr val="dk1"/>
                </a:solidFill>
                <a:uFillTx/>
                <a:latin typeface="Gotham Book"/>
              </a:rPr>
              <a:t>Before the next instruction, the CPU checks the OV flag.  If set, it executes the instruction at NEWPC, our error handler.</a:t>
            </a:r>
            <a:endParaRPr b="0" lang="en-US" sz="1800" strike="noStrike" u="none">
              <a:solidFill>
                <a:schemeClr val="dk1"/>
              </a:solidFill>
              <a:uFillTx/>
              <a:latin typeface="Gotham Book"/>
            </a:endParaRPr>
          </a:p>
        </p:txBody>
      </p:sp>
      <p:pic>
        <p:nvPicPr>
          <p:cNvPr id="342" name="Picture Placeholder 9" descr="A diagram of a computer system"/>
          <p:cNvPicPr/>
          <p:nvPr/>
        </p:nvPicPr>
        <p:blipFill>
          <a:blip r:embed="rId1"/>
          <a:stretch/>
        </p:blipFill>
        <p:spPr>
          <a:xfrm>
            <a:off x="0" y="656640"/>
            <a:ext cx="7754040" cy="5477400"/>
          </a:xfrm>
          <a:prstGeom prst="rect">
            <a:avLst/>
          </a:prstGeom>
          <a:ln w="0">
            <a:noFill/>
          </a:ln>
        </p:spPr>
      </p:pic>
      <p:sp>
        <p:nvSpPr>
          <p:cNvPr id="343" name="PlaceHolder 2"/>
          <p:cNvSpPr>
            <a:spLocks noGrp="1"/>
          </p:cNvSpPr>
          <p:nvPr>
            <p:ph type="title"/>
          </p:nvPr>
        </p:nvSpPr>
        <p:spPr>
          <a:xfrm>
            <a:off x="8021880" y="656640"/>
            <a:ext cx="3445920" cy="7369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VM/0, now with Error Handling</a:t>
            </a:r>
            <a:endParaRPr b="0" lang="en-US" sz="2400" strike="noStrike" u="none">
              <a:solidFill>
                <a:schemeClr val="dk1"/>
              </a:solidFill>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7585200" y="723960"/>
            <a:ext cx="3882240" cy="76788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VM/0, now with Memory Protection</a:t>
            </a:r>
            <a:endParaRPr b="0" lang="en-US" sz="2400" strike="noStrike" u="none">
              <a:solidFill>
                <a:schemeClr val="dk1"/>
              </a:solidFill>
              <a:uFillTx/>
              <a:latin typeface="Calibri"/>
            </a:endParaRPr>
          </a:p>
        </p:txBody>
      </p:sp>
      <p:sp>
        <p:nvSpPr>
          <p:cNvPr id="345" name="PlaceHolder 2"/>
          <p:cNvSpPr>
            <a:spLocks noGrp="1"/>
          </p:cNvSpPr>
          <p:nvPr>
            <p:ph/>
          </p:nvPr>
        </p:nvSpPr>
        <p:spPr>
          <a:xfrm>
            <a:off x="7585200" y="1641960"/>
            <a:ext cx="3882240" cy="3857760"/>
          </a:xfrm>
          <a:prstGeom prst="rect">
            <a:avLst/>
          </a:prstGeom>
          <a:noFill/>
          <a:ln w="0">
            <a:noFill/>
          </a:ln>
        </p:spPr>
        <p:txBody>
          <a:bodyPr lIns="0" rIns="0" tIns="0" bIns="0" anchor="t">
            <a:noAutofit/>
          </a:bodyPr>
          <a:p>
            <a:pPr indent="0" defTabSz="914400">
              <a:lnSpc>
                <a:spcPct val="100000"/>
              </a:lnSpc>
              <a:spcBef>
                <a:spcPts val="1001"/>
              </a:spcBef>
              <a:spcAft>
                <a:spcPts val="1001"/>
              </a:spcAft>
              <a:buNone/>
              <a:tabLst>
                <a:tab algn="l" pos="0"/>
              </a:tabLst>
            </a:pPr>
            <a:r>
              <a:rPr b="0" lang="en-US" sz="1800" strike="noStrike" u="none">
                <a:solidFill>
                  <a:schemeClr val="dk1"/>
                </a:solidFill>
                <a:uFillTx/>
                <a:latin typeface="Gotham Book"/>
              </a:rPr>
              <a:t>If we want to load more than one program in memory, we need to give them bounds.  Record the max extent of a process in a FENCE register.</a:t>
            </a:r>
            <a:endParaRPr b="0" lang="en-US" sz="1800" strike="noStrike" u="none">
              <a:solidFill>
                <a:schemeClr val="dk1"/>
              </a:solidFill>
              <a:uFillTx/>
              <a:latin typeface="Gotham Book"/>
            </a:endParaRPr>
          </a:p>
          <a:p>
            <a:pPr indent="0" defTabSz="914400">
              <a:lnSpc>
                <a:spcPct val="100000"/>
              </a:lnSpc>
              <a:spcBef>
                <a:spcPts val="1001"/>
              </a:spcBef>
              <a:spcAft>
                <a:spcPts val="1001"/>
              </a:spcAft>
              <a:buNone/>
              <a:tabLst>
                <a:tab algn="l" pos="0"/>
              </a:tabLst>
            </a:pPr>
            <a:r>
              <a:rPr b="0" lang="en-US" sz="1800" strike="noStrike" u="none">
                <a:solidFill>
                  <a:schemeClr val="dk1"/>
                </a:solidFill>
                <a:uFillTx/>
                <a:latin typeface="Gotham Book"/>
              </a:rPr>
              <a:t>Add some hardware to do a simple check of the requested address with the FENCE value.</a:t>
            </a:r>
            <a:endParaRPr b="0" lang="en-US" sz="1800" strike="noStrike" u="none">
              <a:solidFill>
                <a:schemeClr val="dk1"/>
              </a:solidFill>
              <a:uFillTx/>
              <a:latin typeface="Gotham Book"/>
            </a:endParaRPr>
          </a:p>
          <a:p>
            <a:pPr indent="0" defTabSz="914400">
              <a:lnSpc>
                <a:spcPct val="100000"/>
              </a:lnSpc>
              <a:spcBef>
                <a:spcPts val="1001"/>
              </a:spcBef>
              <a:spcAft>
                <a:spcPts val="1001"/>
              </a:spcAft>
              <a:buNone/>
              <a:tabLst>
                <a:tab algn="l" pos="0"/>
              </a:tabLst>
            </a:pPr>
            <a:r>
              <a:rPr b="0" lang="en-US" sz="1800" strike="noStrike" u="none">
                <a:solidFill>
                  <a:schemeClr val="dk1"/>
                </a:solidFill>
                <a:uFillTx/>
                <a:latin typeface="Gotham Book"/>
              </a:rPr>
              <a:t>Add another flip-flop to flip when a request exceeds the bounds.</a:t>
            </a:r>
            <a:endParaRPr b="0" lang="en-US" sz="1800" strike="noStrike" u="none">
              <a:solidFill>
                <a:schemeClr val="dk1"/>
              </a:solidFill>
              <a:uFillTx/>
              <a:latin typeface="Gotham Book"/>
            </a:endParaRPr>
          </a:p>
          <a:p>
            <a:pPr indent="0" defTabSz="914400">
              <a:lnSpc>
                <a:spcPct val="100000"/>
              </a:lnSpc>
              <a:spcBef>
                <a:spcPts val="1001"/>
              </a:spcBef>
              <a:spcAft>
                <a:spcPts val="1001"/>
              </a:spcAft>
              <a:buNone/>
              <a:tabLst>
                <a:tab algn="l" pos="0"/>
              </a:tabLst>
            </a:pPr>
            <a:r>
              <a:rPr b="0" lang="en-US" sz="1800" strike="noStrike" u="none">
                <a:solidFill>
                  <a:schemeClr val="dk1"/>
                </a:solidFill>
                <a:uFillTx/>
                <a:latin typeface="Gotham Book"/>
              </a:rPr>
              <a:t>See a pattern?  What should we do next?</a:t>
            </a:r>
            <a:endParaRPr b="0" lang="en-US" sz="1800" strike="noStrike" u="none">
              <a:solidFill>
                <a:schemeClr val="dk1"/>
              </a:solidFill>
              <a:uFillTx/>
              <a:latin typeface="Gotham Book"/>
            </a:endParaRPr>
          </a:p>
        </p:txBody>
      </p:sp>
      <p:pic>
        <p:nvPicPr>
          <p:cNvPr id="346" name="Picture Placeholder 4" descr="A picture containing diagram, text, plan, technical drawing&#10;&#10;Description automatically generated"/>
          <p:cNvPicPr/>
          <p:nvPr/>
        </p:nvPicPr>
        <p:blipFill>
          <a:blip r:embed="rId1"/>
          <a:stretch/>
        </p:blipFill>
        <p:spPr>
          <a:xfrm>
            <a:off x="521280" y="723960"/>
            <a:ext cx="7039440" cy="540972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title"/>
          </p:nvPr>
        </p:nvSpPr>
        <p:spPr>
          <a:xfrm>
            <a:off x="7668720" y="723960"/>
            <a:ext cx="3799080" cy="110412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Privileged Instructions have entered the chat!</a:t>
            </a:r>
            <a:endParaRPr b="0" lang="en-US" sz="2400" strike="noStrike" u="none">
              <a:solidFill>
                <a:schemeClr val="dk1"/>
              </a:solidFill>
              <a:uFillTx/>
              <a:latin typeface="Calibri"/>
            </a:endParaRPr>
          </a:p>
        </p:txBody>
      </p:sp>
      <p:sp>
        <p:nvSpPr>
          <p:cNvPr id="348" name="PlaceHolder 2"/>
          <p:cNvSpPr>
            <a:spLocks noGrp="1"/>
          </p:cNvSpPr>
          <p:nvPr>
            <p:ph/>
          </p:nvPr>
        </p:nvSpPr>
        <p:spPr>
          <a:xfrm>
            <a:off x="7668720" y="2052000"/>
            <a:ext cx="3799080" cy="4081680"/>
          </a:xfrm>
          <a:prstGeom prst="rect">
            <a:avLst/>
          </a:prstGeom>
          <a:noFill/>
          <a:ln w="0">
            <a:noFill/>
          </a:ln>
        </p:spPr>
        <p:txBody>
          <a:bodyPr lIns="0" rIns="0" tIns="0" bIns="0" anchor="t">
            <a:noAutofit/>
          </a:bodyPr>
          <a:p>
            <a:pPr indent="0" defTabSz="914400">
              <a:lnSpc>
                <a:spcPct val="150000"/>
              </a:lnSpc>
              <a:spcBef>
                <a:spcPts val="1001"/>
              </a:spcBef>
              <a:spcAft>
                <a:spcPts val="1001"/>
              </a:spcAft>
              <a:buNone/>
              <a:tabLst>
                <a:tab algn="l" pos="0"/>
              </a:tabLst>
            </a:pPr>
            <a:r>
              <a:rPr b="1" lang="en-US" sz="1400" strike="noStrike" u="none">
                <a:solidFill>
                  <a:schemeClr val="dk1"/>
                </a:solidFill>
                <a:highlight>
                  <a:srgbClr val="f9c423"/>
                </a:highlight>
                <a:uFillTx/>
                <a:latin typeface="Gotham Bold"/>
              </a:rPr>
              <a:t>Protecting the Fence Register</a:t>
            </a:r>
            <a:br>
              <a:rPr sz="1400"/>
            </a:br>
            <a:r>
              <a:rPr b="0" lang="en-US" sz="1400" strike="noStrike" u="none">
                <a:solidFill>
                  <a:schemeClr val="dk1"/>
                </a:solidFill>
                <a:uFillTx/>
                <a:latin typeface="Gotham Book"/>
              </a:rPr>
              <a:t>The Fence register can be overwritten by programs, allowing access to other processes’ memory spaces.  We need to prevent “ordinary process” code from manipulating it.  </a:t>
            </a:r>
            <a:endParaRPr b="0" lang="en-US" sz="1400" strike="noStrike" u="none">
              <a:solidFill>
                <a:schemeClr val="dk1"/>
              </a:solidFill>
              <a:uFillTx/>
              <a:latin typeface="Gotham Book"/>
            </a:endParaRPr>
          </a:p>
          <a:p>
            <a:pPr indent="0" defTabSz="914400">
              <a:lnSpc>
                <a:spcPct val="150000"/>
              </a:lnSpc>
              <a:spcBef>
                <a:spcPts val="1001"/>
              </a:spcBef>
              <a:spcAft>
                <a:spcPts val="1001"/>
              </a:spcAft>
              <a:buNone/>
              <a:tabLst>
                <a:tab algn="l" pos="0"/>
              </a:tabLst>
            </a:pPr>
            <a:r>
              <a:rPr b="1" lang="en-US" sz="1400" strike="noStrike" u="none">
                <a:solidFill>
                  <a:schemeClr val="dk1"/>
                </a:solidFill>
                <a:highlight>
                  <a:srgbClr val="f9c423"/>
                </a:highlight>
                <a:uFillTx/>
                <a:latin typeface="Gotham Bold"/>
              </a:rPr>
              <a:t>The Mode Bit and Privileged Execution Mode</a:t>
            </a:r>
            <a:br>
              <a:rPr sz="1400"/>
            </a:br>
            <a:r>
              <a:rPr b="0" lang="en-US" sz="1400" strike="noStrike" u="none">
                <a:solidFill>
                  <a:schemeClr val="dk1"/>
                </a:solidFill>
                <a:uFillTx/>
                <a:latin typeface="Gotham Book"/>
              </a:rPr>
              <a:t>Instructions are divided between Privileged and Unprivileged modes.  Opcodes above a certain value are considered privileges.  Set a Mode bit at runtime designating the mode the system is running in.  If the Mode is unprivileged and the opcode trying to execute is in the privileged range, raise an error.</a:t>
            </a:r>
            <a:br>
              <a:rPr sz="1400"/>
            </a:br>
            <a:endParaRPr b="0" lang="en-US" sz="1400" strike="noStrike" u="none">
              <a:solidFill>
                <a:schemeClr val="dk1"/>
              </a:solidFill>
              <a:uFillTx/>
              <a:latin typeface="Gotham Book"/>
            </a:endParaRPr>
          </a:p>
        </p:txBody>
      </p:sp>
      <p:pic>
        <p:nvPicPr>
          <p:cNvPr id="349" name="Picture Placeholder 4" descr="A picture containing text, diagram, screenshot, plan&#10;&#10;Description automatically generated"/>
          <p:cNvPicPr/>
          <p:nvPr/>
        </p:nvPicPr>
        <p:blipFill>
          <a:blip r:embed="rId1"/>
          <a:stretch/>
        </p:blipFill>
        <p:spPr>
          <a:xfrm>
            <a:off x="0" y="723960"/>
            <a:ext cx="7668360" cy="54097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8735760" y="992880"/>
            <a:ext cx="2732040" cy="464400"/>
          </a:xfrm>
          <a:prstGeom prst="rect">
            <a:avLst/>
          </a:prstGeom>
          <a:noFill/>
          <a:ln w="0">
            <a:noFill/>
          </a:ln>
        </p:spPr>
        <p:txBody>
          <a:bodyPr lIns="0" rIns="0" tIns="0" bIns="0" anchor="b">
            <a:noAutofit/>
          </a:bodyPr>
          <a:p>
            <a:pPr indent="0" defTabSz="914400">
              <a:lnSpc>
                <a:spcPct val="100000"/>
              </a:lnSpc>
              <a:buNone/>
            </a:pPr>
            <a:r>
              <a:rPr b="1" lang="en-US" sz="2400" strike="noStrike" u="none">
                <a:solidFill>
                  <a:schemeClr val="dk1"/>
                </a:solidFill>
                <a:uFillTx/>
                <a:latin typeface="Gotham Black"/>
              </a:rPr>
              <a:t>VM/0 with I/O Interrupt</a:t>
            </a:r>
            <a:endParaRPr b="0" lang="en-US" sz="2400" strike="noStrike" u="none">
              <a:solidFill>
                <a:schemeClr val="dk1"/>
              </a:solidFill>
              <a:uFillTx/>
              <a:latin typeface="Calibri"/>
            </a:endParaRPr>
          </a:p>
        </p:txBody>
      </p:sp>
      <p:sp>
        <p:nvSpPr>
          <p:cNvPr id="351" name="PlaceHolder 2"/>
          <p:cNvSpPr>
            <a:spLocks noGrp="1"/>
          </p:cNvSpPr>
          <p:nvPr>
            <p:ph/>
          </p:nvPr>
        </p:nvSpPr>
        <p:spPr>
          <a:xfrm>
            <a:off x="8735760" y="1811160"/>
            <a:ext cx="2732040" cy="4322880"/>
          </a:xfrm>
          <a:prstGeom prst="rect">
            <a:avLst/>
          </a:prstGeom>
          <a:noFill/>
          <a:ln w="0">
            <a:noFill/>
          </a:ln>
        </p:spPr>
        <p:txBody>
          <a:bodyPr lIns="0" rIns="0" tIns="0" bIns="0" anchor="t">
            <a:noAutofit/>
          </a:bodyPr>
          <a:p>
            <a:pPr indent="0" defTabSz="914400">
              <a:lnSpc>
                <a:spcPct val="100000"/>
              </a:lnSpc>
              <a:spcBef>
                <a:spcPts val="1001"/>
              </a:spcBef>
              <a:spcAft>
                <a:spcPts val="1001"/>
              </a:spcAft>
              <a:buNone/>
              <a:tabLst>
                <a:tab algn="l" pos="0"/>
              </a:tabLst>
            </a:pPr>
            <a:r>
              <a:rPr b="0" lang="en-US" sz="1800" strike="noStrike" u="none">
                <a:solidFill>
                  <a:schemeClr val="dk1"/>
                </a:solidFill>
                <a:uFillTx/>
                <a:latin typeface="Gotham Book"/>
              </a:rPr>
              <a:t>Just like before, we add another flip-flip, another register to store PC information and a register to store the previous data stored in R0.  </a:t>
            </a:r>
            <a:endParaRPr b="0" lang="en-US" sz="1800" strike="noStrike" u="none">
              <a:solidFill>
                <a:schemeClr val="dk1"/>
              </a:solidFill>
              <a:uFillTx/>
              <a:latin typeface="Gotham Book"/>
            </a:endParaRPr>
          </a:p>
          <a:p>
            <a:pPr indent="0" defTabSz="914400">
              <a:lnSpc>
                <a:spcPct val="100000"/>
              </a:lnSpc>
              <a:spcBef>
                <a:spcPts val="1001"/>
              </a:spcBef>
              <a:spcAft>
                <a:spcPts val="1001"/>
              </a:spcAft>
              <a:buNone/>
              <a:tabLst>
                <a:tab algn="l" pos="0"/>
              </a:tabLst>
            </a:pPr>
            <a:r>
              <a:rPr b="0" lang="en-US" sz="1800" strike="noStrike" u="none">
                <a:solidFill>
                  <a:schemeClr val="dk1"/>
                </a:solidFill>
                <a:uFillTx/>
                <a:latin typeface="Gotham Book"/>
              </a:rPr>
              <a:t>Now we can switch between the I/O handler routine and the calling program.  The new registers allow us to save program state, run the I/O, and then restore.</a:t>
            </a:r>
            <a:endParaRPr b="0" lang="en-US" sz="1800" strike="noStrike" u="none">
              <a:solidFill>
                <a:schemeClr val="dk1"/>
              </a:solidFill>
              <a:uFillTx/>
              <a:latin typeface="Gotham Book"/>
            </a:endParaRPr>
          </a:p>
        </p:txBody>
      </p:sp>
      <p:pic>
        <p:nvPicPr>
          <p:cNvPr id="352" name="Picture Placeholder 4" descr="A picture containing text, screenshot, diagram, font&#10;&#10;Description automatically generated"/>
          <p:cNvPicPr/>
          <p:nvPr/>
        </p:nvPicPr>
        <p:blipFill>
          <a:blip r:embed="rId1"/>
          <a:stretch/>
        </p:blipFill>
        <p:spPr>
          <a:xfrm>
            <a:off x="0" y="639360"/>
            <a:ext cx="8735400" cy="59727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723960" y="723960"/>
            <a:ext cx="3200040" cy="1104120"/>
          </a:xfrm>
          <a:prstGeom prst="rect">
            <a:avLst/>
          </a:prstGeom>
          <a:noFill/>
          <a:ln w="0">
            <a:noFill/>
          </a:ln>
        </p:spPr>
        <p:txBody>
          <a:bodyPr lIns="0" rIns="0" tIns="0" bIns="0" anchor="b">
            <a:noAutofit/>
          </a:bodyPr>
          <a:p>
            <a:pPr indent="0" algn="ctr" defTabSz="914400">
              <a:lnSpc>
                <a:spcPct val="100000"/>
              </a:lnSpc>
              <a:buNone/>
            </a:pPr>
            <a:r>
              <a:rPr b="1" lang="en-US" sz="2400" strike="noStrike" u="none">
                <a:solidFill>
                  <a:schemeClr val="dk1"/>
                </a:solidFill>
                <a:uFillTx/>
                <a:latin typeface="Gotham Black"/>
              </a:rPr>
              <a:t>THE PATTERN CONTINUES</a:t>
            </a:r>
            <a:endParaRPr b="0" lang="en-US" sz="2400" strike="noStrike" u="none">
              <a:solidFill>
                <a:schemeClr val="dk1"/>
              </a:solidFill>
              <a:uFillTx/>
              <a:latin typeface="Calibri"/>
            </a:endParaRPr>
          </a:p>
        </p:txBody>
      </p:sp>
      <p:sp>
        <p:nvSpPr>
          <p:cNvPr id="354" name="PlaceHolder 2"/>
          <p:cNvSpPr>
            <a:spLocks noGrp="1"/>
          </p:cNvSpPr>
          <p:nvPr>
            <p:ph/>
          </p:nvPr>
        </p:nvSpPr>
        <p:spPr>
          <a:xfrm>
            <a:off x="723960" y="2137680"/>
            <a:ext cx="3200040" cy="3996000"/>
          </a:xfrm>
          <a:prstGeom prst="rect">
            <a:avLst/>
          </a:prstGeom>
          <a:noFill/>
          <a:ln w="0">
            <a:noFill/>
          </a:ln>
        </p:spPr>
        <p:txBody>
          <a:bodyPr lIns="0" rIns="0" tIns="0" bIns="0" anchor="t">
            <a:noAutofit/>
          </a:bodyPr>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By now you’ve seen the pattern.  We add more flip-flops, registers, and handler routines in system memory. </a:t>
            </a:r>
            <a:endParaRPr b="0" lang="en-US" sz="1800" strike="noStrike" u="none">
              <a:solidFill>
                <a:schemeClr val="dk1"/>
              </a:solidFill>
              <a:uFillTx/>
              <a:latin typeface="Gotham Book"/>
            </a:endParaRPr>
          </a:p>
          <a:p>
            <a:pPr marL="228600" indent="-228600" defTabSz="914400">
              <a:lnSpc>
                <a:spcPct val="150000"/>
              </a:lnSpc>
              <a:spcBef>
                <a:spcPts val="1001"/>
              </a:spcBef>
              <a:spcAft>
                <a:spcPts val="1001"/>
              </a:spcAft>
              <a:buClr>
                <a:srgbClr val="000000"/>
              </a:buClr>
              <a:buFont typeface="Arial"/>
              <a:buChar char="•"/>
            </a:pPr>
            <a:r>
              <a:rPr b="0" lang="en-US" sz="1800" strike="noStrike" u="none">
                <a:solidFill>
                  <a:schemeClr val="dk1"/>
                </a:solidFill>
                <a:uFillTx/>
                <a:latin typeface="Gotham Book"/>
              </a:rPr>
              <a:t>Instead of an array of flip-flops, we have one unified register, the Interrupt Handler Vector.</a:t>
            </a:r>
            <a:endParaRPr b="0" lang="en-US" sz="1800" strike="noStrike" u="none">
              <a:solidFill>
                <a:schemeClr val="dk1"/>
              </a:solidFill>
              <a:uFillTx/>
              <a:latin typeface="Gotham Book"/>
            </a:endParaRPr>
          </a:p>
        </p:txBody>
      </p:sp>
      <p:sp>
        <p:nvSpPr>
          <p:cNvPr id="355" name="PlaceHolder 3"/>
          <p:cNvSpPr>
            <a:spLocks noGrp="1"/>
          </p:cNvSpPr>
          <p:nvPr>
            <p:ph/>
          </p:nvPr>
        </p:nvSpPr>
        <p:spPr>
          <a:xfrm>
            <a:off x="4533840" y="1104840"/>
            <a:ext cx="3085560" cy="2619360"/>
          </a:xfrm>
          <a:prstGeom prst="rect">
            <a:avLst/>
          </a:prstGeom>
          <a:noFill/>
          <a:ln w="0">
            <a:noFill/>
          </a:ln>
        </p:spPr>
        <p:txBody>
          <a:bodyPr lIns="0" rIns="0" tIns="0" bIns="0" anchor="t">
            <a:noAutofit/>
          </a:bodyPr>
          <a:p>
            <a:pPr indent="0" defTabSz="914400">
              <a:lnSpc>
                <a:spcPct val="150000"/>
              </a:lnSpc>
              <a:spcBef>
                <a:spcPts val="1001"/>
              </a:spcBef>
              <a:spcAft>
                <a:spcPts val="1001"/>
              </a:spcAft>
              <a:buNone/>
              <a:tabLst>
                <a:tab algn="l" pos="0"/>
              </a:tabLst>
            </a:pPr>
            <a:r>
              <a:rPr b="1" lang="en-US" sz="1400" strike="noStrike" u="none">
                <a:solidFill>
                  <a:schemeClr val="dk1"/>
                </a:solidFill>
                <a:highlight>
                  <a:srgbClr val="f9c423"/>
                </a:highlight>
                <a:uFillTx/>
                <a:latin typeface="Gotham Bold"/>
              </a:rPr>
              <a:t>SYSTEM CALLS</a:t>
            </a:r>
            <a:br>
              <a:rPr sz="1400"/>
            </a:br>
            <a:r>
              <a:rPr b="0" lang="en-US" sz="1400" strike="noStrike" u="none">
                <a:solidFill>
                  <a:schemeClr val="dk1"/>
                </a:solidFill>
                <a:uFillTx/>
                <a:latin typeface="Gotham Book"/>
              </a:rPr>
              <a:t>We can now allow programs to make requests of the system  and change between execution modes.  And now the space that was previously populated by a handful of routines has expanded greatly into a library of functions that are available to processes.</a:t>
            </a:r>
            <a:endParaRPr b="0" lang="en-US" sz="1400" strike="noStrike" u="none">
              <a:solidFill>
                <a:schemeClr val="dk1"/>
              </a:solidFill>
              <a:uFillTx/>
              <a:latin typeface="Gotham Book"/>
            </a:endParaRPr>
          </a:p>
          <a:p>
            <a:pPr indent="0" defTabSz="914400">
              <a:lnSpc>
                <a:spcPct val="150000"/>
              </a:lnSpc>
              <a:spcBef>
                <a:spcPts val="1001"/>
              </a:spcBef>
              <a:spcAft>
                <a:spcPts val="1001"/>
              </a:spcAft>
              <a:buNone/>
              <a:tabLst>
                <a:tab algn="l" pos="0"/>
              </a:tabLst>
            </a:pPr>
            <a:endParaRPr b="0" lang="en-US" sz="1400" strike="noStrike" u="none">
              <a:solidFill>
                <a:schemeClr val="dk1"/>
              </a:solidFill>
              <a:uFillTx/>
              <a:latin typeface="Gotham Book"/>
            </a:endParaRPr>
          </a:p>
          <a:p>
            <a:pPr indent="0" defTabSz="914400">
              <a:lnSpc>
                <a:spcPct val="150000"/>
              </a:lnSpc>
              <a:spcBef>
                <a:spcPts val="1001"/>
              </a:spcBef>
              <a:spcAft>
                <a:spcPts val="1001"/>
              </a:spcAft>
              <a:buNone/>
              <a:tabLst>
                <a:tab algn="l" pos="0"/>
              </a:tabLst>
            </a:pPr>
            <a:endParaRPr b="0" lang="en-US" sz="1400" strike="noStrike" u="none">
              <a:solidFill>
                <a:schemeClr val="dk1"/>
              </a:solidFill>
              <a:uFillTx/>
              <a:latin typeface="Gotham Book"/>
            </a:endParaRPr>
          </a:p>
        </p:txBody>
      </p:sp>
      <p:sp>
        <p:nvSpPr>
          <p:cNvPr id="356" name="PlaceHolder 4"/>
          <p:cNvSpPr>
            <a:spLocks noGrp="1"/>
          </p:cNvSpPr>
          <p:nvPr>
            <p:ph/>
          </p:nvPr>
        </p:nvSpPr>
        <p:spPr>
          <a:xfrm>
            <a:off x="8001000" y="1104840"/>
            <a:ext cx="3085560" cy="2619360"/>
          </a:xfrm>
          <a:prstGeom prst="rect">
            <a:avLst/>
          </a:prstGeom>
          <a:noFill/>
          <a:ln w="0">
            <a:noFill/>
          </a:ln>
        </p:spPr>
        <p:txBody>
          <a:bodyPr lIns="0" rIns="0" tIns="0" bIns="0" anchor="t">
            <a:noAutofit/>
          </a:bodyPr>
          <a:p>
            <a:pPr indent="0" defTabSz="914400">
              <a:lnSpc>
                <a:spcPct val="150000"/>
              </a:lnSpc>
              <a:spcBef>
                <a:spcPts val="1001"/>
              </a:spcBef>
              <a:spcAft>
                <a:spcPts val="1001"/>
              </a:spcAft>
              <a:buNone/>
              <a:tabLst>
                <a:tab algn="l" pos="0"/>
              </a:tabLst>
            </a:pPr>
            <a:r>
              <a:rPr b="1" lang="en-US" sz="1400" strike="noStrike" u="none">
                <a:solidFill>
                  <a:schemeClr val="dk1"/>
                </a:solidFill>
                <a:highlight>
                  <a:srgbClr val="f9c423"/>
                </a:highlight>
                <a:uFillTx/>
                <a:latin typeface="Gotham Bold"/>
              </a:rPr>
              <a:t>TIMERS</a:t>
            </a:r>
            <a:br>
              <a:rPr sz="1400"/>
            </a:br>
            <a:r>
              <a:rPr b="0" lang="en-US" sz="1400" strike="noStrike" u="none">
                <a:solidFill>
                  <a:schemeClr val="dk1"/>
                </a:solidFill>
                <a:uFillTx/>
                <a:latin typeface="Gotham Book"/>
              </a:rPr>
              <a:t>Timer interrupts now allow the system to take control and, as we’ll see in a future episode, interrupt a running process so that another can be run in its place.</a:t>
            </a:r>
            <a:endParaRPr b="0" lang="en-US" sz="1400" strike="noStrike" u="none">
              <a:solidFill>
                <a:schemeClr val="dk1"/>
              </a:solidFill>
              <a:uFillTx/>
              <a:latin typeface="Gotham Book"/>
            </a:endParaRPr>
          </a:p>
        </p:txBody>
      </p:sp>
      <p:pic>
        <p:nvPicPr>
          <p:cNvPr id="357" name="Picture 6" descr=""/>
          <p:cNvPicPr/>
          <p:nvPr/>
        </p:nvPicPr>
        <p:blipFill>
          <a:blip r:embed="rId1"/>
          <a:stretch/>
        </p:blipFill>
        <p:spPr>
          <a:xfrm>
            <a:off x="4899240" y="3967920"/>
            <a:ext cx="6187680" cy="153144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UCF - Title, Divider, Mission Statement and Quotation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UCF - Single Column Content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UCF - Single Column Content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UCF - Single Column Content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UCF - Single Column Content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UCF - Single Column Content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UCF - Single Column Content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UCF - Single Column Content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0.xml><?xml version="1.0" encoding="utf-8"?>
<a:theme xmlns:a="http://schemas.openxmlformats.org/drawingml/2006/main" xmlns:r="http://schemas.openxmlformats.org/officeDocument/2006/relationships" name="UCF - Single Column Content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UCF - Single Column Content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2.xml><?xml version="1.0" encoding="utf-8"?>
<a:theme xmlns:a="http://schemas.openxmlformats.org/drawingml/2006/main" xmlns:r="http://schemas.openxmlformats.org/officeDocument/2006/relationships" name="UCF - Single Column Content Slides">
  <a:themeElements>
    <a:clrScheme name="UCF Brand PPT - Sept 2022">
      <a:dk1>
        <a:srgbClr val="000000"/>
      </a:dk1>
      <a:lt1>
        <a:srgbClr val="ffffff"/>
      </a:lt1>
      <a:dk2>
        <a:srgbClr val="505050"/>
      </a:dk2>
      <a:lt2>
        <a:srgbClr val="f0f0f0"/>
      </a:lt2>
      <a:accent1>
        <a:srgbClr val="f8c323"/>
      </a:accent1>
      <a:accent2>
        <a:srgbClr val="fff1b7"/>
      </a:accent2>
      <a:accent3>
        <a:srgbClr val="8d949b"/>
      </a:accent3>
      <a:accent4>
        <a:srgbClr val="d6d6d6"/>
      </a:accent4>
      <a:accent5>
        <a:srgbClr val="1a1918"/>
      </a:accent5>
      <a:accent6>
        <a:srgbClr val="c5bba4"/>
      </a:accent6>
      <a:hlink>
        <a:srgbClr val="00abf0"/>
      </a:hlink>
      <a:folHlink>
        <a:srgbClr val="747fd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UCF - Two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4.xml><?xml version="1.0" encoding="utf-8"?>
<a:theme xmlns:a="http://schemas.openxmlformats.org/drawingml/2006/main" xmlns:r="http://schemas.openxmlformats.org/officeDocument/2006/relationships" name="UCF - Two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5.xml><?xml version="1.0" encoding="utf-8"?>
<a:theme xmlns:a="http://schemas.openxmlformats.org/drawingml/2006/main" xmlns:r="http://schemas.openxmlformats.org/officeDocument/2006/relationships" name="UCF - Two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6.xml><?xml version="1.0" encoding="utf-8"?>
<a:theme xmlns:a="http://schemas.openxmlformats.org/drawingml/2006/main" xmlns:r="http://schemas.openxmlformats.org/officeDocument/2006/relationships" name="UCF - Two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7.xml><?xml version="1.0" encoding="utf-8"?>
<a:theme xmlns:a="http://schemas.openxmlformats.org/drawingml/2006/main" xmlns:r="http://schemas.openxmlformats.org/officeDocument/2006/relationships" name="UCF - Two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8.xml><?xml version="1.0" encoding="utf-8"?>
<a:theme xmlns:a="http://schemas.openxmlformats.org/drawingml/2006/main" xmlns:r="http://schemas.openxmlformats.org/officeDocument/2006/relationships" name="UCF - Two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9.xml><?xml version="1.0" encoding="utf-8"?>
<a:theme xmlns:a="http://schemas.openxmlformats.org/drawingml/2006/main" xmlns:r="http://schemas.openxmlformats.org/officeDocument/2006/relationships" name="UCF - Two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0.xml><?xml version="1.0" encoding="utf-8"?>
<a:theme xmlns:a="http://schemas.openxmlformats.org/drawingml/2006/main" xmlns:r="http://schemas.openxmlformats.org/officeDocument/2006/relationships" name="UCF - Two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1.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2.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3.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4.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5.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6.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7.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8.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9.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0.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1.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2.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3.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4.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5.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6.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7.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8.xml><?xml version="1.0" encoding="utf-8"?>
<a:theme xmlns:a="http://schemas.openxmlformats.org/drawingml/2006/main" xmlns:r="http://schemas.openxmlformats.org/officeDocument/2006/relationships" name="UCF - Three+ Column 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2622</TotalTime>
  <Application>LibreOffice/24.8.2.1$Linux_X86_64 LibreOffice_project/480$Build-1</Application>
  <AppVersion>15.0000</AppVersion>
  <Words>2667</Words>
  <Paragraphs>173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2022-09-14T19:56:01Z</dcterms:created>
  <dc:creator>Lauren Waters</dc:creator>
  <dc:description/>
  <dc:language>en-US</dc:language>
  <cp:lastModifiedBy/>
  <dcterms:modified xsi:type="dcterms:W3CDTF">2024-11-06T11:41:28Z</dcterms:modified>
  <cp:revision>82</cp:revision>
  <dc:subject/>
  <dc:title>YOUR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Widescreen</vt:lpwstr>
  </property>
  <property fmtid="{D5CDD505-2E9C-101B-9397-08002B2CF9AE}" pid="4" name="Slides">
    <vt:i4>22</vt:i4>
  </property>
</Properties>
</file>