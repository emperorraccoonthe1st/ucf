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05" r:id="rId2"/>
    <p:sldId id="256" r:id="rId3"/>
    <p:sldId id="299" r:id="rId4"/>
    <p:sldId id="261" r:id="rId5"/>
    <p:sldId id="300" r:id="rId6"/>
    <p:sldId id="267" r:id="rId7"/>
    <p:sldId id="293" r:id="rId8"/>
    <p:sldId id="273" r:id="rId9"/>
    <p:sldId id="274" r:id="rId10"/>
    <p:sldId id="260" r:id="rId11"/>
    <p:sldId id="264" r:id="rId12"/>
    <p:sldId id="266" r:id="rId13"/>
    <p:sldId id="275" r:id="rId14"/>
    <p:sldId id="276" r:id="rId15"/>
    <p:sldId id="296" r:id="rId16"/>
    <p:sldId id="277" r:id="rId17"/>
    <p:sldId id="281" r:id="rId18"/>
    <p:sldId id="297" r:id="rId19"/>
    <p:sldId id="284" r:id="rId20"/>
    <p:sldId id="302" r:id="rId21"/>
    <p:sldId id="285" r:id="rId22"/>
    <p:sldId id="286" r:id="rId23"/>
    <p:sldId id="298" r:id="rId24"/>
    <p:sldId id="303" r:id="rId25"/>
    <p:sldId id="304" r:id="rId26"/>
    <p:sldId id="289" r:id="rId27"/>
    <p:sldId id="29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B5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86047" autoAdjust="0"/>
  </p:normalViewPr>
  <p:slideViewPr>
    <p:cSldViewPr>
      <p:cViewPr varScale="1">
        <p:scale>
          <a:sx n="91" d="100"/>
          <a:sy n="91" d="100"/>
        </p:scale>
        <p:origin x="160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A26C0-D19C-465E-8FF4-DEB36DD5F32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63CBA-AD14-48B7-9770-672ECDCD6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9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64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90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80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37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80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5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44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57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00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0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09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64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51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41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26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5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08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74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2C8F-87F1-AED9-7264-821AC535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F2038-9CCA-FAF9-171F-DB168F822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41AB0-4FE6-2C4F-7041-D85D8149C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873FF-5161-7146-C66B-0C882071E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5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45A6-A27B-D39C-2B89-6A8801BE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A98A6-D26B-26EC-E786-8476B92DD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00A29-CAA2-5472-8055-5DB1F5109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AFCA1-1ABC-1809-91F7-31D32A524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66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63CBA-AD14-48B7-9770-672ECDCD60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38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576EF6B-3D0C-41BC-83A7-CD3976435F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D459D84C-0524-4FBD-AAE8-6CE9356E1C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eD9idmcX0w?feature=oembed" TargetMode="External"/><Relationship Id="rId5" Type="http://schemas.openxmlformats.org/officeDocument/2006/relationships/image" Target="../media/image19.jpeg"/><Relationship Id="rId4" Type="http://schemas.openxmlformats.org/officeDocument/2006/relationships/hyperlink" Target="https://www.youtube.com/watch?v=YeD9idmcX0w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A27D-7811-EC73-BBC4-BD87F68B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778" y="3810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Reminders from Dr. Dawson: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594F-56D1-B5FC-4C7D-4EEF118CB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4511"/>
            <a:ext cx="7696200" cy="4345289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en-US" u="sng" dirty="0"/>
              <a:t>Monday</a:t>
            </a:r>
            <a:r>
              <a:rPr lang="en-US" dirty="0"/>
              <a:t> will be Active Learning 3 with Professor Yeargain; quiz will be open all day Monday. Answer key will be posted on Tuesday.</a:t>
            </a:r>
          </a:p>
          <a:p>
            <a:pPr>
              <a:spcAft>
                <a:spcPts val="1200"/>
              </a:spcAft>
            </a:pPr>
            <a:r>
              <a:rPr lang="en-US" u="sng" dirty="0"/>
              <a:t>Wednesday</a:t>
            </a:r>
            <a:r>
              <a:rPr lang="en-US" dirty="0"/>
              <a:t> is Exam 3! Covers Ch 8-10, 32 multiple choice questions. Exam/Scantron provided. Bring UCF ID and pencil. </a:t>
            </a:r>
          </a:p>
          <a:p>
            <a:pPr>
              <a:spcAft>
                <a:spcPts val="1200"/>
              </a:spcAft>
            </a:pPr>
            <a:r>
              <a:rPr lang="en-US" dirty="0"/>
              <a:t>Ch 8-10 quizzes due </a:t>
            </a:r>
            <a:r>
              <a:rPr lang="en-US" u="sng" dirty="0"/>
              <a:t>Wed. by 11:59pm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en-US" u="sng" dirty="0"/>
              <a:t>No Class- Friday March 6</a:t>
            </a:r>
            <a:r>
              <a:rPr lang="en-US" dirty="0"/>
              <a:t>. Enjoy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>
              <a:spcAft>
                <a:spcPts val="1200"/>
              </a:spcAft>
            </a:pPr>
            <a:r>
              <a:rPr lang="en-US" dirty="0">
                <a:sym typeface="Wingdings" panose="05000000000000000000" pitchFamily="2" charset="2"/>
              </a:rPr>
              <a:t>I’ll be back to start Block 3 content on Monday March 9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3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Photosynthesis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10</a:t>
            </a:r>
          </a:p>
        </p:txBody>
      </p:sp>
    </p:spTree>
    <p:extLst>
      <p:ext uri="{BB962C8B-B14F-4D97-AF65-F5344CB8AC3E}">
        <p14:creationId xmlns:p14="http://schemas.microsoft.com/office/powerpoint/2010/main" val="356090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230161-7FE5-21B1-E11B-5A8021177F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0833" y="860431"/>
            <a:ext cx="7338767" cy="51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6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09600"/>
            <a:ext cx="7024744" cy="724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Photosynthesis Equation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B090BE-25C2-C96B-71F6-F675348ADF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b="53523"/>
          <a:stretch>
            <a:fillRect/>
          </a:stretch>
        </p:blipFill>
        <p:spPr>
          <a:xfrm>
            <a:off x="0" y="1371600"/>
            <a:ext cx="8859705" cy="288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E202-E954-5854-C491-B0F98A5A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FDF59-19AF-0ACB-C07C-7E5ED78F1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490" y="609600"/>
            <a:ext cx="7024744" cy="724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Photosynthesis Equation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22F4F0-7E10-7D87-2A74-3894371551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b="53523"/>
          <a:stretch>
            <a:fillRect/>
          </a:stretch>
        </p:blipFill>
        <p:spPr>
          <a:xfrm>
            <a:off x="0" y="1371600"/>
            <a:ext cx="8859705" cy="2882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528498-E102-3967-D543-99E735348F1E}"/>
              </a:ext>
            </a:extLst>
          </p:cNvPr>
          <p:cNvSpPr txBox="1"/>
          <p:nvPr/>
        </p:nvSpPr>
        <p:spPr>
          <a:xfrm>
            <a:off x="762000" y="4683017"/>
            <a:ext cx="2010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Cellular Respiration Equation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5A0384-9861-3429-A39F-5BD0166DF8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t="29231" b="24817"/>
          <a:stretch>
            <a:fillRect/>
          </a:stretch>
        </p:blipFill>
        <p:spPr>
          <a:xfrm>
            <a:off x="2514600" y="4291072"/>
            <a:ext cx="6168611" cy="198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8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5029"/>
            <a:ext cx="6656388" cy="6233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27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024744" cy="914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Chloroplast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CD4247-6324-82C0-9664-64A7306298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4048" y="1278248"/>
            <a:ext cx="7415903" cy="519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5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104900"/>
            <a:ext cx="4852304" cy="453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69868CB-BA52-FB1B-26A4-009C800EE006}"/>
              </a:ext>
            </a:extLst>
          </p:cNvPr>
          <p:cNvGrpSpPr/>
          <p:nvPr/>
        </p:nvGrpSpPr>
        <p:grpSpPr>
          <a:xfrm>
            <a:off x="5638800" y="1366319"/>
            <a:ext cx="3144507" cy="4047627"/>
            <a:chOff x="6812215" y="-190507"/>
            <a:chExt cx="3060298" cy="73355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6A3683F-1283-A53E-14E8-54A1DB705ADD}"/>
                </a:ext>
              </a:extLst>
            </p:cNvPr>
            <p:cNvGrpSpPr/>
            <p:nvPr/>
          </p:nvGrpSpPr>
          <p:grpSpPr>
            <a:xfrm rot="5400000">
              <a:off x="5003454" y="2794000"/>
              <a:ext cx="4887522" cy="1270000"/>
              <a:chOff x="8317906" y="2227762"/>
              <a:chExt cx="2976766" cy="120123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B52664B-CCA5-D951-3A4A-8051659EBCB2}"/>
                  </a:ext>
                </a:extLst>
              </p:cNvPr>
              <p:cNvSpPr/>
              <p:nvPr/>
            </p:nvSpPr>
            <p:spPr>
              <a:xfrm>
                <a:off x="8979052" y="2227762"/>
                <a:ext cx="332184" cy="1201238"/>
              </a:xfrm>
              <a:prstGeom prst="rect">
                <a:avLst/>
              </a:prstGeom>
              <a:solidFill>
                <a:srgbClr val="F5AD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FC2507-89CC-4840-9D4A-9C6B7C2D39DC}"/>
                  </a:ext>
                </a:extLst>
              </p:cNvPr>
              <p:cNvSpPr/>
              <p:nvPr/>
            </p:nvSpPr>
            <p:spPr>
              <a:xfrm>
                <a:off x="9309625" y="2227762"/>
                <a:ext cx="332184" cy="1201238"/>
              </a:xfrm>
              <a:prstGeom prst="rect">
                <a:avLst/>
              </a:prstGeom>
              <a:solidFill>
                <a:srgbClr val="FACF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758B7E-E105-A581-027B-C4EA82058FC4}"/>
                  </a:ext>
                </a:extLst>
              </p:cNvPr>
              <p:cNvSpPr/>
              <p:nvPr/>
            </p:nvSpPr>
            <p:spPr>
              <a:xfrm>
                <a:off x="9640198" y="2227762"/>
                <a:ext cx="332184" cy="1201238"/>
              </a:xfrm>
              <a:prstGeom prst="rect">
                <a:avLst/>
              </a:prstGeom>
              <a:solidFill>
                <a:srgbClr val="A1C6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C2AF536-C20B-8E37-3641-C1D232AA0E77}"/>
                  </a:ext>
                </a:extLst>
              </p:cNvPr>
              <p:cNvSpPr/>
              <p:nvPr/>
            </p:nvSpPr>
            <p:spPr>
              <a:xfrm>
                <a:off x="10301344" y="2227762"/>
                <a:ext cx="332184" cy="1201238"/>
              </a:xfrm>
              <a:prstGeom prst="rect">
                <a:avLst/>
              </a:prstGeom>
              <a:solidFill>
                <a:srgbClr val="1983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AF3C19C-81CB-7373-EB2E-472E0790EC92}"/>
                  </a:ext>
                </a:extLst>
              </p:cNvPr>
              <p:cNvSpPr/>
              <p:nvPr/>
            </p:nvSpPr>
            <p:spPr>
              <a:xfrm>
                <a:off x="8317906" y="2227762"/>
                <a:ext cx="332184" cy="1201238"/>
              </a:xfrm>
              <a:prstGeom prst="rect">
                <a:avLst/>
              </a:prstGeom>
              <a:solidFill>
                <a:srgbClr val="DD5C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0BA8DD-B53B-D979-EFCC-74E7E9DC6965}"/>
                  </a:ext>
                </a:extLst>
              </p:cNvPr>
              <p:cNvSpPr/>
              <p:nvPr/>
            </p:nvSpPr>
            <p:spPr>
              <a:xfrm>
                <a:off x="10962488" y="2227762"/>
                <a:ext cx="332184" cy="1201238"/>
              </a:xfrm>
              <a:prstGeom prst="rect">
                <a:avLst/>
              </a:prstGeom>
              <a:solidFill>
                <a:srgbClr val="6256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396279C-3873-95B3-D9D8-FC340FDFED12}"/>
                  </a:ext>
                </a:extLst>
              </p:cNvPr>
              <p:cNvSpPr/>
              <p:nvPr/>
            </p:nvSpPr>
            <p:spPr>
              <a:xfrm>
                <a:off x="8648479" y="2227762"/>
                <a:ext cx="332184" cy="1201238"/>
              </a:xfrm>
              <a:prstGeom prst="rect">
                <a:avLst/>
              </a:prstGeom>
              <a:solidFill>
                <a:srgbClr val="EC8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1C8D5B4-92C6-088F-8381-6970174004DE}"/>
                  </a:ext>
                </a:extLst>
              </p:cNvPr>
              <p:cNvSpPr/>
              <p:nvPr/>
            </p:nvSpPr>
            <p:spPr>
              <a:xfrm>
                <a:off x="10631917" y="2227762"/>
                <a:ext cx="332184" cy="1201238"/>
              </a:xfrm>
              <a:prstGeom prst="rect">
                <a:avLst/>
              </a:prstGeom>
              <a:solidFill>
                <a:srgbClr val="1F6B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221DCBF-784B-E56C-8A79-E7958F2B1356}"/>
                  </a:ext>
                </a:extLst>
              </p:cNvPr>
              <p:cNvSpPr/>
              <p:nvPr/>
            </p:nvSpPr>
            <p:spPr>
              <a:xfrm>
                <a:off x="9970771" y="2227762"/>
                <a:ext cx="332184" cy="1201238"/>
              </a:xfrm>
              <a:prstGeom prst="rect">
                <a:avLst/>
              </a:prstGeom>
              <a:solidFill>
                <a:srgbClr val="4BA3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Arrow: Up 11">
              <a:extLst>
                <a:ext uri="{FF2B5EF4-FFF2-40B4-BE49-F238E27FC236}">
                  <a16:creationId xmlns:a16="http://schemas.microsoft.com/office/drawing/2014/main" id="{E0F33AAA-2A16-FD65-8B96-510B47919B8D}"/>
                </a:ext>
              </a:extLst>
            </p:cNvPr>
            <p:cNvSpPr/>
            <p:nvPr/>
          </p:nvSpPr>
          <p:spPr>
            <a:xfrm rot="5400000">
              <a:off x="7700771" y="2994448"/>
              <a:ext cx="609600" cy="876300"/>
            </a:xfrm>
            <a:prstGeom prst="upArrow">
              <a:avLst/>
            </a:prstGeom>
            <a:solidFill>
              <a:srgbClr val="A1C647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16F179B7-26A1-C48D-AB8E-A8DF97B29FC6}"/>
                </a:ext>
              </a:extLst>
            </p:cNvPr>
            <p:cNvSpPr/>
            <p:nvPr/>
          </p:nvSpPr>
          <p:spPr>
            <a:xfrm rot="13963398" flipH="1">
              <a:off x="7228027" y="470774"/>
              <a:ext cx="1708376" cy="716544"/>
            </a:xfrm>
            <a:prstGeom prst="upArrow">
              <a:avLst>
                <a:gd name="adj1" fmla="val 44827"/>
                <a:gd name="adj2" fmla="val 50000"/>
              </a:avLst>
            </a:prstGeom>
            <a:solidFill>
              <a:srgbClr val="DD5C48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Up 13">
              <a:extLst>
                <a:ext uri="{FF2B5EF4-FFF2-40B4-BE49-F238E27FC236}">
                  <a16:creationId xmlns:a16="http://schemas.microsoft.com/office/drawing/2014/main" id="{BB7C69F3-C7C6-64E5-9517-397623089756}"/>
                </a:ext>
              </a:extLst>
            </p:cNvPr>
            <p:cNvSpPr/>
            <p:nvPr/>
          </p:nvSpPr>
          <p:spPr>
            <a:xfrm rot="18522033">
              <a:off x="7185450" y="5598161"/>
              <a:ext cx="1640242" cy="876300"/>
            </a:xfrm>
            <a:prstGeom prst="upArrow">
              <a:avLst>
                <a:gd name="adj1" fmla="val 44827"/>
                <a:gd name="adj2" fmla="val 50000"/>
              </a:avLst>
            </a:prstGeom>
            <a:solidFill>
              <a:srgbClr val="62569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03C9FF-2EF9-847F-87AE-517BD275DCA1}"/>
                </a:ext>
              </a:extLst>
            </p:cNvPr>
            <p:cNvSpPr txBox="1"/>
            <p:nvPr/>
          </p:nvSpPr>
          <p:spPr>
            <a:xfrm>
              <a:off x="8369561" y="6419952"/>
              <a:ext cx="1480703" cy="725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625695"/>
                  </a:solidFill>
                </a:rPr>
                <a:t>ABSORBED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5CE0856-BB20-ECF6-815A-664F47F3460F}"/>
                </a:ext>
              </a:extLst>
            </p:cNvPr>
            <p:cNvSpPr txBox="1"/>
            <p:nvPr/>
          </p:nvSpPr>
          <p:spPr>
            <a:xfrm>
              <a:off x="8369562" y="-190507"/>
              <a:ext cx="1480703" cy="725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DD5C48"/>
                  </a:solidFill>
                </a:rPr>
                <a:t>ABSORBED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B1593C-AD26-5595-C279-8E565C006C1B}"/>
                </a:ext>
              </a:extLst>
            </p:cNvPr>
            <p:cNvSpPr txBox="1"/>
            <p:nvPr/>
          </p:nvSpPr>
          <p:spPr>
            <a:xfrm>
              <a:off x="8391810" y="3066438"/>
              <a:ext cx="1480703" cy="725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50000"/>
                    </a:schemeClr>
                  </a:solidFill>
                </a:rPr>
                <a:t>REFLECTED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343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6" r="33963" b="12038"/>
          <a:stretch/>
        </p:blipFill>
        <p:spPr bwMode="auto">
          <a:xfrm>
            <a:off x="5180422" y="2590800"/>
            <a:ext cx="3384458" cy="2589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09600"/>
            <a:ext cx="7024744" cy="724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Chlorophyll excitation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81200"/>
            <a:ext cx="4876800" cy="35089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a molecule of chlorophyll absorbs a photon of light, it goes from a stable state to an excited state.  </a:t>
            </a:r>
          </a:p>
          <a:p>
            <a:pPr lvl="1"/>
            <a:r>
              <a:rPr lang="en-US" dirty="0"/>
              <a:t>Individual electrons in the chlorophyll absorb the light energy causing the electron to move to a higher orbital (new outer shell)</a:t>
            </a:r>
          </a:p>
          <a:p>
            <a:pPr lvl="1"/>
            <a:r>
              <a:rPr lang="en-US" dirty="0"/>
              <a:t>As electron falls back to its original orbital, it gives off energy</a:t>
            </a:r>
          </a:p>
        </p:txBody>
      </p:sp>
    </p:spTree>
    <p:extLst>
      <p:ext uri="{BB962C8B-B14F-4D97-AF65-F5344CB8AC3E}">
        <p14:creationId xmlns:p14="http://schemas.microsoft.com/office/powerpoint/2010/main" val="3806896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2400" cy="6487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Two stages of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2133600"/>
            <a:ext cx="7543800" cy="3505200"/>
          </a:xfrm>
        </p:spPr>
        <p:txBody>
          <a:bodyPr>
            <a:normAutofit/>
          </a:bodyPr>
          <a:lstStyle/>
          <a:p>
            <a:r>
              <a:rPr lang="en-US" b="1" dirty="0"/>
              <a:t>Light reaction (the </a:t>
            </a:r>
            <a:r>
              <a:rPr lang="en-US" b="1" i="1" dirty="0"/>
              <a:t>photo</a:t>
            </a:r>
            <a:r>
              <a:rPr lang="en-US" b="1" dirty="0"/>
              <a:t> part)</a:t>
            </a:r>
          </a:p>
          <a:p>
            <a:pPr lvl="1"/>
            <a:r>
              <a:rPr lang="en-US" sz="2400" dirty="0"/>
              <a:t>Converts light energy to chemical energy</a:t>
            </a:r>
          </a:p>
          <a:p>
            <a:pPr lvl="1"/>
            <a:r>
              <a:rPr lang="en-US" sz="2400" dirty="0"/>
              <a:t>Occurs </a:t>
            </a:r>
            <a:r>
              <a:rPr lang="en-US" sz="2400" i="1" dirty="0"/>
              <a:t>during the day</a:t>
            </a:r>
          </a:p>
          <a:p>
            <a:pPr marL="365760" lvl="1" indent="0">
              <a:buNone/>
            </a:pPr>
            <a:endParaRPr lang="en-US" sz="2400" i="1" dirty="0"/>
          </a:p>
          <a:p>
            <a:r>
              <a:rPr lang="en-US" b="1" dirty="0"/>
              <a:t>Calvin cycle (the </a:t>
            </a:r>
            <a:r>
              <a:rPr lang="en-US" b="1" i="1" dirty="0"/>
              <a:t>synthesis</a:t>
            </a:r>
            <a:r>
              <a:rPr lang="en-US" b="1" dirty="0"/>
              <a:t> part)</a:t>
            </a:r>
          </a:p>
          <a:p>
            <a:pPr lvl="1"/>
            <a:r>
              <a:rPr lang="en-US" sz="2400" dirty="0"/>
              <a:t>Uses products from light reaction to produce G3P sugar </a:t>
            </a:r>
          </a:p>
          <a:p>
            <a:pPr lvl="1"/>
            <a:r>
              <a:rPr lang="en-US" sz="2400" dirty="0"/>
              <a:t>Occurs </a:t>
            </a:r>
            <a:r>
              <a:rPr lang="en-US" sz="2400" i="1" dirty="0"/>
              <a:t>during day or night</a:t>
            </a:r>
          </a:p>
          <a:p>
            <a:pPr marL="68580" indent="0">
              <a:buNone/>
            </a:pP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1066728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772400" cy="64873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Light Reaction (the </a:t>
            </a:r>
            <a:r>
              <a:rPr lang="en-US" sz="3200" i="1" dirty="0">
                <a:solidFill>
                  <a:schemeClr val="tx1"/>
                </a:solidFill>
              </a:rPr>
              <a:t>photo</a:t>
            </a:r>
            <a:r>
              <a:rPr lang="en-US" sz="3200" dirty="0">
                <a:solidFill>
                  <a:schemeClr val="tx1"/>
                </a:solidFill>
              </a:rPr>
              <a:t> part)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7543800" cy="5181600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When:  First phase</a:t>
            </a:r>
          </a:p>
          <a:p>
            <a:r>
              <a:rPr lang="en-US" sz="2200" dirty="0"/>
              <a:t>Where:  Thylakoid membrane</a:t>
            </a:r>
          </a:p>
          <a:p>
            <a:r>
              <a:rPr lang="en-US" sz="2200" dirty="0"/>
              <a:t>Who is the main player:  Sunlight</a:t>
            </a:r>
          </a:p>
          <a:p>
            <a:r>
              <a:rPr lang="en-US" sz="2200" dirty="0"/>
              <a:t>What goes in:</a:t>
            </a:r>
          </a:p>
          <a:p>
            <a:pPr lvl="1"/>
            <a:r>
              <a:rPr lang="en-US" sz="1900" dirty="0">
                <a:solidFill>
                  <a:srgbClr val="00B050"/>
                </a:solidFill>
              </a:rPr>
              <a:t>Light energy</a:t>
            </a:r>
          </a:p>
          <a:p>
            <a:pPr lvl="1"/>
            <a:r>
              <a:rPr lang="en-US" sz="1900" dirty="0">
                <a:solidFill>
                  <a:srgbClr val="00B050"/>
                </a:solidFill>
              </a:rPr>
              <a:t>H</a:t>
            </a:r>
            <a:r>
              <a:rPr lang="en-US" sz="1900" baseline="-25000" dirty="0">
                <a:solidFill>
                  <a:srgbClr val="00B050"/>
                </a:solidFill>
              </a:rPr>
              <a:t>2</a:t>
            </a:r>
            <a:r>
              <a:rPr lang="en-US" sz="1900" dirty="0">
                <a:solidFill>
                  <a:srgbClr val="00B050"/>
                </a:solidFill>
              </a:rPr>
              <a:t>O</a:t>
            </a:r>
          </a:p>
          <a:p>
            <a:pPr lvl="1"/>
            <a:r>
              <a:rPr lang="en-US" sz="1900" dirty="0">
                <a:solidFill>
                  <a:srgbClr val="00B050"/>
                </a:solidFill>
              </a:rPr>
              <a:t>ADP</a:t>
            </a:r>
          </a:p>
          <a:p>
            <a:pPr lvl="1"/>
            <a:r>
              <a:rPr lang="en-US" sz="1900" dirty="0">
                <a:solidFill>
                  <a:srgbClr val="00B050"/>
                </a:solidFill>
              </a:rPr>
              <a:t>NADP</a:t>
            </a:r>
            <a:r>
              <a:rPr lang="en-US" sz="1900" baseline="30000" dirty="0">
                <a:solidFill>
                  <a:srgbClr val="00B050"/>
                </a:solidFill>
              </a:rPr>
              <a:t>+</a:t>
            </a:r>
          </a:p>
          <a:p>
            <a:r>
              <a:rPr lang="en-US" sz="2200" dirty="0"/>
              <a:t>What comes out:</a:t>
            </a:r>
          </a:p>
          <a:p>
            <a:pPr lvl="1"/>
            <a:r>
              <a:rPr lang="en-US" sz="1900" dirty="0">
                <a:solidFill>
                  <a:srgbClr val="0070C0"/>
                </a:solidFill>
              </a:rPr>
              <a:t>ATP (goes to Calvin Cycle)</a:t>
            </a:r>
          </a:p>
          <a:p>
            <a:pPr lvl="1"/>
            <a:r>
              <a:rPr lang="en-US" sz="1900" dirty="0">
                <a:solidFill>
                  <a:srgbClr val="0070C0"/>
                </a:solidFill>
              </a:rPr>
              <a:t>NADPH (goes to Calvin Cycle)</a:t>
            </a:r>
          </a:p>
          <a:p>
            <a:pPr lvl="1"/>
            <a:r>
              <a:rPr lang="en-US" sz="1900" dirty="0">
                <a:solidFill>
                  <a:srgbClr val="0070C0"/>
                </a:solidFill>
              </a:rPr>
              <a:t>O</a:t>
            </a:r>
            <a:r>
              <a:rPr lang="en-US" sz="1900" baseline="-25000" dirty="0">
                <a:solidFill>
                  <a:srgbClr val="0070C0"/>
                </a:solidFill>
              </a:rPr>
              <a:t>2</a:t>
            </a:r>
            <a:r>
              <a:rPr lang="en-US" sz="1900" dirty="0">
                <a:solidFill>
                  <a:srgbClr val="0070C0"/>
                </a:solidFill>
              </a:rPr>
              <a:t> (released from plant into environment)</a:t>
            </a:r>
            <a:endParaRPr lang="en-US" sz="1900" baseline="-25000" dirty="0">
              <a:solidFill>
                <a:srgbClr val="0070C0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Why is this happening: Converts light energy to chemical energy (ATP) and electron carrier NADPH</a:t>
            </a:r>
          </a:p>
          <a:p>
            <a:pPr lvl="2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685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474663"/>
            <a:ext cx="7456487" cy="591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/>
          <p:cNvSpPr/>
          <p:nvPr/>
        </p:nvSpPr>
        <p:spPr>
          <a:xfrm>
            <a:off x="1600200" y="609600"/>
            <a:ext cx="990600" cy="381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14800" y="2057400"/>
            <a:ext cx="1143000" cy="4572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267200" y="2590800"/>
            <a:ext cx="990600" cy="381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66008" y="533400"/>
            <a:ext cx="1096392" cy="48494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91000" y="3048000"/>
            <a:ext cx="990600" cy="381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66008" y="5638800"/>
            <a:ext cx="990600" cy="5334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196548" y="4279037"/>
            <a:ext cx="1061251" cy="5334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67200" y="3733800"/>
            <a:ext cx="990600" cy="5334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0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533400"/>
            <a:ext cx="7024744" cy="72493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Chlorophyll Photosystems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371600"/>
            <a:ext cx="8001000" cy="4267200"/>
          </a:xfrm>
        </p:spPr>
        <p:txBody>
          <a:bodyPr>
            <a:noAutofit/>
          </a:bodyPr>
          <a:lstStyle/>
          <a:p>
            <a:r>
              <a:rPr lang="en-US" dirty="0"/>
              <a:t>Chlorophyll molecules in plant cells are surrounded by other chlorophyll molecules</a:t>
            </a:r>
          </a:p>
          <a:p>
            <a:pPr lvl="1"/>
            <a:r>
              <a:rPr lang="en-US" sz="2400" dirty="0"/>
              <a:t>Each molecule absorbs light energy from the sun</a:t>
            </a:r>
          </a:p>
          <a:p>
            <a:pPr lvl="2"/>
            <a:r>
              <a:rPr lang="en-US" dirty="0"/>
              <a:t>Electrons jump up/fall back, give off energy</a:t>
            </a:r>
          </a:p>
          <a:p>
            <a:pPr lvl="2"/>
            <a:r>
              <a:rPr lang="en-US" dirty="0"/>
              <a:t>Energy given off is transmitted to another chlorophyll molecule</a:t>
            </a:r>
          </a:p>
          <a:p>
            <a:pPr lvl="3"/>
            <a:r>
              <a:rPr lang="en-US" dirty="0"/>
              <a:t>Causes an electron in that molecule to jump up/fall back</a:t>
            </a:r>
          </a:p>
          <a:p>
            <a:pPr lvl="3"/>
            <a:endParaRPr lang="en-US" dirty="0"/>
          </a:p>
          <a:p>
            <a:r>
              <a:rPr lang="en-US" dirty="0"/>
              <a:t>In plants, we call these light harvesting complexes Photosystems</a:t>
            </a:r>
          </a:p>
          <a:p>
            <a:pPr lvl="1"/>
            <a:r>
              <a:rPr lang="en-US" sz="2000" dirty="0"/>
              <a:t>Located in the thylakoid membrane</a:t>
            </a:r>
          </a:p>
        </p:txBody>
      </p:sp>
    </p:spTree>
    <p:extLst>
      <p:ext uri="{BB962C8B-B14F-4D97-AF65-F5344CB8AC3E}">
        <p14:creationId xmlns:p14="http://schemas.microsoft.com/office/powerpoint/2010/main" val="229055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9787"/>
            <a:ext cx="5608638" cy="617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2590800"/>
            <a:ext cx="2133600" cy="200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23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024744" cy="724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Two Photosystems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0223"/>
            <a:ext cx="8001000" cy="4956777"/>
          </a:xfrm>
        </p:spPr>
        <p:txBody>
          <a:bodyPr>
            <a:normAutofit/>
          </a:bodyPr>
          <a:lstStyle/>
          <a:p>
            <a:r>
              <a:rPr lang="en-US" u="sng" dirty="0"/>
              <a:t>Photosystem II</a:t>
            </a:r>
          </a:p>
          <a:p>
            <a:pPr lvl="1"/>
            <a:r>
              <a:rPr lang="en-US" dirty="0"/>
              <a:t>Chlorophyll </a:t>
            </a:r>
            <a:r>
              <a:rPr lang="en-US" i="1" dirty="0"/>
              <a:t>a</a:t>
            </a:r>
            <a:r>
              <a:rPr lang="en-US" dirty="0"/>
              <a:t> (P680)</a:t>
            </a:r>
          </a:p>
          <a:p>
            <a:r>
              <a:rPr lang="en-US" u="sng" dirty="0"/>
              <a:t>Photosystem I</a:t>
            </a:r>
          </a:p>
          <a:p>
            <a:pPr lvl="1"/>
            <a:r>
              <a:rPr lang="en-US" dirty="0"/>
              <a:t>Chlorophyll </a:t>
            </a:r>
            <a:r>
              <a:rPr lang="en-US" i="1" dirty="0"/>
              <a:t>a</a:t>
            </a:r>
            <a:r>
              <a:rPr lang="en-US" dirty="0"/>
              <a:t> (P700)</a:t>
            </a:r>
          </a:p>
          <a:p>
            <a:pPr lvl="1"/>
            <a:endParaRPr lang="en-US" dirty="0"/>
          </a:p>
          <a:p>
            <a:r>
              <a:rPr lang="en-US" dirty="0"/>
              <a:t>Photosystem II is upstream of Photosystem I</a:t>
            </a:r>
          </a:p>
          <a:p>
            <a:r>
              <a:rPr lang="en-US" dirty="0"/>
              <a:t>Photosystem II charges Photosystem I via electron transport chain</a:t>
            </a:r>
          </a:p>
          <a:p>
            <a:r>
              <a:rPr lang="en-US" dirty="0"/>
              <a:t>Photosystem I reduces NADP+ to NADPH</a:t>
            </a:r>
          </a:p>
          <a:p>
            <a:r>
              <a:rPr lang="en-US" dirty="0"/>
              <a:t>This is linear electron flow</a:t>
            </a:r>
          </a:p>
        </p:txBody>
      </p:sp>
    </p:spTree>
    <p:extLst>
      <p:ext uri="{BB962C8B-B14F-4D97-AF65-F5344CB8AC3E}">
        <p14:creationId xmlns:p14="http://schemas.microsoft.com/office/powerpoint/2010/main" val="3507505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0"/>
            <a:ext cx="7024744" cy="724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Linear Electron Flow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09" y="1524000"/>
            <a:ext cx="7346725" cy="45537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52800" y="3352800"/>
            <a:ext cx="1143000" cy="1447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7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0"/>
            <a:ext cx="7024744" cy="724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Putting it all together: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" t="13408" r="3264" b="15534"/>
          <a:stretch/>
        </p:blipFill>
        <p:spPr bwMode="auto">
          <a:xfrm>
            <a:off x="761999" y="1524000"/>
            <a:ext cx="7868551" cy="453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294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57400"/>
            <a:ext cx="6305986" cy="281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743200"/>
            <a:ext cx="1371600" cy="11593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84BAC-7911-CBC8-ABBE-3F55963E4F7A}"/>
              </a:ext>
            </a:extLst>
          </p:cNvPr>
          <p:cNvSpPr txBox="1"/>
          <p:nvPr/>
        </p:nvSpPr>
        <p:spPr>
          <a:xfrm>
            <a:off x="990600" y="58674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this diagram to trace the flow of electrons in this linear electron flow.</a:t>
            </a:r>
          </a:p>
        </p:txBody>
      </p:sp>
    </p:spTree>
    <p:extLst>
      <p:ext uri="{BB962C8B-B14F-4D97-AF65-F5344CB8AC3E}">
        <p14:creationId xmlns:p14="http://schemas.microsoft.com/office/powerpoint/2010/main" val="4252835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Calvin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880" y="1447800"/>
            <a:ext cx="4191000" cy="4800600"/>
          </a:xfrm>
        </p:spPr>
        <p:txBody>
          <a:bodyPr/>
          <a:lstStyle/>
          <a:p>
            <a:r>
              <a:rPr lang="en-US" dirty="0"/>
              <a:t>Uses ATP and NADPH from Light Reaction to reduce CO</a:t>
            </a:r>
            <a:r>
              <a:rPr lang="en-US" baseline="-25000" dirty="0"/>
              <a:t>2</a:t>
            </a:r>
            <a:r>
              <a:rPr lang="en-US" dirty="0"/>
              <a:t> to G3P</a:t>
            </a:r>
          </a:p>
          <a:p>
            <a:pPr lvl="1"/>
            <a:r>
              <a:rPr lang="en-US" dirty="0"/>
              <a:t>Anabolic (building big molecule)</a:t>
            </a:r>
          </a:p>
          <a:p>
            <a:pPr lvl="1"/>
            <a:endParaRPr lang="en-US" dirty="0"/>
          </a:p>
          <a:p>
            <a:r>
              <a:rPr lang="en-US" dirty="0"/>
              <a:t>Occurs in the stroma of chloroplast</a:t>
            </a:r>
          </a:p>
          <a:p>
            <a:endParaRPr lang="en-US" dirty="0"/>
          </a:p>
          <a:p>
            <a:r>
              <a:rPr lang="en-US" dirty="0"/>
              <a:t>Occurs during the day or night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ECB46E-F800-EC73-E7C8-D23CF084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80" y="2667000"/>
            <a:ext cx="4191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28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1E72-9586-731A-8A68-115DBE9D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3B3B-D405-1A6F-1A0C-F95BB7EC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Calvin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6228-2171-4A7F-A7A0-A5086050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219200"/>
            <a:ext cx="8001000" cy="4800600"/>
          </a:xfrm>
        </p:spPr>
        <p:txBody>
          <a:bodyPr/>
          <a:lstStyle/>
          <a:p>
            <a:r>
              <a:rPr lang="en-US" dirty="0"/>
              <a:t>Three sub-phases:</a:t>
            </a:r>
          </a:p>
          <a:p>
            <a:pPr lvl="1"/>
            <a:r>
              <a:rPr lang="en-US" dirty="0"/>
              <a:t>(carbon) </a:t>
            </a:r>
            <a:r>
              <a:rPr lang="en-US" i="1" u="sng" dirty="0"/>
              <a:t>Fixation</a:t>
            </a:r>
            <a:r>
              <a:rPr lang="en-US" dirty="0"/>
              <a:t> phase</a:t>
            </a:r>
          </a:p>
          <a:p>
            <a:pPr lvl="2"/>
            <a:r>
              <a:rPr lang="en-US" dirty="0"/>
              <a:t>“Fixes” carbon, turns inorganic C02 into organic </a:t>
            </a:r>
            <a:r>
              <a:rPr lang="en-US" dirty="0" err="1"/>
              <a:t>mol’c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Catalyzed by rubisco</a:t>
            </a:r>
          </a:p>
          <a:p>
            <a:pPr lvl="2"/>
            <a:endParaRPr lang="en-US" dirty="0"/>
          </a:p>
          <a:p>
            <a:pPr lvl="1"/>
            <a:r>
              <a:rPr lang="en-US" i="1" u="sng" dirty="0"/>
              <a:t>Reduction</a:t>
            </a:r>
            <a:r>
              <a:rPr lang="en-US" dirty="0"/>
              <a:t> phase</a:t>
            </a:r>
          </a:p>
          <a:p>
            <a:pPr lvl="2"/>
            <a:r>
              <a:rPr lang="en-US" dirty="0"/>
              <a:t>Reduce # of Phosphate groups</a:t>
            </a:r>
          </a:p>
          <a:p>
            <a:pPr lvl="2"/>
            <a:endParaRPr lang="en-US" dirty="0"/>
          </a:p>
          <a:p>
            <a:pPr lvl="1"/>
            <a:r>
              <a:rPr lang="en-US" i="1" u="sng" dirty="0"/>
              <a:t>Regeneration</a:t>
            </a:r>
            <a:r>
              <a:rPr lang="en-US" dirty="0"/>
              <a:t> (of CO</a:t>
            </a:r>
            <a:r>
              <a:rPr lang="en-US" baseline="-25000" dirty="0"/>
              <a:t>2</a:t>
            </a:r>
            <a:r>
              <a:rPr lang="en-US" dirty="0"/>
              <a:t> acceptor) phase</a:t>
            </a:r>
          </a:p>
          <a:p>
            <a:pPr lvl="2"/>
            <a:r>
              <a:rPr lang="en-US" dirty="0"/>
              <a:t>Regenerate RuBP to start cycle again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742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487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Calvin Cycle (the </a:t>
            </a:r>
            <a:r>
              <a:rPr lang="en-US" i="1" dirty="0">
                <a:solidFill>
                  <a:schemeClr val="tx1"/>
                </a:solidFill>
              </a:rPr>
              <a:t>synthesis</a:t>
            </a:r>
            <a:r>
              <a:rPr lang="en-US" dirty="0">
                <a:solidFill>
                  <a:schemeClr val="tx1"/>
                </a:solidFill>
              </a:rPr>
              <a:t> part)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75438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When:  After Light Reaction</a:t>
            </a:r>
          </a:p>
          <a:p>
            <a:r>
              <a:rPr lang="en-US" dirty="0"/>
              <a:t>Where:  In Stroma</a:t>
            </a:r>
          </a:p>
          <a:p>
            <a:r>
              <a:rPr lang="en-US" dirty="0"/>
              <a:t>Who is the main player: CO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What goes in: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9 ATP</a:t>
            </a:r>
            <a:r>
              <a:rPr lang="en-US" dirty="0"/>
              <a:t> (from light reactions)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6 NADPH</a:t>
            </a:r>
            <a:r>
              <a:rPr lang="en-US" dirty="0"/>
              <a:t> (from light reactions)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3 CO</a:t>
            </a:r>
            <a:r>
              <a:rPr lang="en-US" baseline="-25000" dirty="0">
                <a:solidFill>
                  <a:srgbClr val="00B050"/>
                </a:solidFill>
              </a:rPr>
              <a:t>2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(Plant absorbs from atmosphere)</a:t>
            </a:r>
            <a:endParaRPr lang="en-US" baseline="-25000" dirty="0"/>
          </a:p>
          <a:p>
            <a:r>
              <a:rPr lang="en-US" dirty="0"/>
              <a:t>What comes out: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9 ADP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6 NADP</a:t>
            </a:r>
            <a:r>
              <a:rPr lang="en-US" baseline="30000" dirty="0">
                <a:solidFill>
                  <a:srgbClr val="0070C0"/>
                </a:solidFill>
              </a:rPr>
              <a:t>+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6 G3P</a:t>
            </a:r>
            <a:r>
              <a:rPr lang="en-US" dirty="0"/>
              <a:t> (a 3 carbon sugar)</a:t>
            </a:r>
          </a:p>
          <a:p>
            <a:pPr lvl="2"/>
            <a:r>
              <a:rPr lang="en-US" dirty="0"/>
              <a:t>One goes toward building sugar, starch, cellulose</a:t>
            </a:r>
          </a:p>
          <a:p>
            <a:pPr lvl="2"/>
            <a:r>
              <a:rPr lang="en-US" b="1" dirty="0"/>
              <a:t>The other 5 recycle back to </a:t>
            </a:r>
            <a:r>
              <a:rPr lang="en-US" b="1" dirty="0" err="1"/>
              <a:t>RuBP</a:t>
            </a:r>
            <a:r>
              <a:rPr lang="en-US" b="1" dirty="0"/>
              <a:t> in the regeneration phase</a:t>
            </a:r>
          </a:p>
          <a:p>
            <a:r>
              <a:rPr lang="en-US" dirty="0"/>
              <a:t>Why is this happening: Make G3P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43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449263"/>
            <a:ext cx="7456487" cy="596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562600" y="5562600"/>
            <a:ext cx="1219200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    G3P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4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838200"/>
            <a:ext cx="5700712" cy="55704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E1E50A-C01E-E368-EB2A-69EB46E05AD6}"/>
              </a:ext>
            </a:extLst>
          </p:cNvPr>
          <p:cNvSpPr/>
          <p:nvPr/>
        </p:nvSpPr>
        <p:spPr>
          <a:xfrm>
            <a:off x="1219200" y="3124200"/>
            <a:ext cx="25908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EB398C-D14D-6C7C-B38A-F0ADD18DEDE2}"/>
              </a:ext>
            </a:extLst>
          </p:cNvPr>
          <p:cNvSpPr/>
          <p:nvPr/>
        </p:nvSpPr>
        <p:spPr>
          <a:xfrm>
            <a:off x="3733800" y="3352800"/>
            <a:ext cx="3810000" cy="312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2D5A2-8331-1E1E-0282-9CD4BCE6D040}"/>
              </a:ext>
            </a:extLst>
          </p:cNvPr>
          <p:cNvSpPr/>
          <p:nvPr/>
        </p:nvSpPr>
        <p:spPr>
          <a:xfrm>
            <a:off x="6019800" y="2743200"/>
            <a:ext cx="1357312" cy="373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EBF8A-BE35-3900-303C-E378E60F49B5}"/>
              </a:ext>
            </a:extLst>
          </p:cNvPr>
          <p:cNvSpPr txBox="1"/>
          <p:nvPr/>
        </p:nvSpPr>
        <p:spPr>
          <a:xfrm>
            <a:off x="738188" y="95079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Uses Rubisco Enzyme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3683D-0F50-23A6-9E02-43ECE2F6EBB4}"/>
              </a:ext>
            </a:extLst>
          </p:cNvPr>
          <p:cNvSpPr/>
          <p:nvPr/>
        </p:nvSpPr>
        <p:spPr>
          <a:xfrm>
            <a:off x="304800" y="1551676"/>
            <a:ext cx="2590800" cy="2105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77D5D-C5CA-D6F3-9A05-0AF55A41DB9C}"/>
              </a:ext>
            </a:extLst>
          </p:cNvPr>
          <p:cNvSpPr txBox="1"/>
          <p:nvPr/>
        </p:nvSpPr>
        <p:spPr>
          <a:xfrm>
            <a:off x="1524000" y="2014773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carbon molecule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410F5-24FD-8CC1-DD58-FE019BD7BCEE}"/>
              </a:ext>
            </a:extLst>
          </p:cNvPr>
          <p:cNvSpPr txBox="1"/>
          <p:nvPr/>
        </p:nvSpPr>
        <p:spPr>
          <a:xfrm>
            <a:off x="5098256" y="1287077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Unstable 6 carbon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2032E-3F22-9CEF-B296-8F3433482403}"/>
              </a:ext>
            </a:extLst>
          </p:cNvPr>
          <p:cNvSpPr txBox="1"/>
          <p:nvPr/>
        </p:nvSpPr>
        <p:spPr>
          <a:xfrm>
            <a:off x="2895600" y="3606128"/>
            <a:ext cx="3276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Carbon Fixation Phase</a:t>
            </a:r>
          </a:p>
        </p:txBody>
      </p:sp>
    </p:spTree>
    <p:extLst>
      <p:ext uri="{BB962C8B-B14F-4D97-AF65-F5344CB8AC3E}">
        <p14:creationId xmlns:p14="http://schemas.microsoft.com/office/powerpoint/2010/main" val="3681263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1402-EF03-B2EE-03B5-AF47BB59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08D7E-1258-371A-D868-705ABE9C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838200"/>
            <a:ext cx="5700712" cy="55704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5880B5-EA83-F5EE-2C23-447DFE877EAB}"/>
              </a:ext>
            </a:extLst>
          </p:cNvPr>
          <p:cNvSpPr/>
          <p:nvPr/>
        </p:nvSpPr>
        <p:spPr>
          <a:xfrm>
            <a:off x="1467476" y="3279198"/>
            <a:ext cx="25908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26BEC-FB80-53F6-D881-5A0FBB418B51}"/>
              </a:ext>
            </a:extLst>
          </p:cNvPr>
          <p:cNvSpPr/>
          <p:nvPr/>
        </p:nvSpPr>
        <p:spPr>
          <a:xfrm>
            <a:off x="469532" y="838200"/>
            <a:ext cx="2483218" cy="312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09CDA-6E83-B8AA-E2E1-0885F690062C}"/>
              </a:ext>
            </a:extLst>
          </p:cNvPr>
          <p:cNvSpPr/>
          <p:nvPr/>
        </p:nvSpPr>
        <p:spPr>
          <a:xfrm rot="16200000">
            <a:off x="3394086" y="2682864"/>
            <a:ext cx="990600" cy="18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01B99-0AD1-2FE6-8931-B988CF730741}"/>
              </a:ext>
            </a:extLst>
          </p:cNvPr>
          <p:cNvSpPr txBox="1"/>
          <p:nvPr/>
        </p:nvSpPr>
        <p:spPr>
          <a:xfrm>
            <a:off x="6629801" y="3907598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energy to convert between molecules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C3DB0-4F33-0416-7CEA-53B20BE19AA4}"/>
              </a:ext>
            </a:extLst>
          </p:cNvPr>
          <p:cNvSpPr txBox="1"/>
          <p:nvPr/>
        </p:nvSpPr>
        <p:spPr>
          <a:xfrm>
            <a:off x="6774656" y="52578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carbon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8B414-80EB-441F-0B70-E493B9DB9E07}"/>
              </a:ext>
            </a:extLst>
          </p:cNvPr>
          <p:cNvSpPr txBox="1"/>
          <p:nvPr/>
        </p:nvSpPr>
        <p:spPr>
          <a:xfrm>
            <a:off x="6896100" y="21336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carbon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E16A5-99DE-65FD-FA27-D63E96E3372D}"/>
              </a:ext>
            </a:extLst>
          </p:cNvPr>
          <p:cNvSpPr txBox="1"/>
          <p:nvPr/>
        </p:nvSpPr>
        <p:spPr>
          <a:xfrm>
            <a:off x="1774033" y="3473929"/>
            <a:ext cx="3276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Reduction Phase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2B18E-360B-AE2E-5BBC-3AAA3CE576FC}"/>
              </a:ext>
            </a:extLst>
          </p:cNvPr>
          <p:cNvSpPr txBox="1"/>
          <p:nvPr/>
        </p:nvSpPr>
        <p:spPr>
          <a:xfrm>
            <a:off x="4717531" y="5863437"/>
            <a:ext cx="3428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G3P go to the cell’s energy, 5 remain in the cycle</a:t>
            </a:r>
          </a:p>
        </p:txBody>
      </p:sp>
    </p:spTree>
    <p:extLst>
      <p:ext uri="{BB962C8B-B14F-4D97-AF65-F5344CB8AC3E}">
        <p14:creationId xmlns:p14="http://schemas.microsoft.com/office/powerpoint/2010/main" val="2259599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90F1-4F74-9875-2A84-DC817DE45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312F88-A076-53DE-A0DC-553073473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838200"/>
            <a:ext cx="5700712" cy="55704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D0B39A-0B68-4CF2-270C-B4155EB4A552}"/>
              </a:ext>
            </a:extLst>
          </p:cNvPr>
          <p:cNvSpPr/>
          <p:nvPr/>
        </p:nvSpPr>
        <p:spPr>
          <a:xfrm rot="16200000">
            <a:off x="3394086" y="2682864"/>
            <a:ext cx="990600" cy="18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FD0FF-EA3E-E3B8-E27D-B26401EA8C4B}"/>
              </a:ext>
            </a:extLst>
          </p:cNvPr>
          <p:cNvSpPr txBox="1"/>
          <p:nvPr/>
        </p:nvSpPr>
        <p:spPr>
          <a:xfrm>
            <a:off x="594122" y="3290500"/>
            <a:ext cx="1250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3 more ATP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0EF38-089C-5A9B-F2D5-336AC98ABFAC}"/>
              </a:ext>
            </a:extLst>
          </p:cNvPr>
          <p:cNvSpPr txBox="1"/>
          <p:nvPr/>
        </p:nvSpPr>
        <p:spPr>
          <a:xfrm>
            <a:off x="762000" y="1141020"/>
            <a:ext cx="16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ATP used to regenerate RuBP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6BDDC-0BF4-7947-3151-F6AE871ED380}"/>
              </a:ext>
            </a:extLst>
          </p:cNvPr>
          <p:cNvSpPr txBox="1"/>
          <p:nvPr/>
        </p:nvSpPr>
        <p:spPr>
          <a:xfrm>
            <a:off x="2979421" y="3228945"/>
            <a:ext cx="3276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Regeneration</a:t>
            </a:r>
          </a:p>
          <a:p>
            <a:r>
              <a:rPr lang="en-US" sz="2000" b="1" dirty="0"/>
              <a:t> Phase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088CD-9611-1DFB-0AB8-D92512C46908}"/>
              </a:ext>
            </a:extLst>
          </p:cNvPr>
          <p:cNvSpPr txBox="1"/>
          <p:nvPr/>
        </p:nvSpPr>
        <p:spPr>
          <a:xfrm>
            <a:off x="914400" y="5119300"/>
            <a:ext cx="1714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G3P remain in the cycle</a:t>
            </a:r>
          </a:p>
        </p:txBody>
      </p:sp>
    </p:spTree>
    <p:extLst>
      <p:ext uri="{BB962C8B-B14F-4D97-AF65-F5344CB8AC3E}">
        <p14:creationId xmlns:p14="http://schemas.microsoft.com/office/powerpoint/2010/main" val="2564304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800"/>
            <a:ext cx="7467600" cy="350897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Photosynthesis video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Online Media 1" title="Photosynthesis">
            <a:hlinkClick r:id="" action="ppaction://media"/>
            <a:extLst>
              <a:ext uri="{FF2B5EF4-FFF2-40B4-BE49-F238E27FC236}">
                <a16:creationId xmlns:a16="http://schemas.microsoft.com/office/drawing/2014/main" id="{4D65BFA4-8D21-37C2-3690-B03E7149FC1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71500" y="1524000"/>
            <a:ext cx="8001000" cy="452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7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33400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Photosynthesis Summary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CA1012-B24B-9F55-BC14-CB3107162DBE}"/>
              </a:ext>
            </a:extLst>
          </p:cNvPr>
          <p:cNvSpPr/>
          <p:nvPr/>
        </p:nvSpPr>
        <p:spPr>
          <a:xfrm>
            <a:off x="700884" y="1182136"/>
            <a:ext cx="3614163" cy="5261794"/>
          </a:xfrm>
          <a:prstGeom prst="rect">
            <a:avLst/>
          </a:prstGeom>
          <a:solidFill>
            <a:srgbClr val="D9F2D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C95DBD0-1C25-1DDD-AAE5-7E24C1F4B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599" y="1182136"/>
            <a:ext cx="3057148" cy="639762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Light Reaction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05CD1738-78B4-6F75-1A87-C332C1204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2253" y="1892534"/>
            <a:ext cx="3959740" cy="42661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Occurs in Thylakoid</a:t>
            </a:r>
          </a:p>
          <a:p>
            <a:r>
              <a:rPr lang="en-US" sz="2400" dirty="0"/>
              <a:t>Occurs during day</a:t>
            </a:r>
          </a:p>
          <a:p>
            <a:r>
              <a:rPr lang="en-US" sz="2400" dirty="0"/>
              <a:t>What goes in:</a:t>
            </a:r>
          </a:p>
          <a:p>
            <a:pPr lvl="1"/>
            <a:r>
              <a:rPr lang="en-US" sz="2000" dirty="0"/>
              <a:t>Light energy</a:t>
            </a:r>
          </a:p>
          <a:p>
            <a:pPr lvl="1"/>
            <a:r>
              <a:rPr lang="en-US" sz="2000" dirty="0"/>
              <a:t>Water</a:t>
            </a:r>
          </a:p>
          <a:p>
            <a:pPr lvl="1"/>
            <a:r>
              <a:rPr lang="en-US" sz="2000" dirty="0"/>
              <a:t>ADP</a:t>
            </a:r>
          </a:p>
          <a:p>
            <a:pPr lvl="1"/>
            <a:r>
              <a:rPr lang="en-US" sz="2000" dirty="0"/>
              <a:t>NADP+</a:t>
            </a:r>
          </a:p>
          <a:p>
            <a:r>
              <a:rPr lang="en-US" sz="2400" dirty="0"/>
              <a:t>What comes out:</a:t>
            </a:r>
          </a:p>
          <a:p>
            <a:pPr lvl="1"/>
            <a:r>
              <a:rPr lang="en-US" sz="2000" dirty="0"/>
              <a:t>ATP</a:t>
            </a:r>
          </a:p>
          <a:p>
            <a:pPr lvl="1"/>
            <a:r>
              <a:rPr lang="en-US" sz="2000" dirty="0"/>
              <a:t>NADPH</a:t>
            </a:r>
          </a:p>
          <a:p>
            <a:pPr lvl="1"/>
            <a:r>
              <a:rPr lang="en-US" sz="2000" dirty="0"/>
              <a:t>O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C0C52E-0B09-FEC3-5167-B19577B045FE}"/>
              </a:ext>
            </a:extLst>
          </p:cNvPr>
          <p:cNvSpPr/>
          <p:nvPr/>
        </p:nvSpPr>
        <p:spPr>
          <a:xfrm>
            <a:off x="4483376" y="1182136"/>
            <a:ext cx="3959740" cy="5261794"/>
          </a:xfrm>
          <a:prstGeom prst="rect">
            <a:avLst/>
          </a:prstGeom>
          <a:solidFill>
            <a:srgbClr val="D9F2D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97185C20-A093-5687-41B5-63361E4A9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622" y="1182136"/>
            <a:ext cx="3055717" cy="639762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Calvin Cycle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6E663322-CB28-3344-3046-B9D739412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622" y="1892534"/>
            <a:ext cx="4114800" cy="39486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Occurs in Stroma</a:t>
            </a:r>
          </a:p>
          <a:p>
            <a:r>
              <a:rPr lang="en-US" sz="2400" dirty="0"/>
              <a:t>Occurs day or night</a:t>
            </a:r>
          </a:p>
          <a:p>
            <a:r>
              <a:rPr lang="en-US" sz="2400" dirty="0"/>
              <a:t>What goes in:</a:t>
            </a:r>
          </a:p>
          <a:p>
            <a:pPr lvl="1"/>
            <a:r>
              <a:rPr lang="en-US" sz="2000" dirty="0"/>
              <a:t>ATP</a:t>
            </a:r>
          </a:p>
          <a:p>
            <a:pPr lvl="1"/>
            <a:r>
              <a:rPr lang="en-US" sz="2000" dirty="0"/>
              <a:t>NADPH</a:t>
            </a:r>
          </a:p>
          <a:p>
            <a:pPr lvl="1"/>
            <a:r>
              <a:rPr lang="en-US" sz="2000" dirty="0"/>
              <a:t>CO</a:t>
            </a:r>
            <a:r>
              <a:rPr lang="en-US" sz="2000" baseline="-25000" dirty="0"/>
              <a:t>2</a:t>
            </a:r>
          </a:p>
          <a:p>
            <a:r>
              <a:rPr lang="en-US" sz="2400" dirty="0"/>
              <a:t>What comes out:</a:t>
            </a:r>
          </a:p>
          <a:p>
            <a:pPr lvl="1"/>
            <a:r>
              <a:rPr lang="en-US" sz="2000" dirty="0"/>
              <a:t>NADP+</a:t>
            </a:r>
          </a:p>
          <a:p>
            <a:pPr lvl="1"/>
            <a:r>
              <a:rPr lang="en-US" sz="2000" dirty="0"/>
              <a:t>ADP</a:t>
            </a:r>
          </a:p>
          <a:p>
            <a:pPr lvl="1"/>
            <a:r>
              <a:rPr lang="en-US" sz="2000" dirty="0"/>
              <a:t>G3P (sugar)</a:t>
            </a:r>
          </a:p>
        </p:txBody>
      </p:sp>
    </p:spTree>
    <p:extLst>
      <p:ext uri="{BB962C8B-B14F-4D97-AF65-F5344CB8AC3E}">
        <p14:creationId xmlns:p14="http://schemas.microsoft.com/office/powerpoint/2010/main" val="3079354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f50663051003a027bdde9"/>
  <p:tag name="TRANSPARENTBACKGROUND" val="true"/>
  <p:tag name="DATEINSERTED" val="1772049455999"/>
  <p:tag name="BIOJSON" val="{&quot;id&quot;:&quot;25d520c3-27b1-4536-b510-02499b6590ce&quot;,&quot;objects&quot;:{&quot;25d520c3-27b1-4536-b510-02499b6590ce&quot;:{&quot;id&quot;:&quot;25d520c3-27b1-4536-b510-02499b6590ce&quot;,&quot;type&quot;:&quot;FIGURE_OBJECT&quot;,&quot;document&quot;:{&quot;type&quot;:&quot;DOCUMENT_GROUP&quot;,&quot;canvasType&quot;:&quot;FIGURE&quot;,&quot;units&quot;:&quot;in&quot;}},&quot;bf621bf1-3574-40fe-9adf-27186892f882&quot;:{&quot;id&quot;:&quot;bf621bf1-3574-40fe-9adf-27186892f88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25d520c3-27b1-4536-b510-02499b6590ce&quot;,&quot;type&quot;:&quot;FRAME&quot;,&quot;order&quot;:&quot;5&quot;}},&quot;33dbc3be-a193-43a0-952f-daa98634e1a0&quot;:{&quot;id&quot;:&quot;33dbc3be-a193-43a0-952f-daa98634e1a0&quot;,&quot;type&quot;:&quot;FIGURE_OBJECT&quot;,&quot;document&quot;:{&quot;type&quot;:&quot;FIGURE&quot;,&quot;canvasType&quot;:&quot;FIGURE&quot;,&quot;units&quot;:&quot;in&quot;},&quot;parent&quot;:{&quot;parentId&quot;:&quot;25d520c3-27b1-4536-b510-02499b6590ce&quot;,&quot;type&quot;:&quot;DOCUMENT&quot;,&quot;order&quot;:&quot;5&quot;}},&quot;29e26981-898e-49f7-8ab8-8bbb101ff8a0&quot;:{&quot;id&quot;:&quot;29e26981-898e-49f7-8ab8-8bbb101ff8a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33dbc3be-a193-43a0-952f-daa98634e1a0&quot;,&quot;order&quot;:&quot;5&quot;}},&quot;98d94dc8-2861-4ccd-9818-25d1487a4df2&quot;:{&quot;id&quot;:&quot;98d94dc8-2861-4ccd-9818-25d1487a4df2&quot;,&quot;type&quot;:&quot;FIGURE_OBJECT&quot;,&quot;guide&quot;:{&quot;type&quot;:&quot;GRID&quot;,&quot;distance&quot;:0.5,&quot;units&quot;:&quot;in&quot;},&quot;parent&quot;:{&quot;parentId&quot;:&quot;25d520c3-27b1-4536-b510-02499b6590ce&quot;,&quot;type&quot;:&quot;GUIDE&quot;,&quot;order&quot;:&quot;5&quot;}},&quot;0cf29265-305c-492b-84bc-b3de3fbae1ef&quot;:{&quot;type&quot;:&quot;FIGURE_OBJECT&quot;,&quot;id&quot;:&quot;0cf29265-305c-492b-84bc-b3de3fbae1ef&quot;,&quot;name&quot;:&quot;Sun&quot;,&quot;relativeTransform&quot;:{&quot;translate&quot;:{&quot;x&quot;:30.00962884235213,&quot;y&quot;:-269.6512287365411},&quot;rotate&quot;:-2.443460952792061e-16,&quot;skewX&quot;:4.8107839297180873e-32,&quot;scale&quot;:{&quot;x&quot;:0.2530884396947514,&quot;y&quot;:0.2530884396947515}},&quot;opacity&quot;:1,&quot;image&quot;:{&quot;url&quot;:&quot;https://icons.biorender.com/biorender/5a8d9f8201940b0014c6617f/sun.png&quot;,&quot;fallbackUrl&quot;:&quot;https://res.cloudinary.com/dlcjuc3ej/image/upload/v1519230845/e30ja30044y6dgdtzw7d.svg#/keystone/api/icons/5a8d9f8201940b0014c6617f/sun.svg&quot;,&quot;size&quot;:{&quot;x&quot;:350,&quot;y&quot;:350},&quot;isPremium&quot;:false,&quot;isPacked&quot;:true},&quot;source&quot;:{&quot;id&quot;:&quot;5a8d9f5401940b0014c66174&quot;,&quot;type&quot;:&quot;ASSETS&quot;},&quot;pathStyles&quot;:[{&quot;type&quot;:&quot;FILL&quot;,&quot;fillStyle&quot;:&quot;rgb(0,0,0)&quot;}],&quot;isLocked&quot;:false,&quot;parent&quot;:{&quot;type&quot;:&quot;CHILD&quot;,&quot;parentId&quot;:&quot;33dbc3be-a193-43a0-952f-daa98634e1a0&quot;,&quot;order&quot;:&quot;1&quot;}},&quot;5e0ec996-536f-4808-9302-89fcdc52b11a&quot;:{&quot;type&quot;:&quot;FIGURE_OBJECT&quot;,&quot;id&quot;:&quot;5e0ec996-536f-4808-9302-89fcdc52b11a&quot;,&quot;relativeTransform&quot;:{&quot;translate&quot;:{&quot;x&quot;:100.47701364635984,&quot;y&quot;:188.57002437601443},&quot;rotate&quot;:0,&quot;skewX&quot;:0,&quot;scale&quot;:{&quot;x&quot;:1,&quot;y&quot;:1}},&quot;opacity&quot;:1,&quot;pathStyles&quot;:[{&quot;type&quot;:&quot;FILL&quot;,&quot;fillStyle&quot;:&quot;rgba(15,61,143,1)&quot;}],&quot;text&quot;:{&quot;textData&quot;:{&quot;lineSpacing&quot;:&quot;normal&quot;,&quot;alignment&quot;:&quot;center&quot;,&quot;lines&quot;:[{&quot;runs&quot;:[{&quot;style&quot;:{&quot;fontFamily&quot;:&quot;Roboto&quot;,&quot;fontSize&quot;:15.574673211984706,&quot;color&quot;:&quot;rgba(149,170,211,1)&quot;,&quot;fontWeight&quot;:&quot;bold&quot;,&quot;fontStyle&quot;:&quot;normal&quot;,&quot;decoration&quot;:&quot;none&quot;,&quot;script&quot;:&quot;none&quot;},&quot;range&quot;:[0,4]}],&quot;text&quot;:&quot;Water&quot;,&quot;baseStyle&quot;:{&quot;fontFamily&quot;:&quot;Roboto&quot;,&quot;fontSize&quot;:15.574673211984706,&quot;color&quot;:&quot;rgba(15,61,143,1)&quot;,&quot;fontWeight&quot;:&quot;bold&quot;,&quot;fontStyle&quot;:&quot;normal&quot;,&quot;decoration&quot;:&quot;none&quot;,&quot;script&quot;:&quot;none&quot;}}],&quot;verticalAlign&quot;:&quot;TOP&quot;},&quot;size&quot;:{&quot;x&quot;:70.09576362468867,&quot;y&quot;:18.494924439231838},&quot;targetSize&quot;:{&quot;x&quot;:70.09576362468867,&quot;y&quot;:18.494924439231838},&quot;format&quot;:&quot;BETTER_TEXT&quot;,&quot;verticalAlign&quot;:&quot;TOP&quot;},&quot;isLocked&quot;:false,&quot;parent&quot;:{&quot;type&quot;:&quot;CHILD&quot;,&quot;parentId&quot;:&quot;33dbc3be-a193-43a0-952f-daa98634e1a0&quot;,&quot;order&quot;:&quot;15&quot;}},&quot;54104f6f-be26-4fc9-819b-7103544c1c96&quot;:{&quot;type&quot;:&quot;FIGURE_OBJECT&quot;,&quot;id&quot;:&quot;54104f6f-be26-4fc9-819b-7103544c1c96&quot;,&quot;relativeTransform&quot;:{&quot;translate&quot;:{&quot;x&quot;:8.23596100811963,&quot;y&quot;:188.57092755642068},&quot;rotate&quot;:0,&quot;skewX&quot;:0,&quot;scale&quot;:{&quot;x&quot;:1,&quot;y&quot;:1}},&quot;opacity&quot;:1,&quot;path&quot;:{&quot;type&quot;:&quot;POLY_LINE&quot;,&quot;points&quot;:[{&quot;x&quot;:-19.87658182889299,&quot;y&quot;:22.400487573293592},{&quot;x&quot;:9.168993995653508,&quot;y&quot;:6.802024699177508},{&quot;x&quot;:19.87658182889299,&quot;y&quot;:-22.400487573293812}],&quot;closed&quot;:false},&quot;pathStyles&quot;:[{&quot;type&quot;:&quot;FILL&quot;,&quot;fillStyle&quot;:&quot;transparent&quot;},{&quot;type&quot;:&quot;STROKE&quot;,&quot;strokeStyle&quot;:{&quot;units&quot;:&quot;PATH_LENGTH&quot;,&quot;stops&quot;:{&quot;0&quot;:&quot;#7398DA00&quot;,&quot;1&quot;:&quot;#7398DA&quot;,&quot;0.45&quot;:&quot;#7398DA&quot;}},&quot;lineWidth&quot;:1.946834151498088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bc3be-a193-43a0-952f-daa98634e1a0&quot;,&quot;order&quot;:&quot;2&quot;}},&quot;681f7035-731b-4fe4-8c3c-95c4b7491c4e&quot;:{&quot;type&quot;:&quot;FIGURE_OBJECT&quot;,&quot;id&quot;:&quot;681f7035-731b-4fe4-8c3c-95c4b7491c4e&quot;,&quot;relativeTransform&quot;:{&quot;translate&quot;:{&quot;x&quot;:68.99606001847249,&quot;y&quot;:168.6039826724995},&quot;rotate&quot;:0,&quot;skewX&quot;:0,&quot;scale&quot;:{&quot;x&quot;:1,&quot;y&quot;:1}},&quot;opacity&quot;:1,&quot;path&quot;:{&quot;type&quot;:&quot;POLY_LINE&quot;,&quot;points&quot;:[{&quot;x&quot;:23.362009817977054,&quot;y&quot;:32.60947203759298},{&quot;x&quot;:-7.787336605992353,&quot;y&quot;:13.141130522612093},{&quot;x&quot;:-23.362009817977054,&quot;y&quot;:-32.60947203759298}],&quot;closed&quot;:false},&quot;pathStyles&quot;:[{&quot;type&quot;:&quot;FILL&quot;,&quot;fillStyle&quot;:&quot;transparent&quot;},{&quot;type&quot;:&quot;STROKE&quot;,&quot;strokeStyle&quot;:{&quot;units&quot;:&quot;PATH_LENGTH&quot;,&quot;stops&quot;:{&quot;0&quot;:&quot;#7398DA00&quot;,&quot;1&quot;:&quot;#7398DA&quot;,&quot;0.45&quot;:&quot;#7398DA&quot;}},&quot;lineWidth&quot;:1.946834151498088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bc3be-a193-43a0-952f-daa98634e1a0&quot;,&quot;order&quot;:&quot;25&quot;}},&quot;8d1006ff-cb90-4ee6-a071-3923ba95811a&quot;:{&quot;type&quot;:&quot;FIGURE_OBJECT&quot;,&quot;id&quot;:&quot;8d1006ff-cb90-4ee6-a071-3923ba95811a&quot;,&quot;parent&quot;:{&quot;type&quot;:&quot;CHILD&quot;,&quot;parentId&quot;:&quot;33dbc3be-a193-43a0-952f-daa98634e1a0&quot;,&quot;order&quot;:&quot;3&quot;},&quot;relativeTransform&quot;:{&quot;translate&quot;:{&quot;x&quot;:213.27940881259042,&quot;y&quot;:-157.656493691433},&quot;rotate&quot;:0,&quot;skewX&quot;:0,&quot;scale&quot;:{&quot;x&quot;:1,&quot;y&quot;:1}}},&quot;f5c00e50-0e21-4977-91e8-fb9b2c3ac540&quot;:{&quot;type&quot;:&quot;FIGURE_OBJECT&quot;,&quot;id&quot;:&quot;f5c00e50-0e21-4977-91e8-fb9b2c3ac540&quot;,&quot;relativeTransform&quot;:{&quot;translate&quot;:{&quot;x&quot;:-169.75672333600335,&quot;y&quot;:-33.65910958895288},&quot;rotate&quot;:0.6917181849963503},&quot;opacity&quot;:1,&quot;path&quot;:{&quot;type&quot;:&quot;POLY_LINE&quot;,&quot;points&quot;:[{&quot;x&quot;:-17.564550387345164,&quot;y&quot;:-18.405054822289316},{&quot;x&quot;:-9.710136305939285,&quot;y&quot;:-15.583596524423152},{&quot;x&quot;:-8.328334205953535,&quot;y&quot;:-8.140798420112079},{&quot;x&quot;:-0.7169784451107853,&quot;y&quot;:-5.589452132829596},{&quot;x&quot;:0.9078819754379669,&quot;y&quot;:2.1234579820651622},{&quot;x&quot;:8.519237736280788,&quot;y&quot;:4.674804269347457},{&quot;x&quot;:9.657981515703707,&quot;y&quot;:11.847490363075037},{&quot;x&quot;:13.94722553154954,&quot;y&quot;:14.385102378488915},{&quot;x&quot;:17.564550387345164,&quot;y&quot;:18.405054822289316}],&quot;closed&quot;:false},&quot;pathStyles&quot;:[{&quot;type&quot;:&quot;FILL&quot;,&quot;fillStyle&quot;:&quot;transparent&quot;},{&quot;type&quot;:&quot;STROKE&quot;,&quot;strokeStyle&quot;:{&quot;units&quot;:&quot;PATH_LENGTH&quot;,&quot;stops&quot;:{&quot;0&quot;:&quot;#FFCC0000&quot;,&quot;1&quot;:&quot;#FFCC00ff&quot;,&quot;0.45&quot;:&quot;#FFCC00ff&quot;}},&quot;lineWidth&quot;:1.9310481938412256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d1006ff-cb90-4ee6-a071-3923ba95811a&quot;,&quot;order&quot;:&quot;2&quot;}},&quot;5bc5bc63-4216-46ed-a8f3-3e30fc3cebef&quot;:{&quot;type&quot;:&quot;FIGURE_OBJECT&quot;,&quot;id&quot;:&quot;5bc5bc63-4216-46ed-a8f3-3e30fc3cebef&quot;,&quot;relativeTransform&quot;:{&quot;translate&quot;:{&quot;x&quot;:-184.32147720780424,&quot;y&quot;:-33.65867803052579},&quot;rotate&quot;:0.6917181849963503},&quot;opacity&quot;:1,&quot;path&quot;:{&quot;type&quot;:&quot;POLY_LINE&quot;,&quot;points&quot;:[{&quot;x&quot;:-17.564550387345186,&quot;y&quot;:-18.405054822289316},{&quot;x&quot;:-9.710136305939294,&quot;y&quot;:-15.583596524423148},{&quot;x&quot;:-8.328334205953544,&quot;y&quot;:-8.140798420112077},{&quot;x&quot;:-0.7169784451107865,&quot;y&quot;:-5.589452132829595},{&quot;x&quot;:0.9078819754379681,&quot;y&quot;:2.123457982065162},{&quot;x&quot;:8.519237736280797,&quot;y&quot;:4.674804269347456},{&quot;x&quot;:9.657981515703717,&quot;y&quot;:11.847490363075037},{&quot;x&quot;:13.94722553154956,&quot;y&quot;:14.385102378488913},{&quot;x&quot;:17.564550387345186,&quot;y&quot;:18.405054822289316}],&quot;closed&quot;:false},&quot;pathStyles&quot;:[{&quot;type&quot;:&quot;FILL&quot;,&quot;fillStyle&quot;:&quot;transparent&quot;},{&quot;type&quot;:&quot;STROKE&quot;,&quot;strokeStyle&quot;:{&quot;units&quot;:&quot;PATH_LENGTH&quot;,&quot;stops&quot;:{&quot;0&quot;:&quot;#FFCC0000&quot;,&quot;1&quot;:&quot;#FFCC00ff&quot;,&quot;0.45&quot;:&quot;#FFCC00ff&quot;}},&quot;lineWidth&quot;:1.9310481938412267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d1006ff-cb90-4ee6-a071-3923ba95811a&quot;,&quot;order&quot;:&quot;5&quot;}},&quot;6f480738-d096-4010-b45a-adaadad7ace5&quot;:{&quot;type&quot;:&quot;FIGURE_OBJECT&quot;,&quot;id&quot;:&quot;6f480738-d096-4010-b45a-adaadad7ace5&quot;,&quot;relativeTransform&quot;:{&quot;translate&quot;:{&quot;x&quot;:-198.88623107960515,&quot;y&quot;:-33.65904278703394},&quot;rotate&quot;:0.6917181849963503},&quot;opacity&quot;:1,&quot;path&quot;:{&quot;type&quot;:&quot;POLY_LINE&quot;,&quot;points&quot;:[{&quot;x&quot;:-17.564550387345186,&quot;y&quot;:-18.405054822289316},{&quot;x&quot;:-9.710136305939294,&quot;y&quot;:-15.583596524423148},{&quot;x&quot;:-8.328334205953544,&quot;y&quot;:-8.140798420112077},{&quot;x&quot;:-0.7169784451107865,&quot;y&quot;:-5.589452132829595},{&quot;x&quot;:0.9078819754379681,&quot;y&quot;:2.123457982065162},{&quot;x&quot;:8.519237736280797,&quot;y&quot;:4.674804269347456},{&quot;x&quot;:9.657981515703717,&quot;y&quot;:11.847490363075037},{&quot;x&quot;:13.94722553154956,&quot;y&quot;:14.385102378488913},{&quot;x&quot;:17.190203099421367,&quot;y&quot;:18.30066003032202}],&quot;closed&quot;:false},&quot;pathStyles&quot;:[{&quot;type&quot;:&quot;FILL&quot;,&quot;fillStyle&quot;:&quot;transparent&quot;},{&quot;type&quot;:&quot;STROKE&quot;,&quot;strokeStyle&quot;:{&quot;units&quot;:&quot;PATH_LENGTH&quot;,&quot;stops&quot;:{&quot;0&quot;:&quot;#FFCC0000&quot;,&quot;1&quot;:&quot;#FFCC00ff&quot;,&quot;0.45&quot;:&quot;#FFCC00ff&quot;}},&quot;lineWidth&quot;:1.9310481938412267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d1006ff-cb90-4ee6-a071-3923ba95811a&quot;,&quot;order&quot;:&quot;7&quot;}},&quot;6ec57b7d-e166-41d0-ae56-84d0e7cae3f2&quot;:{&quot;id&quot;:&quot;6ec57b7d-e166-41d0-ae56-84d0e7cae3f2&quot;,&quot;name&quot;:&quot;Water drop&quot;,&quot;displayName&quot;:&quot;&quot;,&quot;type&quot;:&quot;FIGURE_OBJECT&quot;,&quot;relativeTransform&quot;:{&quot;translate&quot;:{&quot;x&quot;:100.47680990864185,&quot;y&quot;:143.92601777810953},&quot;rotate&quot;:0,&quot;skewX&quot;:0,&quot;scale&quot;:{&quot;x&quot;:0.5334335823074989,&quot;y&quot;:0.5334335823074989}},&quot;image&quot;:{&quot;url&quot;:&quot;https://icons.biorender.com/biorender/6356c3b89af5b70021be1a21/20221024165755/image/water-drop.png&quot;,&quot;fallbackUrl&quot;:&quot;https://res.cloudinary.com/dlcjuc3ej/image/upload/v1666630675/tk8yxz1e9iccobikg3mv.svg#/keystone/api/icons/6356c3b89af5b70021be1a21/20221024165755/image/water-drop.svg&quot;,&quot;isPremium&quot;:false,&quot;size&quot;:{&quot;x&quot;:50,&quot;y&quot;:79.75}},&quot;source&quot;:{&quot;id&quot;:&quot;6356c3b89af5b70021be1a21&quot;,&quot;type&quot;:&quot;ASSETS&quot;},&quot;isPremium&quot;:false,&quot;parent&quot;:{&quot;type&quot;:&quot;CHILD&quot;,&quot;parentId&quot;:&quot;33dbc3be-a193-43a0-952f-daa98634e1a0&quot;,&quot;order&quot;:&quot;4&quot;}},&quot;171a00fe-52df-45df-a967-11e1a1ab6ef0&quot;:{&quot;type&quot;:&quot;FIGURE_OBJECT&quot;,&quot;id&quot;:&quot;171a00fe-52df-45df-a967-11e1a1ab6ef0&quot;,&quot;relativeTransform&quot;:{&quot;translate&quot;:{&quot;x&quot;:-49.40832810804176,&quot;y&quot;:-263.09639633550023},&quot;rotate&quot;:0,&quot;skewX&quot;:0,&quot;scale&quot;:{&quot;x&quot;:1,&quot;y&quot;:1}},&quot;opacity&quot;:1,&quot;pathStyles&quot;:[{&quot;type&quot;:&quot;FILL&quot;,&quot;fillStyle&quot;:&quot;#444444&quot;}],&quot;text&quot;:{&quot;textData&quot;:{&quot;lineSpacing&quot;:&quot;normal&quot;,&quot;alignment&quot;:&quot;center&quot;,&quot;lines&quot;:[{&quot;runs&quot;:[{&quot;style&quot;:{&quot;fontFamily&quot;:&quot;Roboto&quot;,&quot;fontSize&quot;:15.574673211984706,&quot;color&quot;:&quot;rgb(143, 95, 35)&quot;,&quot;fontWeight&quot;:&quot;bold&quot;,&quot;fontStyle&quot;:&quot;normal&quot;,&quot;decoration&quot;:&quot;none&quot;,&quot;script&quot;:&quot;none&quot;},&quot;range&quot;:[0,7]}],&quot;text&quot;:&quot;Sunlight&quot;}],&quot;verticalAlign&quot;:&quot;TOP&quot;,&quot;_lastCaretLocation&quot;:{&quot;lineIndex&quot;:0,&quot;runIndex&quot;:-1,&quot;charIndex&quot;:-1,&quot;endOfLine&quot;:true}},&quot;size&quot;:{&quot;x&quot;:67.56158871334463,&quot;y&quot;:18.494924439231838},&quot;targetSize&quot;:{&quot;x&quot;:67.56158871334463,&quot;y&quot;:18.494924439231838},&quot;format&quot;:&quot;BETTER_TEXT&quot;,&quot;verticalAlign&quot;:&quot;TOP&quot;},&quot;isLocked&quot;:false,&quot;parent&quot;:{&quot;type&quot;:&quot;CHILD&quot;,&quot;parentId&quot;:&quot;33dbc3be-a193-43a0-952f-daa98634e1a0&quot;,&quot;order&quot;:&quot;5&quot;}},&quot;2ba76fb3-e10f-43df-b0b1-03e5c14c9db7&quot;:{&quot;type&quot;:&quot;FIGURE_OBJECT&quot;,&quot;id&quot;:&quot;2ba76fb3-e10f-43df-b0b1-03e5c14c9db7&quot;,&quot;relativeTransform&quot;:{&quot;translate&quot;:{&quot;x&quot;:-165.25891531247106,&quot;y&quot;:-38.08866569881242},&quot;rotate&quot;:0,&quot;skewX&quot;:0,&quot;scale&quot;:{&quot;x&quot;:1,&quot;y&quot;:1}},&quot;opacity&quot;:1,&quot;pathStyles&quot;:[{&quot;type&quot;:&quot;FILL&quot;,&quot;fillStyle&quot;:&quot;#444444&quot;}],&quot;text&quot;:{&quot;textData&quot;:{&quot;lineSpacing&quot;:&quot;normal&quot;,&quot;alignment&quot;:&quot;center&quot;,&quot;lines&quot;:[{&quot;runs&quot;:[{&quot;style&quot;:{&quot;fontFamily&quot;:&quot;Roboto&quot;,&quot;fontSize&quot;:15.574673211984706,&quot;color&quot;:&quot;#444444&quot;,&quot;fontWeight&quot;:&quot;bold&quot;,&quot;fontStyle&quot;:&quot;normal&quot;,&quot;decoration&quot;:&quot;none&quot;,&quot;script&quot;:&quot;none&quot;},&quot;range&quot;:[0,13]}],&quot;text&quot;:&quot;Carbon dioxide&quot;,&quot;baseStyle&quot;:{&quot;fontFamily&quot;:&quot;Roboto&quot;,&quot;fontSize&quot;:15.574673211984706,&quot;color&quot;:&quot;#444444&quot;,&quot;fontWeight&quot;:&quot;bold&quot;,&quot;fontStyle&quot;:&quot;normal&quot;,&quot;decoration&quot;:&quot;none&quot;,&quot;script&quot;:&quot;none&quot;}}],&quot;verticalAlign&quot;:&quot;TOP&quot;},&quot;size&quot;:{&quot;x&quot;:108.28543076207689,&quot;y&quot;:18.494924439231838},&quot;targetSize&quot;:{&quot;x&quot;:108.28543076207689,&quot;y&quot;:18.494924439231838},&quot;format&quot;:&quot;BETTER_TEXT&quot;,&quot;verticalAlign&quot;:&quot;TOP&quot;},&quot;isLocked&quot;:false,&quot;parent&quot;:{&quot;type&quot;:&quot;CHILD&quot;,&quot;parentId&quot;:&quot;33dbc3be-a193-43a0-952f-daa98634e1a0&quot;,&quot;order&quot;:&quot;55&quot;}},&quot;7053e6a0-6435-43fb-b9ed-c5ac17e496f7&quot;:{&quot;relativeTransform&quot;:{&quot;translate&quot;:{&quot;x&quot;:-165.25893425645887,&quot;y&quot;:-80.69578031617661},&quot;rotate&quot;:0,&quot;skewX&quot;:0,&quot;scale&quot;:{&quot;x&quot;:1,&quot;y&quot;:1}},&quot;type&quot;:&quot;FIGURE_OBJECT&quot;,&quot;id&quot;:&quot;7053e6a0-6435-43fb-b9ed-c5ac17e496f7&quot;,&quot;name&quot;:&quot;Carbon dioxide&quot;,&quot;displayName&quot;:&quot;Carbon dioxide&quot;,&quot;opacity&quot;:1,&quot;source&quot;:{&quot;id&quot;:&quot;5c18067895da64120001980d&quot;,&quot;type&quot;:&quot;ASSETS&quot;},&quot;pathStyles&quot;:[{&quot;type&quot;:&quot;FILL&quot;,&quot;fillStyle&quot;:&quot;rgb(0,0,0)&quot;}],&quot;isLocked&quot;:false,&quot;parent&quot;:{&quot;type&quot;:&quot;CHILD&quot;,&quot;parentId&quot;:&quot;33dbc3be-a193-43a0-952f-daa98634e1a0&quot;,&quot;order&quot;:&quot;65&quot;},&quot;isPremium&quot;:true},&quot;32f9f88e-d078-45b2-9aa8-8914066260ff&quot;:{&quot;type&quot;:&quot;FIGURE_OBJECT&quot;,&quot;id&quot;:&quot;32f9f88e-d078-45b2-9aa8-8914066260ff&quot;,&quot;name&quot;:&quot;Bond (double)&quot;,&quot;relativeTransform&quot;:{&quot;translate&quot;:{&quot;x&quot;:28.033462526168364,&quot;y&quot;:0},&quot;rotate&quot;:0,&quot;skewX&quot;:0,&quot;scale&quot;:{&quot;x&quot;:0.16053151164888135,&quot;y&quot;:0.15535307578924}},&quot;opacity&quot;:1,&quot;image&quot;:{&quot;url&quot;:&quot;https://res.cloudinary.com/dlcjuc3ej/image/upload/v1544814897/zjielpm2et7takbsjryl.svg&quot;,&quot;size&quot;:{&quot;x&quot;:257,&quot;y&quot;:95},&quot;isPremium&quot;:false},&quot;source&quot;:{&quot;id&quot;:&quot;5c14010aedbbaf120017f022&quot;,&quot;type&quot;:&quot;ASSETS&quot;},&quot;pathStyles&quot;:[{&quot;type&quot;:&quot;FILL&quot;,&quot;fillStyle&quot;:&quot;rgb(0,0,0)&quot;}],&quot;isLocked&quot;:false,&quot;parent&quot;:{&quot;type&quot;:&quot;CHILD&quot;,&quot;parentId&quot;:&quot;7053e6a0-6435-43fb-b9ed-c5ac17e496f7&quot;,&quot;order&quot;:&quot;1&quot;}},&quot;e277c473-9606-49c2-a1c3-231bee3b9bf7&quot;:{&quot;type&quot;:&quot;FIGURE_OBJECT&quot;,&quot;id&quot;:&quot;e277c473-9606-49c2-a1c3-231bee3b9bf7&quot;,&quot;name&quot;:&quot;Bond (double)&quot;,&quot;relativeTransform&quot;:{&quot;translate&quot;:{&quot;x&quot;:-26.857957586029777,&quot;y&quot;:0},&quot;rotate&quot;:0,&quot;skewX&quot;:0,&quot;scale&quot;:{&quot;x&quot;:0.16053151164888135,&quot;y&quot;:0.15535307578924}},&quot;opacity&quot;:1,&quot;image&quot;:{&quot;url&quot;:&quot;https://res.cloudinary.com/dlcjuc3ej/image/upload/v1544814897/zjielpm2et7takbsjryl.svg&quot;,&quot;size&quot;:{&quot;x&quot;:257,&quot;y&quot;:95},&quot;isPremium&quot;:false},&quot;source&quot;:{&quot;id&quot;:&quot;5c14010aedbbaf120017f022&quot;,&quot;type&quot;:&quot;ASSETS&quot;},&quot;pathStyles&quot;:[{&quot;type&quot;:&quot;FILL&quot;,&quot;fillStyle&quot;:&quot;rgb(0,0,0)&quot;}],&quot;isLocked&quot;:false,&quot;parent&quot;:{&quot;type&quot;:&quot;CHILD&quot;,&quot;parentId&quot;:&quot;7053e6a0-6435-43fb-b9ed-c5ac17e496f7&quot;,&quot;order&quot;:&quot;2&quot;}},&quot;ec5b23ad-8ac0-4d4b-8b7f-d56d14013f0b&quot;:{&quot;type&quot;:&quot;FIGURE_OBJECT&quot;,&quot;id&quot;:&quot;ec5b23ad-8ac0-4d4b-8b7f-d56d14013f0b&quot;,&quot;name&quot;:&quot;Carbon&quot;,&quot;relativeTransform&quot;:{&quot;translate&quot;:{&quot;x&quot;:0.0517843585964104,&quot;y&quot;:0},&quot;rotate&quot;:0,&quot;skewX&quot;:0,&quot;scale&quot;:{&quot;x&quot;:0.15017463992959867,&quot;y&quot;:0.15017463992959867}},&quot;opacity&quot;:1,&quot;image&quot;:{&quot;url&quot;:&quot;https://res.cloudinary.com/dlcjuc3ej/image/upload/v1544811686/nmjakkoqg6zl0zzefxdn.svg&quot;,&quot;size&quot;:{&quot;x&quot;:240,&quot;y&quot;:240},&quot;isPremium&quot;:false},&quot;source&quot;:{&quot;id&quot;:&quot;5a3936e17b8e1a00140b88df&quot;,&quot;type&quot;:&quot;ASSETS&quot;},&quot;pathStyles&quot;:[{&quot;type&quot;:&quot;FILL&quot;,&quot;fillStyle&quot;:&quot;rgb(0,0,0)&quot;}],&quot;isLocked&quot;:false,&quot;parent&quot;:{&quot;type&quot;:&quot;CHILD&quot;,&quot;parentId&quot;:&quot;7053e6a0-6435-43fb-b9ed-c5ac17e496f7&quot;,&quot;order&quot;:&quot;5&quot;}},&quot;dbf74794-7782-4fa8-b547-0f13ca00ca55&quot;:{&quot;type&quot;:&quot;FIGURE_OBJECT&quot;,&quot;id&quot;:&quot;dbf74794-7782-4fa8-b547-0f13ca00ca55&quot;,&quot;name&quot;:&quot;Oxygen&quot;,&quot;relativeTransform&quot;:{&quot;translate&quot;:{&quot;x&quot;:42.98101763502307,&quot;y&quot;:1.8397499913338797e-15},&quot;rotate&quot;:0,&quot;skewX&quot;:0,&quot;scale&quot;:{&quot;x&quot;:0.13981776821031602,&quot;y&quot;:0.13981776821031602}},&quot;opacity&quot;:1,&quot;image&quot;:{&quot;url&quot;:&quot;https://res.cloudinary.com/dlcjuc3ej/image/upload/v1544811746/sufppi4bebizspmuxhkd.svg&quot;,&quot;size&quot;:{&quot;x&quot;:220,&quot;y&quot;:220},&quot;isPremium&quot;:false},&quot;source&quot;:{&quot;id&quot;:&quot;5a3939297b8e1a00140b88f8&quot;,&quot;type&quot;:&quot;ASSETS&quot;},&quot;pathStyles&quot;:[{&quot;type&quot;:&quot;FILL&quot;,&quot;fillStyle&quot;:&quot;rgb(0,0,0)&quot;}],&quot;isLocked&quot;:false,&quot;parent&quot;:{&quot;type&quot;:&quot;CHILD&quot;,&quot;parentId&quot;:&quot;7053e6a0-6435-43fb-b9ed-c5ac17e496f7&quot;,&quot;order&quot;:&quot;6&quot;}},&quot;902479d0-9297-4432-9a65-77a6af226ccc&quot;:{&quot;type&quot;:&quot;FIGURE_OBJECT&quot;,&quot;id&quot;:&quot;902479d0-9297-4432-9a65-77a6af226ccc&quot;,&quot;name&quot;:&quot;Oxygen&quot;,&quot;relativeTransform&quot;:{&quot;translate&quot;:{&quot;x&quot;:-42.98101763502307,&quot;y&quot;:1.8397499913338797e-15},&quot;rotate&quot;:0,&quot;skewX&quot;:0,&quot;scale&quot;:{&quot;x&quot;:0.13981776821031602,&quot;y&quot;:0.13981776821031602}},&quot;opacity&quot;:1,&quot;image&quot;:{&quot;url&quot;:&quot;https://res.cloudinary.com/dlcjuc3ej/image/upload/v1544811746/sufppi4bebizspmuxhkd.svg&quot;,&quot;size&quot;:{&quot;x&quot;:220,&quot;y&quot;:220},&quot;isPremium&quot;:false},&quot;source&quot;:{&quot;id&quot;:&quot;5a3939297b8e1a00140b88f8&quot;,&quot;type&quot;:&quot;ASSETS&quot;},&quot;pathStyles&quot;:[{&quot;type&quot;:&quot;FILL&quot;,&quot;fillStyle&quot;:&quot;rgb(0,0,0)&quot;}],&quot;isLocked&quot;:false,&quot;parent&quot;:{&quot;type&quot;:&quot;CHILD&quot;,&quot;parentId&quot;:&quot;7053e6a0-6435-43fb-b9ed-c5ac17e496f7&quot;,&quot;order&quot;:&quot;7&quot;}},&quot;2b2cd250-4d80-4475-a56e-a8eb1284fab9&quot;:{&quot;id&quot;:&quot;2b2cd250-4d80-4475-a56e-a8eb1284fab9&quot;,&quot;name&quot;:&quot;Element, Oxygen&quot;,&quot;displayName&quot;:&quot;&quot;,&quot;type&quot;:&quot;FIGURE_OBJECT&quot;,&quot;relativeTransform&quot;:{&quot;translate&quot;:{&quot;x&quot;:207.08616899185867,&quot;y&quot;:-80.6928790195976},&quot;rotate&quot;:0,&quot;skewX&quot;:0,&quot;scale&quot;:{&quot;x&quot;:0.5487147133802196,&quot;y&quot;:0.5487147133802196}},&quot;image&quot;:{&quot;url&quot;:&quot;https://icons.biorender.com/biorender/5a3939297b8e1a00140b88f8/20181214182226/image/element-oxygen.png&quot;,&quot;fallbackUrl&quot;:&quot;https://res.cloudinary.com/dlcjuc3ej/image/upload/v1544811746/sufppi4bebizspmuxhkd.svg#/keystone/api/icons/5a3939297b8e1a00140b88f8/20181214182226/image/element-oxygen.svg&quot;,&quot;isPremium&quot;:false,&quot;size&quot;:{&quot;x&quot;:60,&quot;y&quot;:59.99999999999999}},&quot;source&quot;:{&quot;id&quot;:&quot;5a3939297b8e1a00140b88f8&quot;,&quot;type&quot;:&quot;ASSETS&quot;},&quot;isPremium&quot;:false,&quot;parent&quot;:{&quot;type&quot;:&quot;CHILD&quot;,&quot;parentId&quot;:&quot;33dbc3be-a193-43a0-952f-daa98634e1a0&quot;,&quot;order&quot;:&quot;7&quot;}},&quot;d969d5ca-71f4-4fd5-a8f4-8cc6e3e7b00e&quot;:{&quot;type&quot;:&quot;FIGURE_OBJECT&quot;,&quot;id&quot;:&quot;d969d5ca-71f4-4fd5-a8f4-8cc6e3e7b00e&quot;,&quot;relativeTransform&quot;:{&quot;translate&quot;:{&quot;x&quot;:207.08560524469175,&quot;y&quot;:-38.08799286993356},&quot;rotate&quot;:0,&quot;skewX&quot;:0,&quot;scale&quot;:{&quot;x&quot;:1,&quot;y&quot;:1}},&quot;opacity&quot;:1,&quot;pathStyles&quot;:[{&quot;type&quot;:&quot;FILL&quot;,&quot;fillStyle&quot;:&quot;rgba(162,6,0,0.8549019607843137)&quot;}],&quot;text&quot;:{&quot;textData&quot;:{&quot;lineSpacing&quot;:&quot;normal&quot;,&quot;alignment&quot;:&quot;center&quot;,&quot;lines&quot;:[{&quot;runs&quot;:[{&quot;style&quot;:{&quot;fontFamily&quot;:&quot;Roboto&quot;,&quot;fontSize&quot;:15.574673211984706,&quot;color&quot;:&quot;rgba(162,6,0,0.8549019607843137)&quot;,&quot;fontWeight&quot;:&quot;bold&quot;,&quot;fontStyle&quot;:&quot;normal&quot;,&quot;decoration&quot;:&quot;none&quot;,&quot;script&quot;:&quot;none&quot;},&quot;range&quot;:[0,5]}],&quot;text&quot;:&quot;Oxygen&quot;,&quot;baseStyle&quot;:{&quot;fontFamily&quot;:&quot;Roboto&quot;,&quot;fontSize&quot;:15.574673211984706,&quot;color&quot;:&quot;rgba(162,6,0,0.8549019607843137)&quot;,&quot;fontWeight&quot;:&quot;bold&quot;,&quot;fontStyle&quot;:&quot;normal&quot;,&quot;decoration&quot;:&quot;none&quot;,&quot;script&quot;:&quot;none&quot;}}],&quot;verticalAlign&quot;:&quot;TOP&quot;},&quot;size&quot;:{&quot;x&quot;:70.09576362468867,&quot;y&quot;:18.494924439231838},&quot;targetSize&quot;:{&quot;x&quot;:70.09576362468867,&quot;y&quot;:18.494924439231838},&quot;format&quot;:&quot;BETTER_TEXT&quot;,&quot;verticalAlign&quot;:&quot;TOP&quot;},&quot;isLocked&quot;:false,&quot;parent&quot;:{&quot;type&quot;:&quot;CHILD&quot;,&quot;parentId&quot;:&quot;33dbc3be-a193-43a0-952f-daa98634e1a0&quot;,&quot;order&quot;:&quot;6&quot;}},&quot;fc749df5-e696-47c1-8cd2-771cad762d34&quot;:{&quot;type&quot;:&quot;FIGURE_OBJECT&quot;,&quot;id&quot;:&quot;fc749df5-e696-47c1-8cd2-771cad762d34&quot;,&quot;relativeTransform&quot;:{&quot;translate&quot;:{&quot;x&quot;:-70.7376144300448,&quot;y&quot;:-78.61383064839988},&quot;rotate&quot;:0,&quot;skewX&quot;:0,&quot;scale&quot;:{&quot;x&quot;:1,&quot;y&quot;:1}},&quot;opacity&quot;:1,&quot;path&quot;:{&quot;type&quot;:&quot;POLY_LINE&quot;,&quot;points&quot;:[{&quot;x&quot;:-24.177435317788397,&quot;y&quot;:0},{&quot;x&quot;:24.177435317788397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931048193841226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bc3be-a193-43a0-952f-daa98634e1a0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8fd3c1b3-1596-4379-8364-b00918e7fb23&quot;:{&quot;type&quot;:&quot;FIGURE_OBJECT&quot;,&quot;id&quot;:&quot;8fd3c1b3-1596-4379-8364-b00918e7fb23&quot;,&quot;relativeTransform&quot;:{&quot;translate&quot;:{&quot;x&quot;:150.70571359424434,&quot;y&quot;:-78.61383064839988},&quot;rotate&quot;:0,&quot;skewX&quot;:0,&quot;scale&quot;:{&quot;x&quot;:1,&quot;y&quot;:1}},&quot;opacity&quot;:1,&quot;path&quot;:{&quot;type&quot;:&quot;POLY_LINE&quot;,&quot;points&quot;:[{&quot;x&quot;:-24.177435317788397,&quot;y&quot;:0},{&quot;x&quot;:24.177435317788397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A7060000&quot;,&quot;1&quot;:&quot;#A70600&quot;,&quot;0.45&quot;:&quot;#A70600&quot;}},&quot;lineWidth&quot;:1.931048193841226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bc3be-a193-43a0-952f-daa98634e1a0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83b34aca-7556-4def-a56d-a587deeb19aa&quot;:{&quot;id&quot;:&quot;83b34aca-7556-4def-a56d-a587deeb19aa&quot;,&quot;name&quot;:&quot;Generic plant (with roots)&quot;,&quot;displayName&quot;:&quot;&quot;,&quot;type&quot;:&quot;FIGURE_OBJECT&quot;,&quot;relativeTransform&quot;:{&quot;translate&quot;:{&quot;x&quot;:45.68498064042825,&quot;y&quot;:86.09883465809116},&quot;rotate&quot;:0,&quot;skewX&quot;:0,&quot;scale&quot;:{&quot;x&quot;:2.394547187589731,&quot;y&quot;:2.394547187589731}},&quot;image&quot;:{&quot;url&quot;:&quot;https://icons.biorender.com/biorender/640a03c87b5042002045be94/20230309160631/image/generic-plant-with-roots-01.png&quot;,&quot;fallbackUrl&quot;:&quot;https://res.cloudinary.com/dlcjuc3ej/image/upload/v1678377991/g0wfkfgvmiqcbtwj7c4n.svg#/keystone/api/icons/640a03c87b5042002045be94/20230309160631/image/generic-plant-with-roots-01.svg&quot;,&quot;isPremium&quot;:false,&quot;size&quot;:{&quot;x&quot;:100,&quot;y&quot;:205.28455284552845}},&quot;source&quot;:{&quot;id&quot;:&quot;640a03c87b5042002045be94&quot;,&quot;type&quot;:&quot;ASSETS&quot;},&quot;isPremium&quot;:false,&quot;parent&quot;:{&quot;type&quot;:&quot;CHILD&quot;,&quot;parentId&quot;:&quot;33dbc3be-a193-43a0-952f-daa98634e1a0&quot;,&quot;order&quot;:&quot;05&quot;},&quot;opacity&quot;:1},&quot;e778496d-d62e-4226-840a-6edc48ca55c8&quot;:{&quot;id&quot;:&quot;e778496d-d62e-4226-840a-6edc48ca55c8&quot;,&quot;name&quot;:&quot;Water drop&quot;,&quot;displayName&quot;:&quot;&quot;,&quot;type&quot;:&quot;FIGURE_OBJECT&quot;,&quot;relativeTransform&quot;:{&quot;translate&quot;:{&quot;x&quot;:15.750449462070804,&quot;y&quot;:275.17632240330886},&quot;rotate&quot;:0,&quot;skewX&quot;:0,&quot;scale&quot;:{&quot;x&quot;:0.5334335823074989,&quot;y&quot;:0.5334335823074989}},&quot;image&quot;:{&quot;url&quot;:&quot;https://icons.biorender.com/biorender/6356c3b89af5b70021be1a21/20221024165755/image/water-drop.png&quot;,&quot;fallbackUrl&quot;:&quot;https://res.cloudinary.com/dlcjuc3ej/image/upload/v1666630675/tk8yxz1e9iccobikg3mv.svg#/keystone/api/icons/6356c3b89af5b70021be1a21/20221024165755/image/water-drop.svg&quot;,&quot;isPremium&quot;:false,&quot;size&quot;:{&quot;x&quot;:50,&quot;y&quot;:79.75}},&quot;source&quot;:{&quot;id&quot;:&quot;6356c3b89af5b70021be1a21&quot;,&quot;type&quot;:&quot;ASSETS&quot;},&quot;isPremium&quot;:false,&quot;parent&quot;:{&quot;type&quot;:&quot;CHILD&quot;,&quot;parentId&quot;:&quot;33dbc3be-a193-43a0-952f-daa98634e1a0&quot;,&quot;order&quot;:&quot;9&quot;}},&quot;dc1beb84-27f7-477b-be41-ea526df55877&quot;:{&quot;id&quot;:&quot;dc1beb84-27f7-477b-be41-ea526df55877&quot;,&quot;name&quot;:&quot;Water drop&quot;,&quot;displayName&quot;:&quot;&quot;,&quot;type&quot;:&quot;FIGURE_OBJECT&quot;,&quot;relativeTransform&quot;:{&quot;translate&quot;:{&quot;x&quot;:100.47714164707894,&quot;y&quot;:293.7665281449357},&quot;rotate&quot;:0,&quot;skewX&quot;:0,&quot;scale&quot;:{&quot;x&quot;:0.5334335823074989,&quot;y&quot;:0.5334335823074989}},&quot;image&quot;:{&quot;url&quot;:&quot;https://icons.biorender.com/biorender/6356c3b89af5b70021be1a21/20221024165755/image/water-drop.png&quot;,&quot;fallbackUrl&quot;:&quot;https://res.cloudinary.com/dlcjuc3ej/image/upload/v1666630675/tk8yxz1e9iccobikg3mv.svg#/keystone/api/icons/6356c3b89af5b70021be1a21/20221024165755/image/water-drop.svg&quot;,&quot;isPremium&quot;:false,&quot;size&quot;:{&quot;x&quot;:50,&quot;y&quot;:79.75}},&quot;source&quot;:{&quot;id&quot;:&quot;6356c3b89af5b70021be1a21&quot;,&quot;type&quot;:&quot;ASSETS&quot;},&quot;isPremium&quot;:false,&quot;parent&quot;:{&quot;type&quot;:&quot;CHILD&quot;,&quot;parentId&quot;:&quot;33dbc3be-a193-43a0-952f-daa98634e1a0&quot;,&quot;order&quot;:&quot;95&quot;}},&quot;ef3550f1-99e5-4b08-9543-fcf8dc14e7b9&quot;:{&quot;id&quot;:&quot;ef3550f1-99e5-4b08-9543-fcf8dc14e7b9&quot;,&quot;name&quot;:&quot;Water drop&quot;,&quot;displayName&quot;:&quot;&quot;,&quot;type&quot;:&quot;FIGURE_OBJECT&quot;,&quot;relativeTransform&quot;:{&quot;translate&quot;:{&quot;x&quot;:57.996790769885955,&quot;y&quot;:232.63537343999147},&quot;rotate&quot;:0,&quot;skewX&quot;:0,&quot;scale&quot;:{&quot;x&quot;:0.5334335823074989,&quot;y&quot;:0.5334335823074989}},&quot;image&quot;:{&quot;url&quot;:&quot;https://icons.biorender.com/biorender/6356c3b89af5b70021be1a21/20221024165755/image/water-drop.png&quot;,&quot;fallbackUrl&quot;:&quot;https://res.cloudinary.com/dlcjuc3ej/image/upload/v1666630675/tk8yxz1e9iccobikg3mv.svg#/keystone/api/icons/6356c3b89af5b70021be1a21/20221024165755/image/water-drop.svg&quot;,&quot;isPremium&quot;:false,&quot;size&quot;:{&quot;x&quot;:50,&quot;y&quot;:79.75}},&quot;source&quot;:{&quot;id&quot;:&quot;6356c3b89af5b70021be1a21&quot;,&quot;type&quot;:&quot;ASSETS&quot;},&quot;isPremium&quot;:false,&quot;parent&quot;:{&quot;type&quot;:&quot;CHILD&quot;,&quot;parentId&quot;:&quot;33dbc3be-a193-43a0-952f-daa98634e1a0&quot;,&quot;order&quot;:&quot;97&quot;}}}}"/>
  <p:tag name="TITLE" val="Untitled"/>
  <p:tag name="CREATORNAME" val="Stephanie"/>
  <p:tag name="VERSION" val="17720494552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f50663051003a027bdde9"/>
  <p:tag name="BIOJSON" val="{&quot;id&quot;:&quot;25d520c3-27b1-4536-b510-02499b6590ce&quot;,&quot;objects&quot;:{&quot;25d520c3-27b1-4536-b510-02499b6590ce&quot;:{&quot;id&quot;:&quot;25d520c3-27b1-4536-b510-02499b6590ce&quot;,&quot;type&quot;:&quot;FIGURE_OBJECT&quot;,&quot;document&quot;:{&quot;type&quot;:&quot;DOCUMENT_GROUP&quot;,&quot;canvasType&quot;:&quot;FIGURE&quot;,&quot;units&quot;:&quot;in&quot;}},&quot;bf621bf1-3574-40fe-9adf-27186892f882&quot;:{&quot;id&quot;:&quot;bf621bf1-3574-40fe-9adf-27186892f88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25d520c3-27b1-4536-b510-02499b6590ce&quot;,&quot;type&quot;:&quot;FRAME&quot;,&quot;order&quot;:&quot;5&quot;}},&quot;33dbc3be-a193-43a0-952f-daa98634e1a0&quot;:{&quot;id&quot;:&quot;33dbc3be-a193-43a0-952f-daa98634e1a0&quot;,&quot;type&quot;:&quot;FIGURE_OBJECT&quot;,&quot;document&quot;:{&quot;type&quot;:&quot;FIGURE&quot;,&quot;canvasType&quot;:&quot;FIGURE&quot;,&quot;units&quot;:&quot;in&quot;},&quot;parent&quot;:{&quot;parentId&quot;:&quot;25d520c3-27b1-4536-b510-02499b6590ce&quot;,&quot;type&quot;:&quot;DOCUMENT&quot;,&quot;order&quot;:&quot;5&quot;}},&quot;29e26981-898e-49f7-8ab8-8bbb101ff8a0&quot;:{&quot;id&quot;:&quot;29e26981-898e-49f7-8ab8-8bbb101ff8a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33dbc3be-a193-43a0-952f-daa98634e1a0&quot;,&quot;order&quot;:&quot;5&quot;}},&quot;98d94dc8-2861-4ccd-9818-25d1487a4df2&quot;:{&quot;id&quot;:&quot;98d94dc8-2861-4ccd-9818-25d1487a4df2&quot;,&quot;type&quot;:&quot;FIGURE_OBJECT&quot;,&quot;guide&quot;:{&quot;type&quot;:&quot;GRID&quot;,&quot;distance&quot;:0.5,&quot;units&quot;:&quot;in&quot;},&quot;parent&quot;:{&quot;parentId&quot;:&quot;25d520c3-27b1-4536-b510-02499b6590ce&quot;,&quot;type&quot;:&quot;GUIDE&quot;,&quot;order&quot;:&quot;5&quot;}},&quot;329ae80c-a976-4484-9658-f0637c55eda4&quot;:{&quot;relativeTransform&quot;:{&quot;translate&quot;:{&quot;x&quot;:-346.8197339116646,&quot;y&quot;:4.873188346485469},&quot;rotate&quot;:0,&quot;skewX&quot;:0,&quot;scale&quot;:{&quot;x&quot;:1,&quot;y&quot;:1}},&quot;type&quot;:&quot;FIGURE_OBJECT&quot;,&quot;id&quot;:&quot;329ae80c-a976-4484-9658-f0637c55eda4&quot;,&quot;layout&quot;:{&quot;sizeRatio&quot;:{&quot;x&quot;:0.9798319327731092,&quot;y&quot;:0.9500000000000001},&quot;keepAspectRatio&quot;:false},&quot;opacity&quot;:1,&quot;path&quot;:{&quot;type&quot;:&quot;RECT&quot;,&quot;size&quot;:{&quot;x&quot;:178.07308654465973,&quot;y&quot;:56.71296769131548},&quot;cornerRounding&quot;:{&quot;type&quot;:&quot;ARC_LENGTH&quot;,&quot;global&quot;:10.443475491139928}},&quot;pathStyles&quot;:[{&quot;type&quot;:&quot;FILL&quot;,&quot;fillStyle&quot;:&quot;rgba(224, 244, 218, 1)&quot;},{&quot;type&quot;:&quot;STROKE&quot;,&quot;strokeStyle&quot;:&quot;rgba(53, 105, 32, 1)&quot;,&quot;lineWidth&quot;:3.959558563581823,&quot;lineJoin&quot;:&quot;round&quot;}],&quot;isLocked&quot;:false,&quot;parent&quot;:{&quot;type&quot;:&quot;CHILD&quot;,&quot;parentId&quot;:&quot;23ead749-2473-4a62-be94-fe32fbc03afe&quot;,&quot;order&quot;:&quot;2&quot;},&quot;name&quot;:&quot;Glucose (pathway)&quot;,&quot;displayName&quot;:&quot;Glucose (pathway)&quot;,&quot;source&quot;:{&quot;id&quot;:&quot;64024e38007a9dbd144fe2f1&quot;,&quot;type&quot;:&quot;ASSETS&quot;},&quot;isPremium&quot;:false},&quot;05488fed-3e9e-4a23-81fe-185a2e5af8cd&quot;:{&quot;type&quot;:&quot;FIGURE_OBJECT&quot;,&quot;id&quot;:&quot;05488fed-3e9e-4a23-81fe-185a2e5af8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,&quot;range&quot;:[0,6]}],&quot;text&quot;:&quot;Glucose&quot;,&quot;base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74.4816965639271,&quot;y&quot;:31.676468508654583},&quot;targetSize&quot;:{&quot;x&quot;:174.4816965639271,&quot;y&quot;:2},&quot;format&quot;:&quot;BETTER_TEXT&quot;},&quot;parent&quot;:{&quot;type&quot;:&quot;CHILD&quot;,&quot;parentId&quot;:&quot;329ae80c-a976-4484-9658-f0637c55eda4&quot;,&quot;order&quot;:&quot;5&quot;}},&quot;1e290c36-2e27-48ec-9c18-8562f26f42b2&quot;:{&quot;type&quot;:&quot;FIGURE_OBJECT&quot;,&quot;id&quot;:&quot;1e290c36-2e27-48ec-9c18-8562f26f42b2&quot;,&quot;relativeTransform&quot;:{&quot;translate&quot;:{&quot;x&quot;:-153.5899099686406,&quot;y&quot;:4.87318834648547},&quot;rotate&quot;:0,&quot;skewX&quot;:0,&quot;scale&quot;:{&quot;x&quot;:1,&quot;y&quot;:1}},&quot;opacity&quot;:1,&quot;path&quot;:{&quot;type&quot;:&quot;ELLIPSE&quot;,&quot;size&quot;:{&quot;x&quot;:56.4287998894881,&quot;y&quot;:56.4287998894881}},&quot;isLocked&quot;:false,&quot;pathStyles&quot;:[{&quot;type&quot;:&quot;FILL&quot;,&quot;fillStyle&quot;:&quot;rgba(200, 77, 76, 1)&quot;},{&quot;type&quot;:&quot;STROKE&quot;,&quot;strokeStyle&quot;:&quot;rgba(107, 21, 25, 1)&quot;,&quot;lineWidth&quot;:2.7526243848530783,&quot;lineJoin&quot;:&quot;round&quot;}],&quot;parent&quot;:{&quot;type&quot;:&quot;CHILD&quot;,&quot;parentId&quot;:&quot;0ae28dd9-c763-4e18-b6c6-f22b09a9c424&quot;,&quot;order&quot;:&quot;2&quot;},&quot;layout&quot;:{&quot;sizeRatio&quot;:{&quot;x&quot;:0.7071067811865476,&quot;y&quot;:0.7071067811865476},&quot;keepAspectRatio&quot;:true}},&quot;9f4067d9-94bb-4567-9b53-3b6bff191088&quot;:{&quot;id&quot;:&quot;9f4067d9-94bb-4567-9b53-3b6bff1910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21.091260835782304,&quot;color&quot;:&quot;black&quot;,&quot;fontWeight&quot;:&quot;normal&quot;,&quot;fontStyle&quot;:&quot;normal&quot;,&quot;decoration&quot;:&quot;none&quot;}}],&quot;_lastCaretLocation&quot;:{&quot;lineIndex&quot;:0,&quot;runIndex&quot;:3,&quot;charIndex&quot;:3}},&quot;format&quot;:&quot;BETTER_TEXT&quot;,&quot;size&quot;:{&quot;x&quot;:52.24871322157389,&quot;y&quot;:24.56502488223887},&quot;targetSize&quot;:{&quot;x&quot;:52.24871322157389,&quot;y&quot;:2}},&quot;parent&quot;:{&quot;type&quot;:&quot;CHILD&quot;,&quot;parentId&quot;:&quot;1e290c36-2e27-48ec-9c18-8562f26f42b2&quot;,&quot;order&quot;:&quot;5&quot;}},&quot;04fdcf46-9356-4c61-938c-6f39de33e986&quot;:{&quot;id&quot;:&quot;04fdcf46-9356-4c61-938c-6f39de33e986&quot;,&quot;type&quot;:&quot;FIGURE_OBJECT&quot;,&quot;relativeTransform&quot;:{&quot;translate&quot;:{&quot;x&quot;:-153.11908834729758,&quot;y&quot;:4.8733096962407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8.41982425667095,&quot;color&quot;:&quot;rgba(255,255,255,1)&quot;,&quot;fontWeight&quot;:&quot;bold&quot;,&quot;fontStyle&quot;:&quot;normal&quot;,&quot;decoration&quot;:&quot;none&quot;},&quot;range&quot;:[0,1]},{&quot;style&quot;:{&quot;fontFamily&quot;:&quot;Roboto&quot;,&quot;fontSize&quot;:28.41982425667095,&quot;color&quot;:&quot;rgba(255,255,255,1)&quot;,&quot;fontWeight&quot;:&quot;bold&quot;,&quot;fontStyle&quot;:&quot;normal&quot;,&quot;decoration&quot;:&quot;none&quot;,&quot;script&quot;:&quot;sub&quot;},&quot;range&quot;:[2,2]}],&quot;text&quot;:&quot;6O2&quot;}],&quot;_lastCaretLocation&quot;:{&quot;lineIndex&quot;:0,&quot;runIndex&quot;:0,&quot;charIndex&quot;:1}},&quot;format&quot;:&quot;BETTER_TEXT&quot;,&quot;size&quot;:{&quot;x&quot;:45.69688415527344,&quot;y&quot;:33.49479287393362},&quot;targetSize&quot;:{&quot;x&quot;:42.957812707058665,&quot;y&quot;:33.49479287393362}},&quot;parent&quot;:{&quot;type&quot;:&quot;CHILD&quot;,&quot;parentId&quot;:&quot;0ae28dd9-c763-4e18-b6c6-f22b09a9c424&quot;,&quot;order&quot;:&quot;5&quot;}},&quot;9b2664a7-4f7c-4ac0-9ac1-948032ee40ca&quot;:{&quot;type&quot;:&quot;FIGURE_OBJECT&quot;,&quot;id&quot;:&quot;9b2664a7-4f7c-4ac0-9ac1-948032ee40ca&quot;,&quot;name&quot;:&quot;Element, generic&quot;,&quot;relativeTransform&quot;:{&quot;translate&quot;:{&quot;x&quot;:59.22921882559719,&quot;y&quot;:4.873188346485468},&quot;rotate&quot;:0,&quot;skewX&quot;:0,&quot;scale&quot;:{&quot;x&quot;:0.33003717151211925,&quot;y&quot;:0.33003717151211925}},&quot;opacity&quot;:1,&quot;image&quot;:{&quot;url&quot;:&quot;https://res.cloudinary.com/dlcjuc3ej/image/upload/v1544816698/xwrvwr4umpfykk93k3dz.svg#/keystone/api/icons/5c140841edbbaf120017f03e/element-generic.svg&quot;,&quot;size&quot;:{&quot;x&quot;:217,&quot;y&quot;:217},&quot;isPremium&quot;:false},&quot;source&quot;:{&quot;id&quot;:&quot;5c1407dfedbbaf120017f03c&quot;,&quot;type&quot;:&quot;ASSETS&quot;},&quot;pathStyles&quot;:[{&quot;type&quot;:&quot;FILL&quot;,&quot;fillStyle&quot;:&quot;rgb(0,0,0)&quot;}],&quot;isLocked&quot;:false,&quot;parent&quot;:{&quot;type&quot;:&quot;CHILD&quot;,&quot;parentId&quot;:&quot;7041cd2b-9604-4335-921e-0154c1f2a06e&quot;,&quot;order&quot;:&quot;2&quot;}},&quot;03d79fed-66cb-45c7-bb71-49022eda1cd8&quot;:{&quot;type&quot;:&quot;FIGURE_OBJECT&quot;,&quot;id&quot;:&quot;03d79fed-66cb-45c7-bb71-49022eda1cd8&quot;,&quot;relativeTransform&quot;:{&quot;translate&quot;:{&quot;x&quot;:59.89246660296289,&quot;y&quot;:7.876180541870102},&quot;rotate&quot;:0,&quot;skewX&quot;:0,&quot;scale&quot;:{&quot;x&quot;:1,&quot;y&quot;:1}},&quot;opacity&quot;:1,&quot;pathStyles&quot;:[{&quot;type&quot;:&quot;FILL&quot;,&quot;fillStyle&quot;:&quot;rgba(255,255,255,1)&quot;}],&quot;text&quot;:{&quot;textData&quot;:{&quot;lineSpacing&quot;:&quot;normal&quot;,&quot;alignment&quot;:&quot;center&quot;,&quot;lines&quot;:[{&quot;runs&quot;:[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none&quot;},&quot;range&quot;:[0,2]},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sub&quot;},&quot;range&quot;:[3,3]}],&quot;text&quot;:&quot;6CO2&quot;}],&quot;verticalAlign&quot;:&quot;TOP&quot;,&quot;_lastCaretLocation&quot;:{&quot;lineIndex&quot;:0,&quot;runIndex&quot;:0,&quot;charIndex&quot;:1}},&quot;size&quot;:{&quot;x&quot;:53.6009521484375,&quot;y&quot;:28},&quot;targetSize&quot;:{&quot;x&quot;:45.01833956798965,&quot;y&quot;:27.92622220487163},&quot;format&quot;:&quot;BETTER_TEXT&quot;,&quot;verticalAlign&quot;:&quot;TOP&quot;},&quot;isLocked&quot;:false,&quot;parent&quot;:{&quot;type&quot;:&quot;CHILD&quot;,&quot;parentId&quot;:&quot;7041cd2b-9604-4335-921e-0154c1f2a06e&quot;,&quot;order&quot;:&quot;5&quot;}},&quot;c25a6264-59d7-46ac-bdf9-1aeffbf9f67b&quot;:{&quot;id&quot;:&quot;c25a6264-59d7-46ac-bdf9-1aeffbf9f67b&quot;,&quot;name&quot;:&quot;Water drop&quot;,&quot;displayName&quot;:&quot;&quot;,&quot;type&quot;:&quot;FIGURE_OBJECT&quot;,&quot;relativeTransform&quot;:{&quot;translate&quot;:{&quot;x&quot;:196.01713266061225,&quot;y&quot;:4.87318834648547},&quot;rotate&quot;:0,&quot;skewX&quot;:0,&quot;scale&quot;:{&quot;x&quot;:1,&quot;y&quot;:1}},&quot;image&quot;:{&quot;url&quot;:&quot;https://icons.cdn.biorender.com/biorender/6356c3b89af5b70021be1a21/20221024165755/image/6356c3b89af5b70021be1a21.png&quot;,&quot;isPremium&quot;:false,&quot;isOrgIcon&quot;:false,&quot;size&quot;:{&quot;x&quot;:50,&quot;y&quot;:79.75}},&quot;source&quot;:{&quot;id&quot;:&quot;6356c3b89af5b70021be1a21&quot;,&quot;version&quot;:&quot;20221024165755&quot;,&quot;type&quot;:&quot;ASSETS&quot;},&quot;isPremium&quot;:false,&quot;parent&quot;:{&quot;type&quot;:&quot;CHILD&quot;,&quot;parentId&quot;:&quot;1b3530af-1c3a-47e9-a800-89c712355285&quot;,&quot;order&quot;:&quot;2&quot;}},&quot;030b0ac1-11c8-4a85-9a7d-92aa88353c94&quot;:{&quot;relativeTransform&quot;:{&quot;translate&quot;:{&quot;x&quot;:748.5392697735334,&quot;y&quot;:241.98211532027966},&quot;rotate&quot;:0,&quot;skewX&quot;:0,&quot;scale&quot;:{&quot;x&quot;:1,&quot;y&quot;:1}},&quot;type&quot;:&quot;FIGURE_OBJECT&quot;,&quot;id&quot;:&quot;030b0ac1-11c8-4a85-9a7d-92aa88353c94&quot;,&quot;parent&quot;:{&quot;type&quot;:&quot;CHILD&quot;,&quot;parentId&quot;:&quot;33dbc3be-a193-43a0-952f-daa98634e1a0&quot;,&quot;order&quot;:&quot;95&quot;},&quot;name&quot;:&quot;ATP (in energy symbol)&quot;,&quot;displayName&quot;:&quot;ATP (in energy symbol)&quot;,&quot;source&quot;:{&quot;id&quot;:&quot;632a0378ce64fcfc6fe7afb2&quot;,&quot;type&quot;:&quot;ASSETS&quot;},&quot;isPremium&quot;:true},&quot;fcd0a307-836c-4e52-b535-2eedf7530e57&quot;:{&quot;type&quot;:&quot;FIGURE_OBJECT&quot;,&quot;id&quot;:&quot;fcd0a307-836c-4e52-b535-2eedf7530e57&quot;,&quot;relativeTransform&quot;:{&quot;translate&quot;:{&quot;x&quot;:-393.91555101645883,&quot;y&quot;:-120.8857542541447},&quot;rotate&quot;:0,&quot;skewX&quot;:0,&quot;scale&quot;:{&quot;x&quot;:1,&quot;y&quot;:1}},&quot;opacity&quot;:1,&quot;path&quot;:{&quot;type&quot;:&quot;POLY_LINE&quot;,&quot;points&quot;:[{&quot;x&quot;:-52.56658389266612,&quot;y&quot;:21.153055395241307},{&quot;x&quot;:-39.29665488484592,&quot;y&quot;:0.5665533483193883},{&quot;x&quot;:-52.899432632819455,&quot;y&quot;:-2.8334466516806174},{&quot;x&quot;:-40.1008215068062,&quot;y&quot;:-8.84724641468732},{&quot;x&quot;:-57.6277053705122,&quot;y&quot;:-25.165543064040747},{&quot;x&quot;:-34.182170759990655,&quot;y&quot;:-22.318513002356184},{&quot;x&quot;:-40.64684492513909,&quot;y&quot;:-38.50780171314007},{&quot;x&quot;:-21.132038511824177,&quot;y&quot;:-27.99253595673406},{&quot;x&quot;:-18.108920283554212,&quot;y&quot;:-51.580459182290994},{&quot;x&quot;:-6.325352304222804,&quot;y&quot;:-32.148213499910284},{&quot;x&quot;:2.483410880358136,&quot;y&quot;:-43.59719312315495},{&quot;x&quot;:2.483410880358136,&quot;y&quot;:-27.72168293477729},{&quot;x&quot;:24.492174064939057,&quot;y&quot;:-41.046172746399606},{&quot;x&quot;:15.297200568220077,&quot;y&quot;:-20.235539348137934},{&quot;x&quot;:40.68180008549955,&quot;y&quot;:-23.794326925243666},{&quot;x&quot;:20.175492230090583,&quot;y&quot;:-7.996553017925137},{&quot;x&quot;:34.62746127789707,&quot;y&quot;:3.6530671813869304},{&quot;x&quot;:17.252061077314664,&quot;y&quot;:3.6530671813869304},{&quot;x&quot;:26.68439783149166,&quot;y&quot;:22.732579392542394},{&quot;x&quot;:4.070229865623588,&quot;y&quot;:8.332579392542385},{&quot;x&quot;:2.2560618997555224,&quot;y&quot;:22.73257939254239},{&quot;x&quot;:-7.972274031980618,&quot;y&quot;:10.557022770024687},{&quot;x&quot;:-20.672336150999634,&quot;y&quot;:30.276035246977436},{&quot;x&quot;:-23.67233615099964,&quot;y&quot;:8.772683038821071}],&quot;closed&quot;:true},&quot;pathStyles&quot;:[{&quot;type&quot;:&quot;FILL&quot;,&quot;fillStyle&quot;:&quot;rgb(253, 245, 113)&quot;},{&quot;type&quot;:&quot;STROKE&quot;,&quot;strokeStyle&quot;:&quot;rgb(207, 169, 51)&quot;,&quot;lineWidth&quot;:2,&quot;lineJoin&quot;:&quot;round&quot;}],&quot;isLocked&quot;:false,&quot;parent&quot;:{&quot;type&quot;:&quot;CHILD&quot;,&quot;parentId&quot;:&quot;030b0ac1-11c8-4a85-9a7d-92aa88353c94&quot;,&quot;order&quot;:&quot;2&quot;},&quot;connectorInfo&quot;:{&quot;connectedObjects&quot;:[],&quot;type&quot;:&quot;ELBOW&quot;,&quot;offset&quot;:{&quot;x&quot;:0,&quot;y&quot;:0},&quot;bending&quot;:-0.1,&quot;firstElementIsHead&quot;:true,&quot;customized&quot;:true}},&quot;397b9022-d46d-4e10-a4a5-7e814de0c546&quot;:{&quot;id&quot;:&quot;397b9022-d46d-4e10-a4a5-7e814de0c546&quot;,&quot;type&quot;:&quot;FIGURE_OBJECT&quot;,&quot;relativeTransform&quot;:{&quot;translate&quot;:{&quot;x&quot;:-404.3261232906893,&quot;y&quot;:-129.1889714758966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]}],&quot;text&quot;:&quot;ATP&quot;}],&quot;_lastCaretLocation&quot;:{&quot;lineIndex&quot;:0,&quot;runIndex&quot;:-1,&quot;charIndex&quot;:-1,&quot;endOfLine&quot;:true}},&quot;format&quot;:&quot;BETTER_TEXT&quot;,&quot;size&quot;:{&quot;x&quot;:59.11399935997639,&quot;y&quot;:22},&quot;targetSize&quot;:{&quot;x&quot;:59.11399935997639,&quot;y&quot;:22}},&quot;parent&quot;:{&quot;type&quot;:&quot;CHILD&quot;,&quot;parentId&quot;:&quot;030b0ac1-11c8-4a85-9a7d-92aa88353c94&quot;,&quot;order&quot;:&quot;5&quot;}},&quot;1cca3a2a-72ec-49b1-b244-a4d73a4d5639&quot;:{&quot;id&quot;:&quot;1cca3a2a-72ec-49b1-b244-a4d73a4d5639&quot;,&quot;name&quot;:&quot;Cross&quot;,&quot;displayName&quot;:&quot;&quot;,&quot;type&quot;:&quot;FIGURE_OBJECT&quot;,&quot;relativeTransform&quot;:{&quot;translate&quot;:{&quot;x&quot;:-219.79375027635973,&quot;y&quot;:110.44414909847818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7&quot;}},&quot;162fd199-2c39-40ab-9d01-3dd0f819cf58&quot;:{&quot;relativeTransform&quot;:{&quot;translate&quot;:{&quot;x&quot;:-76.56847512960879,&quot;y&quot;:110.44414909847818},&quot;rotate&quot;:1.5707963267948963,&quot;skewX&quot;:0,&quot;scale&quot;:{&quot;x&quot;:1,&quot;y&quot;:1}},&quot;type&quot;:&quot;FIGURE_OBJECT&quot;,&quot;id&quot;:&quot;162fd199-2c39-40ab-9d01-3dd0f819cf58&quot;,&quot;opacity&quot;:1,&quot;path&quot;:{&quot;type&quot;:&quot;POLY_LINE&quot;,&quot;points&quot;:[{&quot;x&quot;:-1.818398577753095e-31,&quot;y&quot;:24.917884462803652},{&quot;x&quot;:3.019806626980426e-14,&quot;y&quot;:-81.59804341287536}],&quot;closed&quot;:false},&quot;pathStyles&quot;:[{&quot;type&quot;:&quot;FILL&quot;,&quot;fillStyle&quot;:&quot;rgba(0,0,0,0)&quot;},{&quot;type&quot;:&quot;STROKE&quot;,&quot;strokeStyle&quot;:&quot;#232323&quot;,&quot;lineWidth&quot;:14.390207817848395,&quot;lineJoin&quot;:&quot;round&quot;}],&quot;isLocked&quot;:false,&quot;parent&quot;:{&quot;type&quot;:&quot;CHILD&quot;,&quot;parentId&quot;:&quot;33dbc3be-a193-43a0-952f-daa98634e1a0&quot;,&quot;order&quot;:&quot;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5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large arrowhead, editable)&quot;,&quot;displayName&quot;:&quot;Straight arrow (thick, large arrowhead, editable)&quot;,&quot;source&quot;:{&quot;id&quot;:&quot;648741de5ca6211d7d057176&quot;,&quot;type&quot;:&quot;ASSETS&quot;},&quot;isPremium&quot;:false},&quot;d279695e-565e-4bf5-868a-fb5adf2f515e&quot;:{&quot;id&quot;:&quot;d279695e-565e-4bf5-868a-fb5adf2f515e&quot;,&quot;name&quot;:&quot;Cross&quot;,&quot;displayName&quot;:&quot;&quot;,&quot;type&quot;:&quot;FIGURE_OBJECT&quot;,&quot;relativeTransform&quot;:{&quot;translate&quot;:{&quot;x&quot;:133.02769229763717,&quot;y&quot;:110.44414909847816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&quot;}},&quot;543f1287-9c0f-4bff-8807-055f93b1d5f0&quot;:{&quot;id&quot;:&quot;543f1287-9c0f-4bff-8807-055f93b1d5f0&quot;,&quot;name&quot;:&quot;Cross&quot;,&quot;displayName&quot;:&quot;&quot;,&quot;type&quot;:&quot;FIGURE_OBJECT&quot;,&quot;relativeTransform&quot;:{&quot;translate&quot;:{&quot;x&quot;:259.0065730235873,&quot;y&quot;:110.44414909847818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5&quot;}},&quot;af19fc8e-38fb-4ca0-b649-dd9ba25abcc6&quot;:{&quot;id&quot;:&quot;af19fc8e-38fb-4ca0-b649-dd9ba25abcc6&quot;,&quot;type&quot;:&quot;FIGURE_OBJECT&quot;,&quot;relativeTransform&quot;:{&quot;translate&quot;:{&quot;x&quot;:196.8568108238398,&quot;y&quot;:114.9934218559760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0]}],&quot;text&quot;:&quot;6&quot;}],&quot;_lastCaretLocation&quot;:{&quot;lineIndex&quot;:0,&quot;runIndex&quot;:0,&quot;charIndex&quot;:0}},&quot;format&quot;:&quot;BETTER_TEXT&quot;,&quot;size&quot;:{&quot;x&quot;:16.945165545324258,&quot;y&quot;:28},&quot;targetSize&quot;:{&quot;x&quot;:16.945165545324258,&quot;y&quot;:28}},&quot;parent&quot;:{&quot;type&quot;:&quot;CHILD&quot;,&quot;parentId&quot;:&quot;33dbc3be-a193-43a0-952f-daa98634e1a0&quot;,&quot;order&quot;:&quot;997&quot;}},&quot;914dac66-479c-41c4-8d78-8d241a7d8a99&quot;:{&quot;id&quot;:&quot;914dac66-479c-41c4-8d78-8d241a7d8a99&quot;,&quot;name&quot;:&quot;Bracket (square)&quot;,&quot;type&quot;:&quot;FIGURE_OBJECT&quot;,&quot;relativeTransform&quot;:{&quot;translate&quot;:{&quot;x&quot;:-148.68925633719562,&quot;y&quot;:58.620880516338225},&quot;rotate&quot;:1.5707963267948966,&quot;skewX&quot;:-1.0813986920788558e-32,&quot;scale&quot;:{&quot;x&quot;:2.1352429936072777,&quot;y&quot;:2.6880585952655007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8&quot;}},&quot;a48f1ac3-9fcc-4bf4-84aa-8efe1a914e9c&quot;:{&quot;id&quot;:&quot;a48f1ac3-9fcc-4bf4-84aa-8efe1a914e9c&quot;,&quot;name&quot;:&quot;Bracket (square)&quot;,&quot;type&quot;:&quot;FIGURE_OBJECT&quot;,&quot;relativeTransform&quot;:{&quot;translate&quot;:{&quot;x&quot;:23.28872051301935,&quot;y&quot;:187.96648850153014},&quot;rotate&quot;:-1.5707963267948966,&quot;skewX&quot;:-8.651189536630843e-32,&quot;scale&quot;:{&quot;x&quot;:2.135242993607278,&quot;y&quot;:2.2589812886059333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&quot;}},&quot;3c135bf9-11af-4dd3-8679-4dfa9a9c88f2&quot;:{&quot;id&quot;:&quot;3c135bf9-11af-4dd3-8679-4dfa9a9c88f2&quot;,&quot;type&quot;:&quot;FIGURE_OBJECT&quot;,&quot;relativeTransform&quot;:{&quot;translate&quot;:{&quot;x&quot;:-148.6892949008786,&quot;y&quot;:8.30612850791662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7]}],&quot;text&quot;:&quot;Oxidized&quot;}],&quot;_lastCaretLocation&quot;:{&quot;lineIndex&quot;:0,&quot;runIndex&quot;:-1,&quot;charIndex&quot;:-1,&quot;endOfLine&quot;:true}},&quot;format&quot;:&quot;BETTER_TEXT&quot;,&quot;size&quot;:{&quot;x&quot;:149.6914520263672,&quot;y&quot;:39},&quot;targetSize&quot;:{&quot;x&quot;:120,&quot;y&quot;:24.24}},&quot;parent&quot;:{&quot;type&quot;:&quot;CHILD&quot;,&quot;parentId&quot;:&quot;33dbc3be-a193-43a0-952f-daa98634e1a0&quot;,&quot;order&quot;:&quot;9995&quot;}},&quot;7bf53ba2-daca-4bea-b52f-97989ee5a21a&quot;:{&quot;id&quot;:&quot;7bf53ba2-daca-4bea-b52f-97989ee5a21a&quot;,&quot;type&quot;:&quot;FIGURE_OBJECT&quot;,&quot;relativeTransform&quot;:{&quot;translate&quot;:{&quot;x&quot;:25.454395365762736,&quot;y&quot;:243.996215981424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6]}],&quot;text&quot;:&quot;Reduced&quot;}],&quot;_lastCaretLocation&quot;:{&quot;lineIndex&quot;:0,&quot;runIndex&quot;:-1,&quot;charIndex&quot;:-1,&quot;endOfLine&quot;:true}},&quot;format&quot;:&quot;BETTER_TEXT&quot;,&quot;size&quot;:{&quot;x&quot;:154.0213623046875,&quot;y&quot;:39},&quot;targetSize&quot;:{&quot;x&quot;:120,&quot;y&quot;:24.24}},&quot;parent&quot;:{&quot;type&quot;:&quot;CHILD&quot;,&quot;parentId&quot;:&quot;33dbc3be-a193-43a0-952f-daa98634e1a0&quot;,&quot;order&quot;:&quot;9997&quot;}},&quot;82f225ed-0c8d-4da3-8298-cf8de42ca559&quot;:{&quot;id&quot;:&quot;82f225ed-0c8d-4da3-8298-cf8de42ca559&quot;,&quot;type&quot;:&quot;FIGURE_OBJECT&quot;,&quot;relativeTransform&quot;:{&quot;translate&quot;:{&quot;x&quot;:-346.8195637252001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0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2,2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3,4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5,5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6,6]}],&quot;text&quot;:&quot;C6H12O6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23ead749-2473-4a62-be94-fe32fbc03afe&quot;,&quot;order&quot;:&quot;5&quot;}},&quot;e03d9d1e-ecaa-4df5-a309-ef889563a6b4&quot;:{&quot;id&quot;:&quot;e03d9d1e-ecaa-4df5-a309-ef889563a6b4&quot;,&quot;type&quot;:&quot;FIGURE_OBJECT&quot;,&quot;relativeTransform&quot;:{&quot;translate&quot;:{&quot;x&quot;:-148.9446683285967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Oxygen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0ae28dd9-c763-4e18-b6c6-f22b09a9c424&quot;,&quot;order&quot;:&quot;7&quot;}},&quot;268d4429-2179-4883-91dd-732ac5972e56&quot;:{&quot;id&quot;:&quot;268d4429-2179-4883-91dd-732ac5972e56&quot;,&quot;type&quot;:&quot;FIGURE_OBJECT&quot;,&quot;relativeTransform&quot;:{&quot;translate&quot;:{&quot;x&quot;:59.22914627392037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13]}],&quot;text&quot;:&quot;Carbon Dioxide&quot;}],&quot;_lastCaretLocation&quot;:{&quot;lineIndex&quot;:0,&quot;runIndex&quot;:-1,&quot;charIndex&quot;:-1,&quot;endOfLine&quot;:true}},&quot;format&quot;:&quot;BETTER_TEXT&quot;,&quot;size&quot;:{&quot;x&quot;:127.21383841182735,&quot;y&quot;:25.460323176345376},&quot;targetSize&quot;:{&quot;x&quot;:127.21383841182735,&quot;y&quot;:25.460323176345376}},&quot;parent&quot;:{&quot;type&quot;:&quot;CHILD&quot;,&quot;parentId&quot;:&quot;7041cd2b-9604-4335-921e-0154c1f2a06e&quot;,&quot;order&quot;:&quot;7&quot;}},&quot;5d6bd611-5cc4-42d2-ac26-12279ceffc50&quot;:{&quot;id&quot;:&quot;5d6bd611-5cc4-42d2-ac26-12279ceffc50&quot;,&quot;type&quot;:&quot;FIGURE_OBJECT&quot;,&quot;relativeTransform&quot;:{&quot;translate&quot;:{&quot;x&quot;:196.0169145104662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4]}],&quot;text&quot;:&quot;Water&quot;}],&quot;_lastCaretLocation&quot;:{&quot;lineIndex&quot;:0,&quot;runIndex&quot;:-1,&quot;charIndex&quot;:-1,&quot;endOfLine&quot;:true}},&quot;format&quot;:&quot;BETTER_TEXT&quot;,&quot;size&quot;:{&quot;x&quot;:49.999260915367174,&quot;y&quot;:24.24},&quot;targetSize&quot;:{&quot;x&quot;:49.999260915367174,&quot;y&quot;:24.24}},&quot;parent&quot;:{&quot;type&quot;:&quot;CHILD&quot;,&quot;parentId&quot;:&quot;1b3530af-1c3a-47e9-a800-89c712355285&quot;,&quot;order&quot;:&quot;5&quot;}},&quot;16f21025-897b-4e4e-a857-3ea447b0ce76&quot;:{&quot;id&quot;:&quot;16f21025-897b-4e4e-a857-3ea447b0ce76&quot;,&quot;type&quot;:&quot;FIGURE_OBJECT&quot;,&quot;relativeTransform&quot;:{&quot;translate&quot;:{&quot;x&quot;:346.1510867174442,&quot;y&quot;:163.3385128766596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Energy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33dbc3be-a193-43a0-952f-daa98634e1a0&quot;,&quot;order&quot;:&quot;99998&quot;}},&quot;23ead749-2473-4a62-be94-fe32fbc03afe&quot;:{&quot;type&quot;:&quot;FIGURE_OBJECT&quot;,&quot;id&quot;:&quot;23ead749-2473-4a62-be94-fe32fbc03afe&quot;,&quot;parent&quot;:{&quot;type&quot;:&quot;CHILD&quot;,&quot;parentId&quot;:&quot;33dbc3be-a193-43a0-952f-daa98634e1a0&quot;,&quot;order&quot;:&quot;9998&quot;},&quot;relativeTransform&quot;:{&quot;translate&quot;:{&quot;x&quot;:0,&quot;y&quot;:105.5709607519927},&quot;rotate&quot;:0,&quot;skewX&quot;:0,&quot;scale&quot;:{&quot;x&quot;:1,&quot;y&quot;:1}}},&quot;5e0937b5-646b-4b7f-8bf6-6204b743db89&quot;:{&quot;type&quot;:&quot;FIGURE_OBJECT&quot;,&quot;id&quot;:&quot;5e0937b5-646b-4b7f-8bf6-6204b743db89&quot;,&quot;parent&quot;:{&quot;type&quot;:&quot;CHILD&quot;,&quot;parentId&quot;:&quot;33dbc3be-a193-43a0-952f-daa98634e1a0&quot;,&quot;order&quot;:&quot;99999&quot;},&quot;relativeTransform&quot;:{&quot;translate&quot;:{&quot;x&quot;:569.2669578576175,&quot;y&quot;:-187.47001354016277},&quot;rotate&quot;:0,&quot;skewX&quot;:0,&quot;scale&quot;:{&quot;x&quot;:1,&quot;y&quot;:1}}},&quot;d25a8c67-b0d0-4399-8382-925ba10ee65d&quot;:{&quot;relativeTransform&quot;:{&quot;translate&quot;:{&quot;x&quot;:-346.8197339116646,&quot;y&quot;:4.873188346485469},&quot;rotate&quot;:0,&quot;skewX&quot;:0,&quot;scale&quot;:{&quot;x&quot;:1,&quot;y&quot;:1}},&quot;type&quot;:&quot;FIGURE_OBJECT&quot;,&quot;id&quot;:&quot;d25a8c67-b0d0-4399-8382-925ba10ee65d&quot;,&quot;layout&quot;:{&quot;sizeRatio&quot;:{&quot;x&quot;:0.9798319327731092,&quot;y&quot;:0.9500000000000001},&quot;keepAspectRatio&quot;:false},&quot;opacity&quot;:1,&quot;path&quot;:{&quot;type&quot;:&quot;RECT&quot;,&quot;size&quot;:{&quot;x&quot;:178.07308654465973,&quot;y&quot;:56.71296769131548},&quot;cornerRounding&quot;:{&quot;type&quot;:&quot;ARC_LENGTH&quot;,&quot;global&quot;:10.443475491139928}},&quot;pathStyles&quot;:[{&quot;type&quot;:&quot;FILL&quot;,&quot;fillStyle&quot;:&quot;rgba(224, 244, 218, 1)&quot;},{&quot;type&quot;:&quot;STROKE&quot;,&quot;strokeStyle&quot;:&quot;rgba(53, 105, 32, 1)&quot;,&quot;lineWidth&quot;:3.959558563581823,&quot;lineJoin&quot;:&quot;round&quot;}],&quot;isLocked&quot;:false,&quot;parent&quot;:{&quot;type&quot;:&quot;CHILD&quot;,&quot;parentId&quot;:&quot;5e0937b5-646b-4b7f-8bf6-6204b743db89&quot;,&quot;order&quot;:&quot;2&quot;},&quot;name&quot;:&quot;Glucose (pathway)&quot;,&quot;displayName&quot;:&quot;Glucose (pathway)&quot;,&quot;source&quot;:{&quot;id&quot;:&quot;64024e38007a9dbd144fe2f1&quot;,&quot;type&quot;:&quot;ASSETS&quot;},&quot;isPremium&quot;:false},&quot;5f016227-52ec-4df4-a3f6-d66f2656294d&quot;:{&quot;type&quot;:&quot;FIGURE_OBJECT&quot;,&quot;id&quot;:&quot;5f016227-52ec-4df4-a3f6-d66f2656294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,&quot;range&quot;:[0,6]}],&quot;text&quot;:&quot;Glucose&quot;,&quot;base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74.4816965639271,&quot;y&quot;:31.676468508654583},&quot;targetSize&quot;:{&quot;x&quot;:174.4816965639271,&quot;y&quot;:2},&quot;format&quot;:&quot;BETTER_TEXT&quot;},&quot;parent&quot;:{&quot;type&quot;:&quot;CHILD&quot;,&quot;parentId&quot;:&quot;d25a8c67-b0d0-4399-8382-925ba10ee65d&quot;,&quot;order&quot;:&quot;5&quot;}},&quot;f3968e8f-eb35-4a17-83ec-f64a5a62d875&quot;:{&quot;id&quot;:&quot;f3968e8f-eb35-4a17-83ec-f64a5a62d875&quot;,&quot;type&quot;:&quot;FIGURE_OBJECT&quot;,&quot;relativeTransform&quot;:{&quot;translate&quot;:{&quot;x&quot;:-346.8195637252001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0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2,2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3,4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5,5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6,6]}],&quot;text&quot;:&quot;C6H12O6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5e0937b5-646b-4b7f-8bf6-6204b743db89&quot;,&quot;order&quot;:&quot;5&quot;}},&quot;1b3530af-1c3a-47e9-a800-89c712355285&quot;:{&quot;type&quot;:&quot;FIGURE_OBJECT&quot;,&quot;id&quot;:&quot;1b3530af-1c3a-47e9-a800-89c712355285&quot;,&quot;parent&quot;:{&quot;type&quot;:&quot;CHILD&quot;,&quot;parentId&quot;:&quot;33dbc3be-a193-43a0-952f-daa98634e1a0&quot;,&quot;order&quot;:&quot;99997&quot;},&quot;relativeTransform&quot;:{&quot;translate&quot;:{&quot;x&quot;:0,&quot;y&quot;:105.5709607519927},&quot;rotate&quot;:0,&quot;skewX&quot;:0,&quot;scale&quot;:{&quot;x&quot;:1,&quot;y&quot;:1}}},&quot;696c798a-f88f-437c-9327-def47203c8e1&quot;:{&quot;type&quot;:&quot;FIGURE_OBJECT&quot;,&quot;id&quot;:&quot;696c798a-f88f-437c-9327-def47203c8e1&quot;,&quot;parent&quot;:{&quot;type&quot;:&quot;CHILD&quot;,&quot;parentId&quot;:&quot;33dbc3be-a193-43a0-952f-daa98634e1a0&quot;,&quot;order&quot;:&quot;999995&quot;},&quot;relativeTransform&quot;:{&quot;translate&quot;:{&quot;x&quot;:-222.46861567873552,&quot;y&quot;:-187.46976218921498},&quot;rotate&quot;:0,&quot;skewX&quot;:0,&quot;scale&quot;:{&quot;x&quot;:1,&quot;y&quot;:1}}},&quot;dc859a39-5f42-45c0-9202-ce528a6b4a72&quot;:{&quot;id&quot;:&quot;dc859a39-5f42-45c0-9202-ce528a6b4a72&quot;,&quot;name&quot;:&quot;Water drop&quot;,&quot;displayName&quot;:&quot;&quot;,&quot;type&quot;:&quot;FIGURE_OBJECT&quot;,&quot;relativeTransform&quot;:{&quot;translate&quot;:{&quot;x&quot;:196.01713266061225,&quot;y&quot;:4.87318834648547},&quot;rotate&quot;:0,&quot;skewX&quot;:0,&quot;scale&quot;:{&quot;x&quot;:1,&quot;y&quot;:1}},&quot;image&quot;:{&quot;url&quot;:&quot;https://icons.cdn.biorender.com/biorender/6356c3b89af5b70021be1a21/20221024165755/image/6356c3b89af5b70021be1a21.png&quot;,&quot;isPremium&quot;:false,&quot;isOrgIcon&quot;:false,&quot;size&quot;:{&quot;x&quot;:50,&quot;y&quot;:79.75}},&quot;source&quot;:{&quot;id&quot;:&quot;6356c3b89af5b70021be1a21&quot;,&quot;version&quot;:&quot;20221024165755&quot;,&quot;type&quot;:&quot;ASSETS&quot;},&quot;isPremium&quot;:false,&quot;parent&quot;:{&quot;type&quot;:&quot;CHILD&quot;,&quot;parentId&quot;:&quot;696c798a-f88f-437c-9327-def47203c8e1&quot;,&quot;order&quot;:&quot;2&quot;}},&quot;d2d6f2fe-9e4a-492a-88ae-518cbc9ab2b8&quot;:{&quot;id&quot;:&quot;d2d6f2fe-9e4a-492a-88ae-518cbc9ab2b8&quot;,&quot;type&quot;:&quot;FIGURE_OBJECT&quot;,&quot;relativeTransform&quot;:{&quot;translate&quot;:{&quot;x&quot;:196.0169145104662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4]}],&quot;text&quot;:&quot;Water&quot;}],&quot;_lastCaretLocation&quot;:{&quot;lineIndex&quot;:0,&quot;runIndex&quot;:-1,&quot;charIndex&quot;:-1,&quot;endOfLine&quot;:true}},&quot;format&quot;:&quot;BETTER_TEXT&quot;,&quot;size&quot;:{&quot;x&quot;:49.999260915367174,&quot;y&quot;:24.24},&quot;targetSize&quot;:{&quot;x&quot;:49.999260915367174,&quot;y&quot;:24.24}},&quot;parent&quot;:{&quot;type&quot;:&quot;CHILD&quot;,&quot;parentId&quot;:&quot;696c798a-f88f-437c-9327-def47203c8e1&quot;,&quot;order&quot;:&quot;5&quot;}},&quot;a67c654d-4d73-4178-8f21-c013b57ec553&quot;:{&quot;relativeTransform&quot;:{&quot;translate&quot;:{&quot;x&quot;:42.637450012675814,&quot;y&quot;:-181.71499789706604},&quot;rotate&quot;:1.5707963267948963,&quot;skewX&quot;:0,&quot;scale&quot;:{&quot;x&quot;:1,&quot;y&quot;:1}},&quot;type&quot;:&quot;FIGURE_OBJECT&quot;,&quot;id&quot;:&quot;a67c654d-4d73-4178-8f21-c013b57ec553&quot;,&quot;opacity&quot;:1,&quot;path&quot;:{&quot;type&quot;:&quot;POLY_LINE&quot;,&quot;points&quot;:[{&quot;x&quot;:-1.818398577753095e-31,&quot;y&quot;:24.917884462803652},{&quot;x&quot;:3.019806626980426e-14,&quot;y&quot;:-81.59804341287536}],&quot;closed&quot;:false},&quot;pathStyles&quot;:[{&quot;type&quot;:&quot;FILL&quot;,&quot;fillStyle&quot;:&quot;rgba(0,0,0,0)&quot;},{&quot;type&quot;:&quot;STROKE&quot;,&quot;strokeStyle&quot;:&quot;#232323&quot;,&quot;lineWidth&quot;:14.390207817848395,&quot;lineJoin&quot;:&quot;round&quot;}],&quot;isLocked&quot;:false,&quot;parent&quot;:{&quot;type&quot;:&quot;CHILD&quot;,&quot;parentId&quot;:&quot;33dbc3be-a193-43a0-952f-daa98634e1a0&quot;,&quot;order&quot;:&quot;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5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large arrowhead, editable)&quot;,&quot;displayName&quot;:&quot;Straight arrow (thick, large arrowhead, editable)&quot;,&quot;source&quot;:{&quot;id&quot;:&quot;648741de5ca6211d7d057176&quot;,&quot;type&quot;:&quot;ASSETS&quot;},&quot;isPremium&quot;:false},&quot;7041cd2b-9604-4335-921e-0154c1f2a06e&quot;:{&quot;type&quot;:&quot;FIGURE_OBJECT&quot;,&quot;id&quot;:&quot;7041cd2b-9604-4335-921e-0154c1f2a06e&quot;,&quot;parent&quot;:{&quot;type&quot;:&quot;CHILD&quot;,&quot;parentId&quot;:&quot;33dbc3be-a193-43a0-952f-daa98634e1a0&quot;,&quot;order&quot;:&quot;99995&quot;},&quot;relativeTransform&quot;:{&quot;translate&quot;:{&quot;x&quot;:0,&quot;y&quot;:104.39795007697056},&quot;rotate&quot;:0,&quot;skewX&quot;:0,&quot;scale&quot;:{&quot;x&quot;:1,&quot;y&quot;:1}}},&quot;21a5c9bf-a74b-4e59-9cda-35edd975df8d&quot;:{&quot;type&quot;:&quot;FIGURE_OBJECT&quot;,&quot;id&quot;:&quot;21a5c9bf-a74b-4e59-9cda-35edd975df8d&quot;,&quot;parent&quot;:{&quot;type&quot;:&quot;CHILD&quot;,&quot;parentId&quot;:&quot;33dbc3be-a193-43a0-952f-daa98634e1a0&quot;,&quot;order&quot;:&quot;999998&quot;},&quot;relativeTransform&quot;:{&quot;translate&quot;:{&quot;x&quot;:-217.60851621911453,&quot;y&quot;:-189.87038786468892},&quot;rotate&quot;:0,&quot;skewX&quot;:0,&quot;scale&quot;:{&quot;x&quot;:1,&quot;y&quot;:1}}},&quot;5c5949fd-1544-4ed1-9124-09a568793733&quot;:{&quot;type&quot;:&quot;FIGURE_OBJECT&quot;,&quot;id&quot;:&quot;5c5949fd-1544-4ed1-9124-09a568793733&quot;,&quot;name&quot;:&quot;Element, generic&quot;,&quot;relativeTransform&quot;:{&quot;translate&quot;:{&quot;x&quot;:59.22921882559719,&quot;y&quot;:4.873188346485468},&quot;rotate&quot;:0,&quot;skewX&quot;:0,&quot;scale&quot;:{&quot;x&quot;:0.33003717151211925,&quot;y&quot;:0.33003717151211925}},&quot;opacity&quot;:1,&quot;image&quot;:{&quot;url&quot;:&quot;https://res.cloudinary.com/dlcjuc3ej/image/upload/v1544816698/xwrvwr4umpfykk93k3dz.svg#/keystone/api/icons/5c140841edbbaf120017f03e/element-generic.svg&quot;,&quot;size&quot;:{&quot;x&quot;:217,&quot;y&quot;:217},&quot;isPremium&quot;:false},&quot;source&quot;:{&quot;id&quot;:&quot;5c1407dfedbbaf120017f03c&quot;,&quot;type&quot;:&quot;ASSETS&quot;},&quot;pathStyles&quot;:[{&quot;type&quot;:&quot;FILL&quot;,&quot;fillStyle&quot;:&quot;rgb(0,0,0)&quot;}],&quot;isLocked&quot;:false,&quot;parent&quot;:{&quot;type&quot;:&quot;CHILD&quot;,&quot;parentId&quot;:&quot;21a5c9bf-a74b-4e59-9cda-35edd975df8d&quot;,&quot;order&quot;:&quot;2&quot;}},&quot;fff1f406-4a4a-4299-9fba-35bffc7b2ff0&quot;:{&quot;type&quot;:&quot;FIGURE_OBJECT&quot;,&quot;id&quot;:&quot;fff1f406-4a4a-4299-9fba-35bffc7b2ff0&quot;,&quot;relativeTransform&quot;:{&quot;translate&quot;:{&quot;x&quot;:59.89246660296289,&quot;y&quot;:7.876180541870102},&quot;rotate&quot;:0,&quot;skewX&quot;:0,&quot;scale&quot;:{&quot;x&quot;:1,&quot;y&quot;:1}},&quot;opacity&quot;:1,&quot;pathStyles&quot;:[{&quot;type&quot;:&quot;FILL&quot;,&quot;fillStyle&quot;:&quot;rgba(255,255,255,1)&quot;}],&quot;text&quot;:{&quot;textData&quot;:{&quot;lineSpacing&quot;:&quot;normal&quot;,&quot;alignment&quot;:&quot;center&quot;,&quot;lines&quot;:[{&quot;runs&quot;:[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none&quot;},&quot;range&quot;:[0,2]},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sub&quot;},&quot;range&quot;:[3,3]}],&quot;text&quot;:&quot;6CO2&quot;}],&quot;verticalAlign&quot;:&quot;TOP&quot;,&quot;_lastCaretLocation&quot;:{&quot;lineIndex&quot;:0,&quot;runIndex&quot;:0,&quot;charIndex&quot;:1}},&quot;size&quot;:{&quot;x&quot;:53.6009521484375,&quot;y&quot;:28},&quot;targetSize&quot;:{&quot;x&quot;:45.01833956798965,&quot;y&quot;:27.92622220487163},&quot;format&quot;:&quot;BETTER_TEXT&quot;,&quot;verticalAlign&quot;:&quot;TOP&quot;},&quot;isLocked&quot;:false,&quot;parent&quot;:{&quot;type&quot;:&quot;CHILD&quot;,&quot;parentId&quot;:&quot;21a5c9bf-a74b-4e59-9cda-35edd975df8d&quot;,&quot;order&quot;:&quot;5&quot;}},&quot;ee33bd78-b148-47a2-9947-1684d2b671dd&quot;:{&quot;id&quot;:&quot;ee33bd78-b148-47a2-9947-1684d2b671dd&quot;,&quot;type&quot;:&quot;FIGURE_OBJECT&quot;,&quot;relativeTransform&quot;:{&quot;translate&quot;:{&quot;x&quot;:59.22914627392037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13]}],&quot;text&quot;:&quot;Carbon Dioxide&quot;}],&quot;_lastCaretLocation&quot;:{&quot;lineIndex&quot;:0,&quot;runIndex&quot;:-1,&quot;charIndex&quot;:-1,&quot;endOfLine&quot;:true}},&quot;format&quot;:&quot;BETTER_TEXT&quot;,&quot;size&quot;:{&quot;x&quot;:127.21383841182735,&quot;y&quot;:25.460323176345376},&quot;targetSize&quot;:{&quot;x&quot;:127.21383841182735,&quot;y&quot;:25.460323176345376}},&quot;parent&quot;:{&quot;type&quot;:&quot;CHILD&quot;,&quot;parentId&quot;:&quot;21a5c9bf-a74b-4e59-9cda-35edd975df8d&quot;,&quot;order&quot;:&quot;7&quot;}},&quot;0ae28dd9-c763-4e18-b6c6-f22b09a9c424&quot;:{&quot;type&quot;:&quot;FIGURE_OBJECT&quot;,&quot;id&quot;:&quot;0ae28dd9-c763-4e18-b6c6-f22b09a9c424&quot;,&quot;parent&quot;:{&quot;type&quot;:&quot;CHILD&quot;,&quot;parentId&quot;:&quot;33dbc3be-a193-43a0-952f-daa98634e1a0&quot;,&quot;order&quot;:&quot;9999&quot;},&quot;relativeTransform&quot;:{&quot;translate&quot;:{&quot;x&quot;:0,&quot;y&quot;:105.5709607519927},&quot;rotate&quot;:0,&quot;skewX&quot;:0,&quot;scale&quot;:{&quot;x&quot;:1,&quot;y&quot;:1}}},&quot;5d87e03c-edcd-493d-a512-ebedc6ce57da&quot;:{&quot;type&quot;:&quot;FIGURE_OBJECT&quot;,&quot;id&quot;:&quot;5d87e03c-edcd-493d-a512-ebedc6ce57da&quot;,&quot;parent&quot;:{&quot;type&quot;:&quot;CHILD&quot;,&quot;parentId&quot;:&quot;33dbc3be-a193-43a0-952f-daa98634e1a0&quot;,&quot;order&quot;:&quot;999999&quot;},&quot;relativeTransform&quot;:{&quot;translate&quot;:{&quot;x&quot;:552.8179578576177,&quot;y&quot;:-188.216288405068},&quot;rotate&quot;:0,&quot;skewX&quot;:0,&quot;scale&quot;:{&quot;x&quot;:1,&quot;y&quot;:1}}},&quot;b155c82f-9fe3-42b1-986c-7b3ed73e2193&quot;:{&quot;type&quot;:&quot;FIGURE_OBJECT&quot;,&quot;id&quot;:&quot;b155c82f-9fe3-42b1-986c-7b3ed73e2193&quot;,&quot;relativeTransform&quot;:{&quot;translate&quot;:{&quot;x&quot;:-153.5899099686406,&quot;y&quot;:4.87318834648547},&quot;rotate&quot;:0,&quot;skewX&quot;:0,&quot;scale&quot;:{&quot;x&quot;:1,&quot;y&quot;:1}},&quot;opacity&quot;:1,&quot;path&quot;:{&quot;type&quot;:&quot;ELLIPSE&quot;,&quot;size&quot;:{&quot;x&quot;:56.4287998894881,&quot;y&quot;:56.4287998894881}},&quot;isLocked&quot;:false,&quot;pathStyles&quot;:[{&quot;type&quot;:&quot;FILL&quot;,&quot;fillStyle&quot;:&quot;rgba(200, 77, 76, 1)&quot;},{&quot;type&quot;:&quot;STROKE&quot;,&quot;strokeStyle&quot;:&quot;rgba(107, 21, 25, 1)&quot;,&quot;lineWidth&quot;:2.7526243848530783,&quot;lineJoin&quot;:&quot;round&quot;}],&quot;parent&quot;:{&quot;type&quot;:&quot;CHILD&quot;,&quot;parentId&quot;:&quot;5d87e03c-edcd-493d-a512-ebedc6ce57da&quot;,&quot;order&quot;:&quot;2&quot;},&quot;layout&quot;:{&quot;sizeRatio&quot;:{&quot;x&quot;:0.7071067811865476,&quot;y&quot;:0.7071067811865476},&quot;keepAspectRatio&quot;:true}},&quot;d0980d76-ef5d-48b1-9b32-301621a85942&quot;:{&quot;id&quot;:&quot;d0980d76-ef5d-48b1-9b32-301621a8594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21.091260835782304,&quot;color&quot;:&quot;black&quot;,&quot;fontWeight&quot;:&quot;normal&quot;,&quot;fontStyle&quot;:&quot;normal&quot;,&quot;decoration&quot;:&quot;none&quot;}}],&quot;_lastCaretLocation&quot;:{&quot;lineIndex&quot;:0,&quot;runIndex&quot;:3,&quot;charIndex&quot;:3}},&quot;format&quot;:&quot;BETTER_TEXT&quot;,&quot;size&quot;:{&quot;x&quot;:52.24871322157389,&quot;y&quot;:24.56502488223887},&quot;targetSize&quot;:{&quot;x&quot;:52.24871322157389,&quot;y&quot;:2}},&quot;parent&quot;:{&quot;type&quot;:&quot;CHILD&quot;,&quot;parentId&quot;:&quot;b155c82f-9fe3-42b1-986c-7b3ed73e2193&quot;,&quot;order&quot;:&quot;5&quot;}},&quot;7530f7e5-9bdb-4067-ae6a-9ad832df3c94&quot;:{&quot;id&quot;:&quot;7530f7e5-9bdb-4067-ae6a-9ad832df3c94&quot;,&quot;type&quot;:&quot;FIGURE_OBJECT&quot;,&quot;relativeTransform&quot;:{&quot;translate&quot;:{&quot;x&quot;:-153.11908834729758,&quot;y&quot;:4.8733096962407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8.41982425667095,&quot;color&quot;:&quot;rgba(255,255,255,1)&quot;,&quot;fontWeight&quot;:&quot;bold&quot;,&quot;fontStyle&quot;:&quot;normal&quot;,&quot;decoration&quot;:&quot;none&quot;},&quot;range&quot;:[0,1]},{&quot;style&quot;:{&quot;fontFamily&quot;:&quot;Roboto&quot;,&quot;fontSize&quot;:28.41982425667095,&quot;color&quot;:&quot;rgba(255,255,255,1)&quot;,&quot;fontWeight&quot;:&quot;bold&quot;,&quot;fontStyle&quot;:&quot;normal&quot;,&quot;decoration&quot;:&quot;none&quot;,&quot;script&quot;:&quot;sub&quot;},&quot;range&quot;:[2,2]}],&quot;text&quot;:&quot;6O2&quot;}],&quot;_lastCaretLocation&quot;:{&quot;lineIndex&quot;:0,&quot;runIndex&quot;:0,&quot;charIndex&quot;:1}},&quot;format&quot;:&quot;BETTER_TEXT&quot;,&quot;size&quot;:{&quot;x&quot;:45.69688415527344,&quot;y&quot;:33.49479287393362},&quot;targetSize&quot;:{&quot;x&quot;:42.957812707058665,&quot;y&quot;:33.49479287393362}},&quot;parent&quot;:{&quot;type&quot;:&quot;CHILD&quot;,&quot;parentId&quot;:&quot;5d87e03c-edcd-493d-a512-ebedc6ce57da&quot;,&quot;order&quot;:&quot;5&quot;}},&quot;3b06b39c-37e6-4c6a-9e75-a4ea8a7d9d6e&quot;:{&quot;id&quot;:&quot;3b06b39c-37e6-4c6a-9e75-a4ea8a7d9d6e&quot;,&quot;type&quot;:&quot;FIGURE_OBJECT&quot;,&quot;relativeTransform&quot;:{&quot;translate&quot;:{&quot;x&quot;:-148.9446683285967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Oxygen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5d87e03c-edcd-493d-a512-ebedc6ce57da&quot;,&quot;order&quot;:&quot;7&quot;}},&quot;b8852e36-dac1-4d24-b0ed-29eddd0ec9fb&quot;:{&quot;id&quot;:&quot;b8852e36-dac1-4d24-b0ed-29eddd0ec9fb&quot;,&quot;name&quot;:&quot;Cross&quot;,&quot;displayName&quot;:&quot;&quot;,&quot;type&quot;:&quot;FIGURE_OBJECT&quot;,&quot;relativeTransform&quot;:{&quot;translate&quot;:{&quot;x&quot;:343.1420098746141,&quot;y&quot;:-181.71499789706604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99995&quot;}},&quot;ff3304d3-6e15-45f8-8f03-2bd3173fb3a9&quot;:{&quot;id&quot;:&quot;ff3304d3-6e15-45f8-8f03-2bd3173fb3a9&quot;,&quot;name&quot;:&quot;Cross&quot;,&quot;displayName&quot;:&quot;&quot;,&quot;type&quot;:&quot;FIGURE_OBJECT&quot;,&quot;relativeTransform&quot;:{&quot;translate&quot;:{&quot;x&quot;:-87.77177148977108,&quot;y&quot;:-181.71499789706604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99997&quot;}},&quot;9bf5f44c-8aa9-4ddf-bbe9-c796f0fa6486&quot;:{&quot;id&quot;:&quot;9bf5f44c-8aa9-4ddf-bbe9-c796f0fa6486&quot;,&quot;name&quot;:&quot;Cross&quot;,&quot;displayName&quot;:&quot;&quot;,&quot;type&quot;:&quot;FIGURE_OBJECT&quot;,&quot;relativeTransform&quot;:{&quot;translate&quot;:{&quot;x&quot;:-237.4623574399139,&quot;y&quot;:-181.71499789706604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99998&quot;}},&quot;7a72d023-e91c-4087-8275-a5ba5de4ee4c&quot;:{&quot;id&quot;:&quot;7a72d023-e91c-4087-8275-a5ba5de4ee4c&quot;,&quot;name&quot;:&quot;Sun 2&quot;,&quot;displayName&quot;:&quot;&quot;,&quot;type&quot;:&quot;FIGURE_OBJECT&quot;,&quot;relativeTransform&quot;:{&quot;translate&quot;:{&quot;x&quot;:-313.6649675130385,&quot;y&quot;:-184.00288915933538},&quot;rotate&quot;:0,&quot;skewX&quot;:0,&quot;scale&quot;:{&quot;x&quot;:0.8270325459247414,&quot;y&quot;:0.8270325459247414}},&quot;image&quot;:{&quot;url&quot;:&quot;https://icons.cdn.biorender.com/biorender/5ddad02076b601000451beb7/20191124184720/image/5ddad02076b601000451beb7.png&quot;,&quot;isPremium&quot;:false,&quot;isOrgIcon&quot;:false,&quot;size&quot;:{&quot;x&quot;:100,&quot;y&quot;:97.67441860465117}},&quot;source&quot;:{&quot;id&quot;:&quot;5ddad02076b601000451beb7&quot;,&quot;version&quot;:&quot;20191124184720&quot;,&quot;type&quot;:&quot;ASSETS&quot;},&quot;isPremium&quot;:false,&quot;parent&quot;:{&quot;type&quot;:&quot;CHILD&quot;,&quot;parentId&quot;:&quot;33dbc3be-a193-43a0-952f-daa98634e1a0&quot;,&quot;order&quot;:&quot;9999999&quot;}},&quot;8c9f8e15-e307-4f66-9f8a-f0595dab6402&quot;:{&quot;id&quot;:&quot;8c9f8e15-e307-4f66-9f8a-f0595dab6402&quot;,&quot;type&quot;:&quot;FIGURE_OBJECT&quot;,&quot;relativeTransform&quot;:{&quot;translate&quot;:{&quot;x&quot;:-305.3067899913988,&quot;y&quot;:-131.4929832094529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11]}],&quot;text&quot;:&quot;Light Energy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20,&quot;y&quot;:24.24},&quot;targetSize&quot;:{&quot;x&quot;:120,&quot;y&quot;:24.24}},&quot;parent&quot;:{&quot;type&quot;:&quot;CHILD&quot;,&quot;parentId&quot;:&quot;33dbc3be-a193-43a0-952f-daa98634e1a0&quot;,&quot;order&quot;:&quot;99999995&quot;}},&quot;3853036c-5bb8-410b-b2f2-849bd0a0c57a&quot;:{&quot;id&quot;:&quot;3853036c-5bb8-410b-b2f2-849bd0a0c57a&quot;,&quot;name&quot;:&quot;Bracket (square)&quot;,&quot;type&quot;:&quot;FIGURE_OBJECT&quot;,&quot;relativeTransform&quot;:{&quot;translate&quot;:{&quot;x&quot;:181.2377436971586,&quot;y&quot;:-101.56779877928969},&quot;rotate&quot;:-1.570796326794897,&quot;skewX&quot;:-1.7302379073261692e-31,&quot;scale&quot;:{&quot;x&quot;:2.1352429936072777,&quot;y&quot;:2.6880585952655007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99996&quot;}},&quot;ea79e218-4f10-4425-9fd5-ef989158626c&quot;:{&quot;id&quot;:&quot;ea79e218-4f10-4425-9fd5-ef989158626c&quot;,&quot;type&quot;:&quot;FIGURE_OBJECT&quot;,&quot;relativeTransform&quot;:{&quot;translate&quot;:{&quot;x&quot;:181.23765161500532,&quot;y&quot;:-55.30865060938151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7]}],&quot;text&quot;:&quot;Oxidized&quot;}],&quot;_lastCaretLocation&quot;:{&quot;lineIndex&quot;:0,&quot;runIndex&quot;:-1,&quot;charIndex&quot;:-1,&quot;endOfLine&quot;:true}},&quot;format&quot;:&quot;BETTER_TEXT&quot;,&quot;size&quot;:{&quot;x&quot;:149.6914520263672,&quot;y&quot;:39},&quot;targetSize&quot;:{&quot;x&quot;:120,&quot;y&quot;:24.24}},&quot;parent&quot;:{&quot;type&quot;:&quot;CHILD&quot;,&quot;parentId&quot;:&quot;33dbc3be-a193-43a0-952f-daa98634e1a0&quot;,&quot;order&quot;:&quot;99999997&quot;}},&quot;3986ed83-70be-423c-aa07-6e5029ead128&quot;:{&quot;id&quot;:&quot;3986ed83-70be-423c-aa07-6e5029ead128&quot;,&quot;name&quot;:&quot;Bracket (square)&quot;,&quot;type&quot;:&quot;FIGURE_OBJECT&quot;,&quot;relativeTransform&quot;:{&quot;translate&quot;:{&quot;x&quot;:42.389172018176005,&quot;y&quot;:-240.68398991472577},&quot;rotate&quot;:1.5707963267948966,&quot;skewX&quot;:-5.406993460394279e-32,&quot;scale&quot;:{&quot;x&quot;:2.1352429936072777,&quot;y&quot;:2.4960046676807095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999975&quot;}},&quot;8eafc3ef-104e-4ec5-a3b2-c689f7d849f9&quot;:{&quot;id&quot;:&quot;8eafc3ef-104e-4ec5-a3b2-c689f7d849f9&quot;,&quot;type&quot;:&quot;FIGURE_OBJECT&quot;,&quot;relativeTransform&quot;:{&quot;translate&quot;:{&quot;x&quot;:44.89678635929971,&quot;y&quot;:-275.023697172631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6]}],&quot;text&quot;:&quot;Reduced&quot;}],&quot;_lastCaretLocation&quot;:{&quot;lineIndex&quot;:0,&quot;runIndex&quot;:-1,&quot;charIndex&quot;:-1,&quot;endOfLine&quot;:true}},&quot;format&quot;:&quot;BETTER_TEXT&quot;,&quot;size&quot;:{&quot;x&quot;:154.0213623046875,&quot;y&quot;:39},&quot;targetSize&quot;:{&quot;x&quot;:120,&quot;y&quot;:24.24}},&quot;parent&quot;:{&quot;type&quot;:&quot;CHILD&quot;,&quot;parentId&quot;:&quot;33dbc3be-a193-43a0-952f-daa98634e1a0&quot;,&quot;order&quot;:&quot;99999998&quot;}}}}"/>
  <p:tag name="TRANSPARENTBACKGROUND" val="true"/>
  <p:tag name="VERSION" val="1772051545165"/>
  <p:tag name="TITLE" val="Untitled"/>
  <p:tag name="CREATORNAME" val="Stephanie"/>
  <p:tag name="DATEINSERTED" val="17720515694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f50663051003a027bdde9"/>
  <p:tag name="BIOJSON" val="{&quot;id&quot;:&quot;25d520c3-27b1-4536-b510-02499b6590ce&quot;,&quot;objects&quot;:{&quot;25d520c3-27b1-4536-b510-02499b6590ce&quot;:{&quot;id&quot;:&quot;25d520c3-27b1-4536-b510-02499b6590ce&quot;,&quot;type&quot;:&quot;FIGURE_OBJECT&quot;,&quot;document&quot;:{&quot;type&quot;:&quot;DOCUMENT_GROUP&quot;,&quot;canvasType&quot;:&quot;FIGURE&quot;,&quot;units&quot;:&quot;in&quot;}},&quot;bf621bf1-3574-40fe-9adf-27186892f882&quot;:{&quot;id&quot;:&quot;bf621bf1-3574-40fe-9adf-27186892f88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25d520c3-27b1-4536-b510-02499b6590ce&quot;,&quot;type&quot;:&quot;FRAME&quot;,&quot;order&quot;:&quot;5&quot;}},&quot;33dbc3be-a193-43a0-952f-daa98634e1a0&quot;:{&quot;id&quot;:&quot;33dbc3be-a193-43a0-952f-daa98634e1a0&quot;,&quot;type&quot;:&quot;FIGURE_OBJECT&quot;,&quot;document&quot;:{&quot;type&quot;:&quot;FIGURE&quot;,&quot;canvasType&quot;:&quot;FIGURE&quot;,&quot;units&quot;:&quot;in&quot;},&quot;parent&quot;:{&quot;parentId&quot;:&quot;25d520c3-27b1-4536-b510-02499b6590ce&quot;,&quot;type&quot;:&quot;DOCUMENT&quot;,&quot;order&quot;:&quot;5&quot;}},&quot;29e26981-898e-49f7-8ab8-8bbb101ff8a0&quot;:{&quot;id&quot;:&quot;29e26981-898e-49f7-8ab8-8bbb101ff8a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33dbc3be-a193-43a0-952f-daa98634e1a0&quot;,&quot;order&quot;:&quot;5&quot;}},&quot;98d94dc8-2861-4ccd-9818-25d1487a4df2&quot;:{&quot;id&quot;:&quot;98d94dc8-2861-4ccd-9818-25d1487a4df2&quot;,&quot;type&quot;:&quot;FIGURE_OBJECT&quot;,&quot;guide&quot;:{&quot;type&quot;:&quot;GRID&quot;,&quot;distance&quot;:0.5,&quot;units&quot;:&quot;in&quot;},&quot;parent&quot;:{&quot;parentId&quot;:&quot;25d520c3-27b1-4536-b510-02499b6590ce&quot;,&quot;type&quot;:&quot;GUIDE&quot;,&quot;order&quot;:&quot;5&quot;}},&quot;329ae80c-a976-4484-9658-f0637c55eda4&quot;:{&quot;relativeTransform&quot;:{&quot;translate&quot;:{&quot;x&quot;:-346.8197339116646,&quot;y&quot;:4.873188346485469},&quot;rotate&quot;:0,&quot;skewX&quot;:0,&quot;scale&quot;:{&quot;x&quot;:1,&quot;y&quot;:1}},&quot;type&quot;:&quot;FIGURE_OBJECT&quot;,&quot;id&quot;:&quot;329ae80c-a976-4484-9658-f0637c55eda4&quot;,&quot;layout&quot;:{&quot;sizeRatio&quot;:{&quot;x&quot;:0.9798319327731092,&quot;y&quot;:0.9500000000000001},&quot;keepAspectRatio&quot;:false},&quot;opacity&quot;:1,&quot;path&quot;:{&quot;type&quot;:&quot;RECT&quot;,&quot;size&quot;:{&quot;x&quot;:178.07308654465973,&quot;y&quot;:56.71296769131548},&quot;cornerRounding&quot;:{&quot;type&quot;:&quot;ARC_LENGTH&quot;,&quot;global&quot;:10.443475491139928}},&quot;pathStyles&quot;:[{&quot;type&quot;:&quot;FILL&quot;,&quot;fillStyle&quot;:&quot;rgba(224, 244, 218, 1)&quot;},{&quot;type&quot;:&quot;STROKE&quot;,&quot;strokeStyle&quot;:&quot;rgba(53, 105, 32, 1)&quot;,&quot;lineWidth&quot;:3.959558563581823,&quot;lineJoin&quot;:&quot;round&quot;}],&quot;isLocked&quot;:false,&quot;parent&quot;:{&quot;type&quot;:&quot;CHILD&quot;,&quot;parentId&quot;:&quot;23ead749-2473-4a62-be94-fe32fbc03afe&quot;,&quot;order&quot;:&quot;2&quot;},&quot;name&quot;:&quot;Glucose (pathway)&quot;,&quot;displayName&quot;:&quot;Glucose (pathway)&quot;,&quot;source&quot;:{&quot;id&quot;:&quot;64024e38007a9dbd144fe2f1&quot;,&quot;type&quot;:&quot;ASSETS&quot;},&quot;isPremium&quot;:false},&quot;05488fed-3e9e-4a23-81fe-185a2e5af8cd&quot;:{&quot;type&quot;:&quot;FIGURE_OBJECT&quot;,&quot;id&quot;:&quot;05488fed-3e9e-4a23-81fe-185a2e5af8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,&quot;range&quot;:[0,6]}],&quot;text&quot;:&quot;Glucose&quot;,&quot;base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74.4816965639271,&quot;y&quot;:31.676468508654583},&quot;targetSize&quot;:{&quot;x&quot;:174.4816965639271,&quot;y&quot;:2},&quot;format&quot;:&quot;BETTER_TEXT&quot;},&quot;parent&quot;:{&quot;type&quot;:&quot;CHILD&quot;,&quot;parentId&quot;:&quot;329ae80c-a976-4484-9658-f0637c55eda4&quot;,&quot;order&quot;:&quot;5&quot;}},&quot;1e290c36-2e27-48ec-9c18-8562f26f42b2&quot;:{&quot;type&quot;:&quot;FIGURE_OBJECT&quot;,&quot;id&quot;:&quot;1e290c36-2e27-48ec-9c18-8562f26f42b2&quot;,&quot;relativeTransform&quot;:{&quot;translate&quot;:{&quot;x&quot;:-153.5899099686406,&quot;y&quot;:4.87318834648547},&quot;rotate&quot;:0,&quot;skewX&quot;:0,&quot;scale&quot;:{&quot;x&quot;:1,&quot;y&quot;:1}},&quot;opacity&quot;:1,&quot;path&quot;:{&quot;type&quot;:&quot;ELLIPSE&quot;,&quot;size&quot;:{&quot;x&quot;:56.4287998894881,&quot;y&quot;:56.4287998894881}},&quot;isLocked&quot;:false,&quot;pathStyles&quot;:[{&quot;type&quot;:&quot;FILL&quot;,&quot;fillStyle&quot;:&quot;rgba(200, 77, 76, 1)&quot;},{&quot;type&quot;:&quot;STROKE&quot;,&quot;strokeStyle&quot;:&quot;rgba(107, 21, 25, 1)&quot;,&quot;lineWidth&quot;:2.7526243848530783,&quot;lineJoin&quot;:&quot;round&quot;}],&quot;parent&quot;:{&quot;type&quot;:&quot;CHILD&quot;,&quot;parentId&quot;:&quot;0ae28dd9-c763-4e18-b6c6-f22b09a9c424&quot;,&quot;order&quot;:&quot;2&quot;},&quot;layout&quot;:{&quot;sizeRatio&quot;:{&quot;x&quot;:0.7071067811865476,&quot;y&quot;:0.7071067811865476},&quot;keepAspectRatio&quot;:true}},&quot;9f4067d9-94bb-4567-9b53-3b6bff191088&quot;:{&quot;id&quot;:&quot;9f4067d9-94bb-4567-9b53-3b6bff1910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21.091260835782304,&quot;color&quot;:&quot;black&quot;,&quot;fontWeight&quot;:&quot;normal&quot;,&quot;fontStyle&quot;:&quot;normal&quot;,&quot;decoration&quot;:&quot;none&quot;}}],&quot;_lastCaretLocation&quot;:{&quot;lineIndex&quot;:0,&quot;runIndex&quot;:3,&quot;charIndex&quot;:3}},&quot;format&quot;:&quot;BETTER_TEXT&quot;,&quot;size&quot;:{&quot;x&quot;:52.24871322157389,&quot;y&quot;:24.56502488223887},&quot;targetSize&quot;:{&quot;x&quot;:52.24871322157389,&quot;y&quot;:2}},&quot;parent&quot;:{&quot;type&quot;:&quot;CHILD&quot;,&quot;parentId&quot;:&quot;1e290c36-2e27-48ec-9c18-8562f26f42b2&quot;,&quot;order&quot;:&quot;5&quot;}},&quot;04fdcf46-9356-4c61-938c-6f39de33e986&quot;:{&quot;id&quot;:&quot;04fdcf46-9356-4c61-938c-6f39de33e986&quot;,&quot;type&quot;:&quot;FIGURE_OBJECT&quot;,&quot;relativeTransform&quot;:{&quot;translate&quot;:{&quot;x&quot;:-153.11908834729758,&quot;y&quot;:4.8733096962407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8.41982425667095,&quot;color&quot;:&quot;rgba(255,255,255,1)&quot;,&quot;fontWeight&quot;:&quot;bold&quot;,&quot;fontStyle&quot;:&quot;normal&quot;,&quot;decoration&quot;:&quot;none&quot;},&quot;range&quot;:[0,1]},{&quot;style&quot;:{&quot;fontFamily&quot;:&quot;Roboto&quot;,&quot;fontSize&quot;:28.41982425667095,&quot;color&quot;:&quot;rgba(255,255,255,1)&quot;,&quot;fontWeight&quot;:&quot;bold&quot;,&quot;fontStyle&quot;:&quot;normal&quot;,&quot;decoration&quot;:&quot;none&quot;,&quot;script&quot;:&quot;sub&quot;},&quot;range&quot;:[2,2]}],&quot;text&quot;:&quot;6O2&quot;}],&quot;_lastCaretLocation&quot;:{&quot;lineIndex&quot;:0,&quot;runIndex&quot;:0,&quot;charIndex&quot;:1}},&quot;format&quot;:&quot;BETTER_TEXT&quot;,&quot;size&quot;:{&quot;x&quot;:45.69688415527344,&quot;y&quot;:33.49479287393362},&quot;targetSize&quot;:{&quot;x&quot;:42.957812707058665,&quot;y&quot;:33.49479287393362}},&quot;parent&quot;:{&quot;type&quot;:&quot;CHILD&quot;,&quot;parentId&quot;:&quot;0ae28dd9-c763-4e18-b6c6-f22b09a9c424&quot;,&quot;order&quot;:&quot;5&quot;}},&quot;9b2664a7-4f7c-4ac0-9ac1-948032ee40ca&quot;:{&quot;type&quot;:&quot;FIGURE_OBJECT&quot;,&quot;id&quot;:&quot;9b2664a7-4f7c-4ac0-9ac1-948032ee40ca&quot;,&quot;name&quot;:&quot;Element, generic&quot;,&quot;relativeTransform&quot;:{&quot;translate&quot;:{&quot;x&quot;:59.22921882559719,&quot;y&quot;:4.873188346485468},&quot;rotate&quot;:0,&quot;skewX&quot;:0,&quot;scale&quot;:{&quot;x&quot;:0.33003717151211925,&quot;y&quot;:0.33003717151211925}},&quot;opacity&quot;:1,&quot;image&quot;:{&quot;url&quot;:&quot;https://res.cloudinary.com/dlcjuc3ej/image/upload/v1544816698/xwrvwr4umpfykk93k3dz.svg#/keystone/api/icons/5c140841edbbaf120017f03e/element-generic.svg&quot;,&quot;size&quot;:{&quot;x&quot;:217,&quot;y&quot;:217},&quot;isPremium&quot;:false},&quot;source&quot;:{&quot;id&quot;:&quot;5c1407dfedbbaf120017f03c&quot;,&quot;type&quot;:&quot;ASSETS&quot;},&quot;pathStyles&quot;:[{&quot;type&quot;:&quot;FILL&quot;,&quot;fillStyle&quot;:&quot;rgb(0,0,0)&quot;}],&quot;isLocked&quot;:false,&quot;parent&quot;:{&quot;type&quot;:&quot;CHILD&quot;,&quot;parentId&quot;:&quot;7041cd2b-9604-4335-921e-0154c1f2a06e&quot;,&quot;order&quot;:&quot;2&quot;}},&quot;03d79fed-66cb-45c7-bb71-49022eda1cd8&quot;:{&quot;type&quot;:&quot;FIGURE_OBJECT&quot;,&quot;id&quot;:&quot;03d79fed-66cb-45c7-bb71-49022eda1cd8&quot;,&quot;relativeTransform&quot;:{&quot;translate&quot;:{&quot;x&quot;:59.89246660296289,&quot;y&quot;:7.876180541870102},&quot;rotate&quot;:0,&quot;skewX&quot;:0,&quot;scale&quot;:{&quot;x&quot;:1,&quot;y&quot;:1}},&quot;opacity&quot;:1,&quot;pathStyles&quot;:[{&quot;type&quot;:&quot;FILL&quot;,&quot;fillStyle&quot;:&quot;rgba(255,255,255,1)&quot;}],&quot;text&quot;:{&quot;textData&quot;:{&quot;lineSpacing&quot;:&quot;normal&quot;,&quot;alignment&quot;:&quot;center&quot;,&quot;lines&quot;:[{&quot;runs&quot;:[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none&quot;},&quot;range&quot;:[0,2]},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sub&quot;},&quot;range&quot;:[3,3]}],&quot;text&quot;:&quot;6CO2&quot;}],&quot;verticalAlign&quot;:&quot;TOP&quot;,&quot;_lastCaretLocation&quot;:{&quot;lineIndex&quot;:0,&quot;runIndex&quot;:0,&quot;charIndex&quot;:1}},&quot;size&quot;:{&quot;x&quot;:53.6009521484375,&quot;y&quot;:28},&quot;targetSize&quot;:{&quot;x&quot;:45.01833956798965,&quot;y&quot;:27.92622220487163},&quot;format&quot;:&quot;BETTER_TEXT&quot;,&quot;verticalAlign&quot;:&quot;TOP&quot;},&quot;isLocked&quot;:false,&quot;parent&quot;:{&quot;type&quot;:&quot;CHILD&quot;,&quot;parentId&quot;:&quot;7041cd2b-9604-4335-921e-0154c1f2a06e&quot;,&quot;order&quot;:&quot;5&quot;}},&quot;c25a6264-59d7-46ac-bdf9-1aeffbf9f67b&quot;:{&quot;id&quot;:&quot;c25a6264-59d7-46ac-bdf9-1aeffbf9f67b&quot;,&quot;name&quot;:&quot;Water drop&quot;,&quot;displayName&quot;:&quot;&quot;,&quot;type&quot;:&quot;FIGURE_OBJECT&quot;,&quot;relativeTransform&quot;:{&quot;translate&quot;:{&quot;x&quot;:196.01713266061225,&quot;y&quot;:4.87318834648547},&quot;rotate&quot;:0,&quot;skewX&quot;:0,&quot;scale&quot;:{&quot;x&quot;:1,&quot;y&quot;:1}},&quot;image&quot;:{&quot;url&quot;:&quot;https://icons.cdn.biorender.com/biorender/6356c3b89af5b70021be1a21/20221024165755/image/6356c3b89af5b70021be1a21.png&quot;,&quot;isPremium&quot;:false,&quot;isOrgIcon&quot;:false,&quot;size&quot;:{&quot;x&quot;:50,&quot;y&quot;:79.75}},&quot;source&quot;:{&quot;id&quot;:&quot;6356c3b89af5b70021be1a21&quot;,&quot;version&quot;:&quot;20221024165755&quot;,&quot;type&quot;:&quot;ASSETS&quot;},&quot;isPremium&quot;:false,&quot;parent&quot;:{&quot;type&quot;:&quot;CHILD&quot;,&quot;parentId&quot;:&quot;1b3530af-1c3a-47e9-a800-89c712355285&quot;,&quot;order&quot;:&quot;2&quot;}},&quot;030b0ac1-11c8-4a85-9a7d-92aa88353c94&quot;:{&quot;relativeTransform&quot;:{&quot;translate&quot;:{&quot;x&quot;:748.5392697735334,&quot;y&quot;:241.98211532027966},&quot;rotate&quot;:0,&quot;skewX&quot;:0,&quot;scale&quot;:{&quot;x&quot;:1,&quot;y&quot;:1}},&quot;type&quot;:&quot;FIGURE_OBJECT&quot;,&quot;id&quot;:&quot;030b0ac1-11c8-4a85-9a7d-92aa88353c94&quot;,&quot;parent&quot;:{&quot;type&quot;:&quot;CHILD&quot;,&quot;parentId&quot;:&quot;33dbc3be-a193-43a0-952f-daa98634e1a0&quot;,&quot;order&quot;:&quot;95&quot;},&quot;name&quot;:&quot;ATP (in energy symbol)&quot;,&quot;displayName&quot;:&quot;ATP (in energy symbol)&quot;,&quot;source&quot;:{&quot;id&quot;:&quot;632a0378ce64fcfc6fe7afb2&quot;,&quot;type&quot;:&quot;ASSETS&quot;},&quot;isPremium&quot;:true},&quot;fcd0a307-836c-4e52-b535-2eedf7530e57&quot;:{&quot;type&quot;:&quot;FIGURE_OBJECT&quot;,&quot;id&quot;:&quot;fcd0a307-836c-4e52-b535-2eedf7530e57&quot;,&quot;relativeTransform&quot;:{&quot;translate&quot;:{&quot;x&quot;:-393.91555101645883,&quot;y&quot;:-120.8857542541447},&quot;rotate&quot;:0,&quot;skewX&quot;:0,&quot;scale&quot;:{&quot;x&quot;:1,&quot;y&quot;:1}},&quot;opacity&quot;:1,&quot;path&quot;:{&quot;type&quot;:&quot;POLY_LINE&quot;,&quot;points&quot;:[{&quot;x&quot;:-52.56658389266612,&quot;y&quot;:21.153055395241307},{&quot;x&quot;:-39.29665488484592,&quot;y&quot;:0.5665533483193883},{&quot;x&quot;:-52.899432632819455,&quot;y&quot;:-2.8334466516806174},{&quot;x&quot;:-40.1008215068062,&quot;y&quot;:-8.84724641468732},{&quot;x&quot;:-57.6277053705122,&quot;y&quot;:-25.165543064040747},{&quot;x&quot;:-34.182170759990655,&quot;y&quot;:-22.318513002356184},{&quot;x&quot;:-40.64684492513909,&quot;y&quot;:-38.50780171314007},{&quot;x&quot;:-21.132038511824177,&quot;y&quot;:-27.99253595673406},{&quot;x&quot;:-18.108920283554212,&quot;y&quot;:-51.580459182290994},{&quot;x&quot;:-6.325352304222804,&quot;y&quot;:-32.148213499910284},{&quot;x&quot;:2.483410880358136,&quot;y&quot;:-43.59719312315495},{&quot;x&quot;:2.483410880358136,&quot;y&quot;:-27.72168293477729},{&quot;x&quot;:24.492174064939057,&quot;y&quot;:-41.046172746399606},{&quot;x&quot;:15.297200568220077,&quot;y&quot;:-20.235539348137934},{&quot;x&quot;:40.68180008549955,&quot;y&quot;:-23.794326925243666},{&quot;x&quot;:20.175492230090583,&quot;y&quot;:-7.996553017925137},{&quot;x&quot;:34.62746127789707,&quot;y&quot;:3.6530671813869304},{&quot;x&quot;:17.252061077314664,&quot;y&quot;:3.6530671813869304},{&quot;x&quot;:26.68439783149166,&quot;y&quot;:22.732579392542394},{&quot;x&quot;:4.070229865623588,&quot;y&quot;:8.332579392542385},{&quot;x&quot;:2.2560618997555224,&quot;y&quot;:22.73257939254239},{&quot;x&quot;:-7.972274031980618,&quot;y&quot;:10.557022770024687},{&quot;x&quot;:-20.672336150999634,&quot;y&quot;:30.276035246977436},{&quot;x&quot;:-23.67233615099964,&quot;y&quot;:8.772683038821071}],&quot;closed&quot;:true},&quot;pathStyles&quot;:[{&quot;type&quot;:&quot;FILL&quot;,&quot;fillStyle&quot;:&quot;rgb(253, 245, 113)&quot;},{&quot;type&quot;:&quot;STROKE&quot;,&quot;strokeStyle&quot;:&quot;rgb(207, 169, 51)&quot;,&quot;lineWidth&quot;:2,&quot;lineJoin&quot;:&quot;round&quot;}],&quot;isLocked&quot;:false,&quot;parent&quot;:{&quot;type&quot;:&quot;CHILD&quot;,&quot;parentId&quot;:&quot;030b0ac1-11c8-4a85-9a7d-92aa88353c94&quot;,&quot;order&quot;:&quot;2&quot;},&quot;connectorInfo&quot;:{&quot;connectedObjects&quot;:[],&quot;type&quot;:&quot;ELBOW&quot;,&quot;offset&quot;:{&quot;x&quot;:0,&quot;y&quot;:0},&quot;bending&quot;:-0.1,&quot;firstElementIsHead&quot;:true,&quot;customized&quot;:true}},&quot;397b9022-d46d-4e10-a4a5-7e814de0c546&quot;:{&quot;id&quot;:&quot;397b9022-d46d-4e10-a4a5-7e814de0c546&quot;,&quot;type&quot;:&quot;FIGURE_OBJECT&quot;,&quot;relativeTransform&quot;:{&quot;translate&quot;:{&quot;x&quot;:-404.3261232906893,&quot;y&quot;:-129.1889714758966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]}],&quot;text&quot;:&quot;ATP&quot;}],&quot;_lastCaretLocation&quot;:{&quot;lineIndex&quot;:0,&quot;runIndex&quot;:-1,&quot;charIndex&quot;:-1,&quot;endOfLine&quot;:true}},&quot;format&quot;:&quot;BETTER_TEXT&quot;,&quot;size&quot;:{&quot;x&quot;:59.11399935997639,&quot;y&quot;:22},&quot;targetSize&quot;:{&quot;x&quot;:59.11399935997639,&quot;y&quot;:22}},&quot;parent&quot;:{&quot;type&quot;:&quot;CHILD&quot;,&quot;parentId&quot;:&quot;030b0ac1-11c8-4a85-9a7d-92aa88353c94&quot;,&quot;order&quot;:&quot;5&quot;}},&quot;1cca3a2a-72ec-49b1-b244-a4d73a4d5639&quot;:{&quot;id&quot;:&quot;1cca3a2a-72ec-49b1-b244-a4d73a4d5639&quot;,&quot;name&quot;:&quot;Cross&quot;,&quot;displayName&quot;:&quot;&quot;,&quot;type&quot;:&quot;FIGURE_OBJECT&quot;,&quot;relativeTransform&quot;:{&quot;translate&quot;:{&quot;x&quot;:-219.79375027635973,&quot;y&quot;:110.44414909847818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7&quot;}},&quot;162fd199-2c39-40ab-9d01-3dd0f819cf58&quot;:{&quot;relativeTransform&quot;:{&quot;translate&quot;:{&quot;x&quot;:-76.56847512960879,&quot;y&quot;:110.44414909847818},&quot;rotate&quot;:1.5707963267948963,&quot;skewX&quot;:0,&quot;scale&quot;:{&quot;x&quot;:1,&quot;y&quot;:1}},&quot;type&quot;:&quot;FIGURE_OBJECT&quot;,&quot;id&quot;:&quot;162fd199-2c39-40ab-9d01-3dd0f819cf58&quot;,&quot;opacity&quot;:1,&quot;path&quot;:{&quot;type&quot;:&quot;POLY_LINE&quot;,&quot;points&quot;:[{&quot;x&quot;:-1.818398577753095e-31,&quot;y&quot;:24.917884462803652},{&quot;x&quot;:3.019806626980426e-14,&quot;y&quot;:-81.59804341287536}],&quot;closed&quot;:false},&quot;pathStyles&quot;:[{&quot;type&quot;:&quot;FILL&quot;,&quot;fillStyle&quot;:&quot;rgba(0,0,0,0)&quot;},{&quot;type&quot;:&quot;STROKE&quot;,&quot;strokeStyle&quot;:&quot;#232323&quot;,&quot;lineWidth&quot;:14.390207817848395,&quot;lineJoin&quot;:&quot;round&quot;}],&quot;isLocked&quot;:false,&quot;parent&quot;:{&quot;type&quot;:&quot;CHILD&quot;,&quot;parentId&quot;:&quot;33dbc3be-a193-43a0-952f-daa98634e1a0&quot;,&quot;order&quot;:&quot;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5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large arrowhead, editable)&quot;,&quot;displayName&quot;:&quot;Straight arrow (thick, large arrowhead, editable)&quot;,&quot;source&quot;:{&quot;id&quot;:&quot;648741de5ca6211d7d057176&quot;,&quot;type&quot;:&quot;ASSETS&quot;},&quot;isPremium&quot;:false},&quot;d279695e-565e-4bf5-868a-fb5adf2f515e&quot;:{&quot;id&quot;:&quot;d279695e-565e-4bf5-868a-fb5adf2f515e&quot;,&quot;name&quot;:&quot;Cross&quot;,&quot;displayName&quot;:&quot;&quot;,&quot;type&quot;:&quot;FIGURE_OBJECT&quot;,&quot;relativeTransform&quot;:{&quot;translate&quot;:{&quot;x&quot;:133.02769229763717,&quot;y&quot;:110.44414909847816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&quot;}},&quot;543f1287-9c0f-4bff-8807-055f93b1d5f0&quot;:{&quot;id&quot;:&quot;543f1287-9c0f-4bff-8807-055f93b1d5f0&quot;,&quot;name&quot;:&quot;Cross&quot;,&quot;displayName&quot;:&quot;&quot;,&quot;type&quot;:&quot;FIGURE_OBJECT&quot;,&quot;relativeTransform&quot;:{&quot;translate&quot;:{&quot;x&quot;:259.0065730235873,&quot;y&quot;:110.44414909847818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5&quot;}},&quot;af19fc8e-38fb-4ca0-b649-dd9ba25abcc6&quot;:{&quot;id&quot;:&quot;af19fc8e-38fb-4ca0-b649-dd9ba25abcc6&quot;,&quot;type&quot;:&quot;FIGURE_OBJECT&quot;,&quot;relativeTransform&quot;:{&quot;translate&quot;:{&quot;x&quot;:196.8568108238398,&quot;y&quot;:114.9934218559760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0]}],&quot;text&quot;:&quot;6&quot;}],&quot;_lastCaretLocation&quot;:{&quot;lineIndex&quot;:0,&quot;runIndex&quot;:0,&quot;charIndex&quot;:0}},&quot;format&quot;:&quot;BETTER_TEXT&quot;,&quot;size&quot;:{&quot;x&quot;:16.945165545324258,&quot;y&quot;:28},&quot;targetSize&quot;:{&quot;x&quot;:16.945165545324258,&quot;y&quot;:28}},&quot;parent&quot;:{&quot;type&quot;:&quot;CHILD&quot;,&quot;parentId&quot;:&quot;33dbc3be-a193-43a0-952f-daa98634e1a0&quot;,&quot;order&quot;:&quot;997&quot;}},&quot;914dac66-479c-41c4-8d78-8d241a7d8a99&quot;:{&quot;id&quot;:&quot;914dac66-479c-41c4-8d78-8d241a7d8a99&quot;,&quot;name&quot;:&quot;Bracket (square)&quot;,&quot;type&quot;:&quot;FIGURE_OBJECT&quot;,&quot;relativeTransform&quot;:{&quot;translate&quot;:{&quot;x&quot;:-148.68925633719562,&quot;y&quot;:58.620880516338225},&quot;rotate&quot;:1.5707963267948966,&quot;skewX&quot;:-1.0813986920788558e-32,&quot;scale&quot;:{&quot;x&quot;:2.1352429936072777,&quot;y&quot;:2.6880585952655007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8&quot;}},&quot;a48f1ac3-9fcc-4bf4-84aa-8efe1a914e9c&quot;:{&quot;id&quot;:&quot;a48f1ac3-9fcc-4bf4-84aa-8efe1a914e9c&quot;,&quot;name&quot;:&quot;Bracket (square)&quot;,&quot;type&quot;:&quot;FIGURE_OBJECT&quot;,&quot;relativeTransform&quot;:{&quot;translate&quot;:{&quot;x&quot;:23.28872051301935,&quot;y&quot;:187.96648850153014},&quot;rotate&quot;:-1.5707963267948966,&quot;skewX&quot;:-8.651189536630843e-32,&quot;scale&quot;:{&quot;x&quot;:2.135242993607278,&quot;y&quot;:2.2589812886059333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&quot;}},&quot;3c135bf9-11af-4dd3-8679-4dfa9a9c88f2&quot;:{&quot;id&quot;:&quot;3c135bf9-11af-4dd3-8679-4dfa9a9c88f2&quot;,&quot;type&quot;:&quot;FIGURE_OBJECT&quot;,&quot;relativeTransform&quot;:{&quot;translate&quot;:{&quot;x&quot;:-148.6892949008786,&quot;y&quot;:8.30612850791662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7]}],&quot;text&quot;:&quot;Oxidized&quot;}],&quot;_lastCaretLocation&quot;:{&quot;lineIndex&quot;:0,&quot;runIndex&quot;:-1,&quot;charIndex&quot;:-1,&quot;endOfLine&quot;:true}},&quot;format&quot;:&quot;BETTER_TEXT&quot;,&quot;size&quot;:{&quot;x&quot;:149.6914520263672,&quot;y&quot;:39},&quot;targetSize&quot;:{&quot;x&quot;:120,&quot;y&quot;:24.24}},&quot;parent&quot;:{&quot;type&quot;:&quot;CHILD&quot;,&quot;parentId&quot;:&quot;33dbc3be-a193-43a0-952f-daa98634e1a0&quot;,&quot;order&quot;:&quot;9995&quot;}},&quot;7bf53ba2-daca-4bea-b52f-97989ee5a21a&quot;:{&quot;id&quot;:&quot;7bf53ba2-daca-4bea-b52f-97989ee5a21a&quot;,&quot;type&quot;:&quot;FIGURE_OBJECT&quot;,&quot;relativeTransform&quot;:{&quot;translate&quot;:{&quot;x&quot;:25.454395365762736,&quot;y&quot;:243.996215981424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6]}],&quot;text&quot;:&quot;Reduced&quot;}],&quot;_lastCaretLocation&quot;:{&quot;lineIndex&quot;:0,&quot;runIndex&quot;:-1,&quot;charIndex&quot;:-1,&quot;endOfLine&quot;:true}},&quot;format&quot;:&quot;BETTER_TEXT&quot;,&quot;size&quot;:{&quot;x&quot;:154.0213623046875,&quot;y&quot;:39},&quot;targetSize&quot;:{&quot;x&quot;:120,&quot;y&quot;:24.24}},&quot;parent&quot;:{&quot;type&quot;:&quot;CHILD&quot;,&quot;parentId&quot;:&quot;33dbc3be-a193-43a0-952f-daa98634e1a0&quot;,&quot;order&quot;:&quot;9997&quot;}},&quot;82f225ed-0c8d-4da3-8298-cf8de42ca559&quot;:{&quot;id&quot;:&quot;82f225ed-0c8d-4da3-8298-cf8de42ca559&quot;,&quot;type&quot;:&quot;FIGURE_OBJECT&quot;,&quot;relativeTransform&quot;:{&quot;translate&quot;:{&quot;x&quot;:-346.8195637252001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0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2,2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3,4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5,5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6,6]}],&quot;text&quot;:&quot;C6H12O6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23ead749-2473-4a62-be94-fe32fbc03afe&quot;,&quot;order&quot;:&quot;5&quot;}},&quot;e03d9d1e-ecaa-4df5-a309-ef889563a6b4&quot;:{&quot;id&quot;:&quot;e03d9d1e-ecaa-4df5-a309-ef889563a6b4&quot;,&quot;type&quot;:&quot;FIGURE_OBJECT&quot;,&quot;relativeTransform&quot;:{&quot;translate&quot;:{&quot;x&quot;:-148.9446683285967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Oxygen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0ae28dd9-c763-4e18-b6c6-f22b09a9c424&quot;,&quot;order&quot;:&quot;7&quot;}},&quot;268d4429-2179-4883-91dd-732ac5972e56&quot;:{&quot;id&quot;:&quot;268d4429-2179-4883-91dd-732ac5972e56&quot;,&quot;type&quot;:&quot;FIGURE_OBJECT&quot;,&quot;relativeTransform&quot;:{&quot;translate&quot;:{&quot;x&quot;:59.22914627392037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13]}],&quot;text&quot;:&quot;Carbon Dioxide&quot;}],&quot;_lastCaretLocation&quot;:{&quot;lineIndex&quot;:0,&quot;runIndex&quot;:-1,&quot;charIndex&quot;:-1,&quot;endOfLine&quot;:true}},&quot;format&quot;:&quot;BETTER_TEXT&quot;,&quot;size&quot;:{&quot;x&quot;:127.21383841182735,&quot;y&quot;:25.460323176345376},&quot;targetSize&quot;:{&quot;x&quot;:127.21383841182735,&quot;y&quot;:25.460323176345376}},&quot;parent&quot;:{&quot;type&quot;:&quot;CHILD&quot;,&quot;parentId&quot;:&quot;7041cd2b-9604-4335-921e-0154c1f2a06e&quot;,&quot;order&quot;:&quot;7&quot;}},&quot;5d6bd611-5cc4-42d2-ac26-12279ceffc50&quot;:{&quot;id&quot;:&quot;5d6bd611-5cc4-42d2-ac26-12279ceffc50&quot;,&quot;type&quot;:&quot;FIGURE_OBJECT&quot;,&quot;relativeTransform&quot;:{&quot;translate&quot;:{&quot;x&quot;:196.0169145104662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4]}],&quot;text&quot;:&quot;Water&quot;}],&quot;_lastCaretLocation&quot;:{&quot;lineIndex&quot;:0,&quot;runIndex&quot;:-1,&quot;charIndex&quot;:-1,&quot;endOfLine&quot;:true}},&quot;format&quot;:&quot;BETTER_TEXT&quot;,&quot;size&quot;:{&quot;x&quot;:49.999260915367174,&quot;y&quot;:24.24},&quot;targetSize&quot;:{&quot;x&quot;:49.999260915367174,&quot;y&quot;:24.24}},&quot;parent&quot;:{&quot;type&quot;:&quot;CHILD&quot;,&quot;parentId&quot;:&quot;1b3530af-1c3a-47e9-a800-89c712355285&quot;,&quot;order&quot;:&quot;5&quot;}},&quot;16f21025-897b-4e4e-a857-3ea447b0ce76&quot;:{&quot;id&quot;:&quot;16f21025-897b-4e4e-a857-3ea447b0ce76&quot;,&quot;type&quot;:&quot;FIGURE_OBJECT&quot;,&quot;relativeTransform&quot;:{&quot;translate&quot;:{&quot;x&quot;:346.1510867174442,&quot;y&quot;:163.3385128766596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Energy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33dbc3be-a193-43a0-952f-daa98634e1a0&quot;,&quot;order&quot;:&quot;99998&quot;}},&quot;23ead749-2473-4a62-be94-fe32fbc03afe&quot;:{&quot;type&quot;:&quot;FIGURE_OBJECT&quot;,&quot;id&quot;:&quot;23ead749-2473-4a62-be94-fe32fbc03afe&quot;,&quot;parent&quot;:{&quot;type&quot;:&quot;CHILD&quot;,&quot;parentId&quot;:&quot;33dbc3be-a193-43a0-952f-daa98634e1a0&quot;,&quot;order&quot;:&quot;9998&quot;},&quot;relativeTransform&quot;:{&quot;translate&quot;:{&quot;x&quot;:0,&quot;y&quot;:105.5709607519927},&quot;rotate&quot;:0,&quot;skewX&quot;:0,&quot;scale&quot;:{&quot;x&quot;:1,&quot;y&quot;:1}}},&quot;5e0937b5-646b-4b7f-8bf6-6204b743db89&quot;:{&quot;type&quot;:&quot;FIGURE_OBJECT&quot;,&quot;id&quot;:&quot;5e0937b5-646b-4b7f-8bf6-6204b743db89&quot;,&quot;parent&quot;:{&quot;type&quot;:&quot;CHILD&quot;,&quot;parentId&quot;:&quot;33dbc3be-a193-43a0-952f-daa98634e1a0&quot;,&quot;order&quot;:&quot;99999&quot;},&quot;relativeTransform&quot;:{&quot;translate&quot;:{&quot;x&quot;:569.2669578576175,&quot;y&quot;:-187.47001354016277},&quot;rotate&quot;:0,&quot;skewX&quot;:0,&quot;scale&quot;:{&quot;x&quot;:1,&quot;y&quot;:1}}},&quot;d25a8c67-b0d0-4399-8382-925ba10ee65d&quot;:{&quot;relativeTransform&quot;:{&quot;translate&quot;:{&quot;x&quot;:-346.8197339116646,&quot;y&quot;:4.873188346485469},&quot;rotate&quot;:0,&quot;skewX&quot;:0,&quot;scale&quot;:{&quot;x&quot;:1,&quot;y&quot;:1}},&quot;type&quot;:&quot;FIGURE_OBJECT&quot;,&quot;id&quot;:&quot;d25a8c67-b0d0-4399-8382-925ba10ee65d&quot;,&quot;layout&quot;:{&quot;sizeRatio&quot;:{&quot;x&quot;:0.9798319327731092,&quot;y&quot;:0.9500000000000001},&quot;keepAspectRatio&quot;:false},&quot;opacity&quot;:1,&quot;path&quot;:{&quot;type&quot;:&quot;RECT&quot;,&quot;size&quot;:{&quot;x&quot;:178.07308654465973,&quot;y&quot;:56.71296769131548},&quot;cornerRounding&quot;:{&quot;type&quot;:&quot;ARC_LENGTH&quot;,&quot;global&quot;:10.443475491139928}},&quot;pathStyles&quot;:[{&quot;type&quot;:&quot;FILL&quot;,&quot;fillStyle&quot;:&quot;rgba(224, 244, 218, 1)&quot;},{&quot;type&quot;:&quot;STROKE&quot;,&quot;strokeStyle&quot;:&quot;rgba(53, 105, 32, 1)&quot;,&quot;lineWidth&quot;:3.959558563581823,&quot;lineJoin&quot;:&quot;round&quot;}],&quot;isLocked&quot;:false,&quot;parent&quot;:{&quot;type&quot;:&quot;CHILD&quot;,&quot;parentId&quot;:&quot;5e0937b5-646b-4b7f-8bf6-6204b743db89&quot;,&quot;order&quot;:&quot;2&quot;},&quot;name&quot;:&quot;Glucose (pathway)&quot;,&quot;displayName&quot;:&quot;Glucose (pathway)&quot;,&quot;source&quot;:{&quot;id&quot;:&quot;64024e38007a9dbd144fe2f1&quot;,&quot;type&quot;:&quot;ASSETS&quot;},&quot;isPremium&quot;:false},&quot;5f016227-52ec-4df4-a3f6-d66f2656294d&quot;:{&quot;type&quot;:&quot;FIGURE_OBJECT&quot;,&quot;id&quot;:&quot;5f016227-52ec-4df4-a3f6-d66f2656294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,&quot;range&quot;:[0,6]}],&quot;text&quot;:&quot;Glucose&quot;,&quot;base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74.4816965639271,&quot;y&quot;:31.676468508654583},&quot;targetSize&quot;:{&quot;x&quot;:174.4816965639271,&quot;y&quot;:2},&quot;format&quot;:&quot;BETTER_TEXT&quot;},&quot;parent&quot;:{&quot;type&quot;:&quot;CHILD&quot;,&quot;parentId&quot;:&quot;d25a8c67-b0d0-4399-8382-925ba10ee65d&quot;,&quot;order&quot;:&quot;5&quot;}},&quot;f3968e8f-eb35-4a17-83ec-f64a5a62d875&quot;:{&quot;id&quot;:&quot;f3968e8f-eb35-4a17-83ec-f64a5a62d875&quot;,&quot;type&quot;:&quot;FIGURE_OBJECT&quot;,&quot;relativeTransform&quot;:{&quot;translate&quot;:{&quot;x&quot;:-346.8195637252001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0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2,2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3,4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5,5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6,6]}],&quot;text&quot;:&quot;C6H12O6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5e0937b5-646b-4b7f-8bf6-6204b743db89&quot;,&quot;order&quot;:&quot;5&quot;}},&quot;1b3530af-1c3a-47e9-a800-89c712355285&quot;:{&quot;type&quot;:&quot;FIGURE_OBJECT&quot;,&quot;id&quot;:&quot;1b3530af-1c3a-47e9-a800-89c712355285&quot;,&quot;parent&quot;:{&quot;type&quot;:&quot;CHILD&quot;,&quot;parentId&quot;:&quot;33dbc3be-a193-43a0-952f-daa98634e1a0&quot;,&quot;order&quot;:&quot;99997&quot;},&quot;relativeTransform&quot;:{&quot;translate&quot;:{&quot;x&quot;:0,&quot;y&quot;:105.5709607519927},&quot;rotate&quot;:0,&quot;skewX&quot;:0,&quot;scale&quot;:{&quot;x&quot;:1,&quot;y&quot;:1}}},&quot;696c798a-f88f-437c-9327-def47203c8e1&quot;:{&quot;type&quot;:&quot;FIGURE_OBJECT&quot;,&quot;id&quot;:&quot;696c798a-f88f-437c-9327-def47203c8e1&quot;,&quot;parent&quot;:{&quot;type&quot;:&quot;CHILD&quot;,&quot;parentId&quot;:&quot;33dbc3be-a193-43a0-952f-daa98634e1a0&quot;,&quot;order&quot;:&quot;999995&quot;},&quot;relativeTransform&quot;:{&quot;translate&quot;:{&quot;x&quot;:-222.46861567873552,&quot;y&quot;:-187.46976218921498},&quot;rotate&quot;:0,&quot;skewX&quot;:0,&quot;scale&quot;:{&quot;x&quot;:1,&quot;y&quot;:1}}},&quot;dc859a39-5f42-45c0-9202-ce528a6b4a72&quot;:{&quot;id&quot;:&quot;dc859a39-5f42-45c0-9202-ce528a6b4a72&quot;,&quot;name&quot;:&quot;Water drop&quot;,&quot;displayName&quot;:&quot;&quot;,&quot;type&quot;:&quot;FIGURE_OBJECT&quot;,&quot;relativeTransform&quot;:{&quot;translate&quot;:{&quot;x&quot;:196.01713266061225,&quot;y&quot;:4.87318834648547},&quot;rotate&quot;:0,&quot;skewX&quot;:0,&quot;scale&quot;:{&quot;x&quot;:1,&quot;y&quot;:1}},&quot;image&quot;:{&quot;url&quot;:&quot;https://icons.cdn.biorender.com/biorender/6356c3b89af5b70021be1a21/20221024165755/image/6356c3b89af5b70021be1a21.png&quot;,&quot;isPremium&quot;:false,&quot;isOrgIcon&quot;:false,&quot;size&quot;:{&quot;x&quot;:50,&quot;y&quot;:79.75}},&quot;source&quot;:{&quot;id&quot;:&quot;6356c3b89af5b70021be1a21&quot;,&quot;version&quot;:&quot;20221024165755&quot;,&quot;type&quot;:&quot;ASSETS&quot;},&quot;isPremium&quot;:false,&quot;parent&quot;:{&quot;type&quot;:&quot;CHILD&quot;,&quot;parentId&quot;:&quot;696c798a-f88f-437c-9327-def47203c8e1&quot;,&quot;order&quot;:&quot;2&quot;}},&quot;d2d6f2fe-9e4a-492a-88ae-518cbc9ab2b8&quot;:{&quot;id&quot;:&quot;d2d6f2fe-9e4a-492a-88ae-518cbc9ab2b8&quot;,&quot;type&quot;:&quot;FIGURE_OBJECT&quot;,&quot;relativeTransform&quot;:{&quot;translate&quot;:{&quot;x&quot;:196.0169145104662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4]}],&quot;text&quot;:&quot;Water&quot;}],&quot;_lastCaretLocation&quot;:{&quot;lineIndex&quot;:0,&quot;runIndex&quot;:-1,&quot;charIndex&quot;:-1,&quot;endOfLine&quot;:true}},&quot;format&quot;:&quot;BETTER_TEXT&quot;,&quot;size&quot;:{&quot;x&quot;:49.999260915367174,&quot;y&quot;:24.24},&quot;targetSize&quot;:{&quot;x&quot;:49.999260915367174,&quot;y&quot;:24.24}},&quot;parent&quot;:{&quot;type&quot;:&quot;CHILD&quot;,&quot;parentId&quot;:&quot;696c798a-f88f-437c-9327-def47203c8e1&quot;,&quot;order&quot;:&quot;5&quot;}},&quot;a67c654d-4d73-4178-8f21-c013b57ec553&quot;:{&quot;relativeTransform&quot;:{&quot;translate&quot;:{&quot;x&quot;:42.637450012675814,&quot;y&quot;:-181.71499789706604},&quot;rotate&quot;:1.5707963267948963,&quot;skewX&quot;:0,&quot;scale&quot;:{&quot;x&quot;:1,&quot;y&quot;:1}},&quot;type&quot;:&quot;FIGURE_OBJECT&quot;,&quot;id&quot;:&quot;a67c654d-4d73-4178-8f21-c013b57ec553&quot;,&quot;opacity&quot;:1,&quot;path&quot;:{&quot;type&quot;:&quot;POLY_LINE&quot;,&quot;points&quot;:[{&quot;x&quot;:-1.818398577753095e-31,&quot;y&quot;:24.917884462803652},{&quot;x&quot;:3.019806626980426e-14,&quot;y&quot;:-81.59804341287536}],&quot;closed&quot;:false},&quot;pathStyles&quot;:[{&quot;type&quot;:&quot;FILL&quot;,&quot;fillStyle&quot;:&quot;rgba(0,0,0,0)&quot;},{&quot;type&quot;:&quot;STROKE&quot;,&quot;strokeStyle&quot;:&quot;#232323&quot;,&quot;lineWidth&quot;:14.390207817848395,&quot;lineJoin&quot;:&quot;round&quot;}],&quot;isLocked&quot;:false,&quot;parent&quot;:{&quot;type&quot;:&quot;CHILD&quot;,&quot;parentId&quot;:&quot;33dbc3be-a193-43a0-952f-daa98634e1a0&quot;,&quot;order&quot;:&quot;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5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large arrowhead, editable)&quot;,&quot;displayName&quot;:&quot;Straight arrow (thick, large arrowhead, editable)&quot;,&quot;source&quot;:{&quot;id&quot;:&quot;648741de5ca6211d7d057176&quot;,&quot;type&quot;:&quot;ASSETS&quot;},&quot;isPremium&quot;:false},&quot;7041cd2b-9604-4335-921e-0154c1f2a06e&quot;:{&quot;type&quot;:&quot;FIGURE_OBJECT&quot;,&quot;id&quot;:&quot;7041cd2b-9604-4335-921e-0154c1f2a06e&quot;,&quot;parent&quot;:{&quot;type&quot;:&quot;CHILD&quot;,&quot;parentId&quot;:&quot;33dbc3be-a193-43a0-952f-daa98634e1a0&quot;,&quot;order&quot;:&quot;99995&quot;},&quot;relativeTransform&quot;:{&quot;translate&quot;:{&quot;x&quot;:0,&quot;y&quot;:104.39795007697056},&quot;rotate&quot;:0,&quot;skewX&quot;:0,&quot;scale&quot;:{&quot;x&quot;:1,&quot;y&quot;:1}}},&quot;21a5c9bf-a74b-4e59-9cda-35edd975df8d&quot;:{&quot;type&quot;:&quot;FIGURE_OBJECT&quot;,&quot;id&quot;:&quot;21a5c9bf-a74b-4e59-9cda-35edd975df8d&quot;,&quot;parent&quot;:{&quot;type&quot;:&quot;CHILD&quot;,&quot;parentId&quot;:&quot;33dbc3be-a193-43a0-952f-daa98634e1a0&quot;,&quot;order&quot;:&quot;999998&quot;},&quot;relativeTransform&quot;:{&quot;translate&quot;:{&quot;x&quot;:-217.60851621911453,&quot;y&quot;:-189.87038786468892},&quot;rotate&quot;:0,&quot;skewX&quot;:0,&quot;scale&quot;:{&quot;x&quot;:1,&quot;y&quot;:1}}},&quot;5c5949fd-1544-4ed1-9124-09a568793733&quot;:{&quot;type&quot;:&quot;FIGURE_OBJECT&quot;,&quot;id&quot;:&quot;5c5949fd-1544-4ed1-9124-09a568793733&quot;,&quot;name&quot;:&quot;Element, generic&quot;,&quot;relativeTransform&quot;:{&quot;translate&quot;:{&quot;x&quot;:59.22921882559719,&quot;y&quot;:4.873188346485468},&quot;rotate&quot;:0,&quot;skewX&quot;:0,&quot;scale&quot;:{&quot;x&quot;:0.33003717151211925,&quot;y&quot;:0.33003717151211925}},&quot;opacity&quot;:1,&quot;image&quot;:{&quot;url&quot;:&quot;https://res.cloudinary.com/dlcjuc3ej/image/upload/v1544816698/xwrvwr4umpfykk93k3dz.svg#/keystone/api/icons/5c140841edbbaf120017f03e/element-generic.svg&quot;,&quot;size&quot;:{&quot;x&quot;:217,&quot;y&quot;:217},&quot;isPremium&quot;:false},&quot;source&quot;:{&quot;id&quot;:&quot;5c1407dfedbbaf120017f03c&quot;,&quot;type&quot;:&quot;ASSETS&quot;},&quot;pathStyles&quot;:[{&quot;type&quot;:&quot;FILL&quot;,&quot;fillStyle&quot;:&quot;rgb(0,0,0)&quot;}],&quot;isLocked&quot;:false,&quot;parent&quot;:{&quot;type&quot;:&quot;CHILD&quot;,&quot;parentId&quot;:&quot;21a5c9bf-a74b-4e59-9cda-35edd975df8d&quot;,&quot;order&quot;:&quot;2&quot;}},&quot;fff1f406-4a4a-4299-9fba-35bffc7b2ff0&quot;:{&quot;type&quot;:&quot;FIGURE_OBJECT&quot;,&quot;id&quot;:&quot;fff1f406-4a4a-4299-9fba-35bffc7b2ff0&quot;,&quot;relativeTransform&quot;:{&quot;translate&quot;:{&quot;x&quot;:59.89246660296289,&quot;y&quot;:7.876180541870102},&quot;rotate&quot;:0,&quot;skewX&quot;:0,&quot;scale&quot;:{&quot;x&quot;:1,&quot;y&quot;:1}},&quot;opacity&quot;:1,&quot;pathStyles&quot;:[{&quot;type&quot;:&quot;FILL&quot;,&quot;fillStyle&quot;:&quot;rgba(255,255,255,1)&quot;}],&quot;text&quot;:{&quot;textData&quot;:{&quot;lineSpacing&quot;:&quot;normal&quot;,&quot;alignment&quot;:&quot;center&quot;,&quot;lines&quot;:[{&quot;runs&quot;:[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none&quot;},&quot;range&quot;:[0,2]},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sub&quot;},&quot;range&quot;:[3,3]}],&quot;text&quot;:&quot;6CO2&quot;}],&quot;verticalAlign&quot;:&quot;TOP&quot;,&quot;_lastCaretLocation&quot;:{&quot;lineIndex&quot;:0,&quot;runIndex&quot;:0,&quot;charIndex&quot;:1}},&quot;size&quot;:{&quot;x&quot;:53.6009521484375,&quot;y&quot;:28},&quot;targetSize&quot;:{&quot;x&quot;:45.01833956798965,&quot;y&quot;:27.92622220487163},&quot;format&quot;:&quot;BETTER_TEXT&quot;,&quot;verticalAlign&quot;:&quot;TOP&quot;},&quot;isLocked&quot;:false,&quot;parent&quot;:{&quot;type&quot;:&quot;CHILD&quot;,&quot;parentId&quot;:&quot;21a5c9bf-a74b-4e59-9cda-35edd975df8d&quot;,&quot;order&quot;:&quot;5&quot;}},&quot;ee33bd78-b148-47a2-9947-1684d2b671dd&quot;:{&quot;id&quot;:&quot;ee33bd78-b148-47a2-9947-1684d2b671dd&quot;,&quot;type&quot;:&quot;FIGURE_OBJECT&quot;,&quot;relativeTransform&quot;:{&quot;translate&quot;:{&quot;x&quot;:59.22914627392037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13]}],&quot;text&quot;:&quot;Carbon Dioxide&quot;}],&quot;_lastCaretLocation&quot;:{&quot;lineIndex&quot;:0,&quot;runIndex&quot;:-1,&quot;charIndex&quot;:-1,&quot;endOfLine&quot;:true}},&quot;format&quot;:&quot;BETTER_TEXT&quot;,&quot;size&quot;:{&quot;x&quot;:127.21383841182735,&quot;y&quot;:25.460323176345376},&quot;targetSize&quot;:{&quot;x&quot;:127.21383841182735,&quot;y&quot;:25.460323176345376}},&quot;parent&quot;:{&quot;type&quot;:&quot;CHILD&quot;,&quot;parentId&quot;:&quot;21a5c9bf-a74b-4e59-9cda-35edd975df8d&quot;,&quot;order&quot;:&quot;7&quot;}},&quot;0ae28dd9-c763-4e18-b6c6-f22b09a9c424&quot;:{&quot;type&quot;:&quot;FIGURE_OBJECT&quot;,&quot;id&quot;:&quot;0ae28dd9-c763-4e18-b6c6-f22b09a9c424&quot;,&quot;parent&quot;:{&quot;type&quot;:&quot;CHILD&quot;,&quot;parentId&quot;:&quot;33dbc3be-a193-43a0-952f-daa98634e1a0&quot;,&quot;order&quot;:&quot;9999&quot;},&quot;relativeTransform&quot;:{&quot;translate&quot;:{&quot;x&quot;:0,&quot;y&quot;:105.5709607519927},&quot;rotate&quot;:0,&quot;skewX&quot;:0,&quot;scale&quot;:{&quot;x&quot;:1,&quot;y&quot;:1}}},&quot;5d87e03c-edcd-493d-a512-ebedc6ce57da&quot;:{&quot;type&quot;:&quot;FIGURE_OBJECT&quot;,&quot;id&quot;:&quot;5d87e03c-edcd-493d-a512-ebedc6ce57da&quot;,&quot;parent&quot;:{&quot;type&quot;:&quot;CHILD&quot;,&quot;parentId&quot;:&quot;33dbc3be-a193-43a0-952f-daa98634e1a0&quot;,&quot;order&quot;:&quot;999999&quot;},&quot;relativeTransform&quot;:{&quot;translate&quot;:{&quot;x&quot;:552.8179578576177,&quot;y&quot;:-188.216288405068},&quot;rotate&quot;:0,&quot;skewX&quot;:0,&quot;scale&quot;:{&quot;x&quot;:1,&quot;y&quot;:1}}},&quot;b155c82f-9fe3-42b1-986c-7b3ed73e2193&quot;:{&quot;type&quot;:&quot;FIGURE_OBJECT&quot;,&quot;id&quot;:&quot;b155c82f-9fe3-42b1-986c-7b3ed73e2193&quot;,&quot;relativeTransform&quot;:{&quot;translate&quot;:{&quot;x&quot;:-153.5899099686406,&quot;y&quot;:4.87318834648547},&quot;rotate&quot;:0,&quot;skewX&quot;:0,&quot;scale&quot;:{&quot;x&quot;:1,&quot;y&quot;:1}},&quot;opacity&quot;:1,&quot;path&quot;:{&quot;type&quot;:&quot;ELLIPSE&quot;,&quot;size&quot;:{&quot;x&quot;:56.4287998894881,&quot;y&quot;:56.4287998894881}},&quot;isLocked&quot;:false,&quot;pathStyles&quot;:[{&quot;type&quot;:&quot;FILL&quot;,&quot;fillStyle&quot;:&quot;rgba(200, 77, 76, 1)&quot;},{&quot;type&quot;:&quot;STROKE&quot;,&quot;strokeStyle&quot;:&quot;rgba(107, 21, 25, 1)&quot;,&quot;lineWidth&quot;:2.7526243848530783,&quot;lineJoin&quot;:&quot;round&quot;}],&quot;parent&quot;:{&quot;type&quot;:&quot;CHILD&quot;,&quot;parentId&quot;:&quot;5d87e03c-edcd-493d-a512-ebedc6ce57da&quot;,&quot;order&quot;:&quot;2&quot;},&quot;layout&quot;:{&quot;sizeRatio&quot;:{&quot;x&quot;:0.7071067811865476,&quot;y&quot;:0.7071067811865476},&quot;keepAspectRatio&quot;:true}},&quot;d0980d76-ef5d-48b1-9b32-301621a85942&quot;:{&quot;id&quot;:&quot;d0980d76-ef5d-48b1-9b32-301621a8594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21.091260835782304,&quot;color&quot;:&quot;black&quot;,&quot;fontWeight&quot;:&quot;normal&quot;,&quot;fontStyle&quot;:&quot;normal&quot;,&quot;decoration&quot;:&quot;none&quot;}}],&quot;_lastCaretLocation&quot;:{&quot;lineIndex&quot;:0,&quot;runIndex&quot;:3,&quot;charIndex&quot;:3}},&quot;format&quot;:&quot;BETTER_TEXT&quot;,&quot;size&quot;:{&quot;x&quot;:52.24871322157389,&quot;y&quot;:24.56502488223887},&quot;targetSize&quot;:{&quot;x&quot;:52.24871322157389,&quot;y&quot;:2}},&quot;parent&quot;:{&quot;type&quot;:&quot;CHILD&quot;,&quot;parentId&quot;:&quot;b155c82f-9fe3-42b1-986c-7b3ed73e2193&quot;,&quot;order&quot;:&quot;5&quot;}},&quot;7530f7e5-9bdb-4067-ae6a-9ad832df3c94&quot;:{&quot;id&quot;:&quot;7530f7e5-9bdb-4067-ae6a-9ad832df3c94&quot;,&quot;type&quot;:&quot;FIGURE_OBJECT&quot;,&quot;relativeTransform&quot;:{&quot;translate&quot;:{&quot;x&quot;:-153.11908834729758,&quot;y&quot;:4.8733096962407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8.41982425667095,&quot;color&quot;:&quot;rgba(255,255,255,1)&quot;,&quot;fontWeight&quot;:&quot;bold&quot;,&quot;fontStyle&quot;:&quot;normal&quot;,&quot;decoration&quot;:&quot;none&quot;},&quot;range&quot;:[0,1]},{&quot;style&quot;:{&quot;fontFamily&quot;:&quot;Roboto&quot;,&quot;fontSize&quot;:28.41982425667095,&quot;color&quot;:&quot;rgba(255,255,255,1)&quot;,&quot;fontWeight&quot;:&quot;bold&quot;,&quot;fontStyle&quot;:&quot;normal&quot;,&quot;decoration&quot;:&quot;none&quot;,&quot;script&quot;:&quot;sub&quot;},&quot;range&quot;:[2,2]}],&quot;text&quot;:&quot;6O2&quot;}],&quot;_lastCaretLocation&quot;:{&quot;lineIndex&quot;:0,&quot;runIndex&quot;:0,&quot;charIndex&quot;:1}},&quot;format&quot;:&quot;BETTER_TEXT&quot;,&quot;size&quot;:{&quot;x&quot;:45.69688415527344,&quot;y&quot;:33.49479287393362},&quot;targetSize&quot;:{&quot;x&quot;:42.957812707058665,&quot;y&quot;:33.49479287393362}},&quot;parent&quot;:{&quot;type&quot;:&quot;CHILD&quot;,&quot;parentId&quot;:&quot;5d87e03c-edcd-493d-a512-ebedc6ce57da&quot;,&quot;order&quot;:&quot;5&quot;}},&quot;3b06b39c-37e6-4c6a-9e75-a4ea8a7d9d6e&quot;:{&quot;id&quot;:&quot;3b06b39c-37e6-4c6a-9e75-a4ea8a7d9d6e&quot;,&quot;type&quot;:&quot;FIGURE_OBJECT&quot;,&quot;relativeTransform&quot;:{&quot;translate&quot;:{&quot;x&quot;:-148.9446683285967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Oxygen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5d87e03c-edcd-493d-a512-ebedc6ce57da&quot;,&quot;order&quot;:&quot;7&quot;}},&quot;b8852e36-dac1-4d24-b0ed-29eddd0ec9fb&quot;:{&quot;id&quot;:&quot;b8852e36-dac1-4d24-b0ed-29eddd0ec9fb&quot;,&quot;name&quot;:&quot;Cross&quot;,&quot;displayName&quot;:&quot;&quot;,&quot;type&quot;:&quot;FIGURE_OBJECT&quot;,&quot;relativeTransform&quot;:{&quot;translate&quot;:{&quot;x&quot;:343.1420098746141,&quot;y&quot;:-181.71499789706604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99995&quot;}},&quot;ff3304d3-6e15-45f8-8f03-2bd3173fb3a9&quot;:{&quot;id&quot;:&quot;ff3304d3-6e15-45f8-8f03-2bd3173fb3a9&quot;,&quot;name&quot;:&quot;Cross&quot;,&quot;displayName&quot;:&quot;&quot;,&quot;type&quot;:&quot;FIGURE_OBJECT&quot;,&quot;relativeTransform&quot;:{&quot;translate&quot;:{&quot;x&quot;:-87.77177148977108,&quot;y&quot;:-181.71499789706604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99997&quot;}},&quot;9bf5f44c-8aa9-4ddf-bbe9-c796f0fa6486&quot;:{&quot;id&quot;:&quot;9bf5f44c-8aa9-4ddf-bbe9-c796f0fa6486&quot;,&quot;name&quot;:&quot;Cross&quot;,&quot;displayName&quot;:&quot;&quot;,&quot;type&quot;:&quot;FIGURE_OBJECT&quot;,&quot;relativeTransform&quot;:{&quot;translate&quot;:{&quot;x&quot;:-237.4623574399139,&quot;y&quot;:-181.71499789706604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99998&quot;}},&quot;7a72d023-e91c-4087-8275-a5ba5de4ee4c&quot;:{&quot;id&quot;:&quot;7a72d023-e91c-4087-8275-a5ba5de4ee4c&quot;,&quot;name&quot;:&quot;Sun 2&quot;,&quot;displayName&quot;:&quot;&quot;,&quot;type&quot;:&quot;FIGURE_OBJECT&quot;,&quot;relativeTransform&quot;:{&quot;translate&quot;:{&quot;x&quot;:-313.6649675130385,&quot;y&quot;:-184.00288915933538},&quot;rotate&quot;:0,&quot;skewX&quot;:0,&quot;scale&quot;:{&quot;x&quot;:0.8270325459247414,&quot;y&quot;:0.8270325459247414}},&quot;image&quot;:{&quot;url&quot;:&quot;https://icons.cdn.biorender.com/biorender/5ddad02076b601000451beb7/20191124184720/image/5ddad02076b601000451beb7.png&quot;,&quot;isPremium&quot;:false,&quot;isOrgIcon&quot;:false,&quot;size&quot;:{&quot;x&quot;:100,&quot;y&quot;:97.67441860465117}},&quot;source&quot;:{&quot;id&quot;:&quot;5ddad02076b601000451beb7&quot;,&quot;version&quot;:&quot;20191124184720&quot;,&quot;type&quot;:&quot;ASSETS&quot;},&quot;isPremium&quot;:false,&quot;parent&quot;:{&quot;type&quot;:&quot;CHILD&quot;,&quot;parentId&quot;:&quot;33dbc3be-a193-43a0-952f-daa98634e1a0&quot;,&quot;order&quot;:&quot;9999999&quot;}},&quot;8c9f8e15-e307-4f66-9f8a-f0595dab6402&quot;:{&quot;id&quot;:&quot;8c9f8e15-e307-4f66-9f8a-f0595dab6402&quot;,&quot;type&quot;:&quot;FIGURE_OBJECT&quot;,&quot;relativeTransform&quot;:{&quot;translate&quot;:{&quot;x&quot;:-305.3067899913988,&quot;y&quot;:-131.4929832094529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11]}],&quot;text&quot;:&quot;Light Energy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20,&quot;y&quot;:24.24},&quot;targetSize&quot;:{&quot;x&quot;:120,&quot;y&quot;:24.24}},&quot;parent&quot;:{&quot;type&quot;:&quot;CHILD&quot;,&quot;parentId&quot;:&quot;33dbc3be-a193-43a0-952f-daa98634e1a0&quot;,&quot;order&quot;:&quot;99999995&quot;}},&quot;3853036c-5bb8-410b-b2f2-849bd0a0c57a&quot;:{&quot;id&quot;:&quot;3853036c-5bb8-410b-b2f2-849bd0a0c57a&quot;,&quot;name&quot;:&quot;Bracket (square)&quot;,&quot;type&quot;:&quot;FIGURE_OBJECT&quot;,&quot;relativeTransform&quot;:{&quot;translate&quot;:{&quot;x&quot;:181.2377436971586,&quot;y&quot;:-101.56779877928969},&quot;rotate&quot;:-1.570796326794897,&quot;skewX&quot;:-1.7302379073261692e-31,&quot;scale&quot;:{&quot;x&quot;:2.1352429936072777,&quot;y&quot;:2.6880585952655007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99996&quot;}},&quot;ea79e218-4f10-4425-9fd5-ef989158626c&quot;:{&quot;id&quot;:&quot;ea79e218-4f10-4425-9fd5-ef989158626c&quot;,&quot;type&quot;:&quot;FIGURE_OBJECT&quot;,&quot;relativeTransform&quot;:{&quot;translate&quot;:{&quot;x&quot;:181.23765161500532,&quot;y&quot;:-55.30865060938151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7]}],&quot;text&quot;:&quot;Oxidized&quot;}],&quot;_lastCaretLocation&quot;:{&quot;lineIndex&quot;:0,&quot;runIndex&quot;:-1,&quot;charIndex&quot;:-1,&quot;endOfLine&quot;:true}},&quot;format&quot;:&quot;BETTER_TEXT&quot;,&quot;size&quot;:{&quot;x&quot;:149.6914520263672,&quot;y&quot;:39},&quot;targetSize&quot;:{&quot;x&quot;:120,&quot;y&quot;:24.24}},&quot;parent&quot;:{&quot;type&quot;:&quot;CHILD&quot;,&quot;parentId&quot;:&quot;33dbc3be-a193-43a0-952f-daa98634e1a0&quot;,&quot;order&quot;:&quot;99999997&quot;}},&quot;3986ed83-70be-423c-aa07-6e5029ead128&quot;:{&quot;id&quot;:&quot;3986ed83-70be-423c-aa07-6e5029ead128&quot;,&quot;name&quot;:&quot;Bracket (square)&quot;,&quot;type&quot;:&quot;FIGURE_OBJECT&quot;,&quot;relativeTransform&quot;:{&quot;translate&quot;:{&quot;x&quot;:42.389172018176005,&quot;y&quot;:-240.68398991472577},&quot;rotate&quot;:1.5707963267948966,&quot;skewX&quot;:-5.406993460394279e-32,&quot;scale&quot;:{&quot;x&quot;:2.1352429936072777,&quot;y&quot;:2.4960046676807095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999975&quot;}},&quot;8eafc3ef-104e-4ec5-a3b2-c689f7d849f9&quot;:{&quot;id&quot;:&quot;8eafc3ef-104e-4ec5-a3b2-c689f7d849f9&quot;,&quot;type&quot;:&quot;FIGURE_OBJECT&quot;,&quot;relativeTransform&quot;:{&quot;translate&quot;:{&quot;x&quot;:44.89678635929971,&quot;y&quot;:-275.023697172631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6]}],&quot;text&quot;:&quot;Reduced&quot;}],&quot;_lastCaretLocation&quot;:{&quot;lineIndex&quot;:0,&quot;runIndex&quot;:-1,&quot;charIndex&quot;:-1,&quot;endOfLine&quot;:true}},&quot;format&quot;:&quot;BETTER_TEXT&quot;,&quot;size&quot;:{&quot;x&quot;:154.0213623046875,&quot;y&quot;:39},&quot;targetSize&quot;:{&quot;x&quot;:120,&quot;y&quot;:24.24}},&quot;parent&quot;:{&quot;type&quot;:&quot;CHILD&quot;,&quot;parentId&quot;:&quot;33dbc3be-a193-43a0-952f-daa98634e1a0&quot;,&quot;order&quot;:&quot;99999998&quot;}}}}"/>
  <p:tag name="TRANSPARENTBACKGROUND" val="true"/>
  <p:tag name="VERSION" val="1772051545165"/>
  <p:tag name="TITLE" val="Untitled"/>
  <p:tag name="CREATORNAME" val="Stephanie"/>
  <p:tag name="DATEINSERTED" val="17720515694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f50663051003a027bdde9"/>
  <p:tag name="TRANSPARENTBACKGROUND" val="true"/>
  <p:tag name="DATEINSERTED" val="1772051162158"/>
  <p:tag name="VERSION" val="1772051160219"/>
  <p:tag name="BIOJSON" val="{&quot;id&quot;:&quot;25d520c3-27b1-4536-b510-02499b6590ce&quot;,&quot;objects&quot;:{&quot;25d520c3-27b1-4536-b510-02499b6590ce&quot;:{&quot;id&quot;:&quot;25d520c3-27b1-4536-b510-02499b6590ce&quot;,&quot;type&quot;:&quot;FIGURE_OBJECT&quot;,&quot;document&quot;:{&quot;type&quot;:&quot;DOCUMENT_GROUP&quot;,&quot;canvasType&quot;:&quot;FIGURE&quot;,&quot;units&quot;:&quot;in&quot;}},&quot;bf621bf1-3574-40fe-9adf-27186892f882&quot;:{&quot;id&quot;:&quot;bf621bf1-3574-40fe-9adf-27186892f88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25d520c3-27b1-4536-b510-02499b6590ce&quot;,&quot;type&quot;:&quot;FRAME&quot;,&quot;order&quot;:&quot;5&quot;}},&quot;33dbc3be-a193-43a0-952f-daa98634e1a0&quot;:{&quot;id&quot;:&quot;33dbc3be-a193-43a0-952f-daa98634e1a0&quot;,&quot;type&quot;:&quot;FIGURE_OBJECT&quot;,&quot;document&quot;:{&quot;type&quot;:&quot;FIGURE&quot;,&quot;canvasType&quot;:&quot;FIGURE&quot;,&quot;units&quot;:&quot;in&quot;},&quot;parent&quot;:{&quot;parentId&quot;:&quot;25d520c3-27b1-4536-b510-02499b6590ce&quot;,&quot;type&quot;:&quot;DOCUMENT&quot;,&quot;order&quot;:&quot;5&quot;}},&quot;29e26981-898e-49f7-8ab8-8bbb101ff8a0&quot;:{&quot;id&quot;:&quot;29e26981-898e-49f7-8ab8-8bbb101ff8a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33dbc3be-a193-43a0-952f-daa98634e1a0&quot;,&quot;order&quot;:&quot;5&quot;}},&quot;98d94dc8-2861-4ccd-9818-25d1487a4df2&quot;:{&quot;id&quot;:&quot;98d94dc8-2861-4ccd-9818-25d1487a4df2&quot;,&quot;type&quot;:&quot;FIGURE_OBJECT&quot;,&quot;guide&quot;:{&quot;type&quot;:&quot;GRID&quot;,&quot;distance&quot;:0.5,&quot;units&quot;:&quot;in&quot;},&quot;parent&quot;:{&quot;parentId&quot;:&quot;25d520c3-27b1-4536-b510-02499b6590ce&quot;,&quot;type&quot;:&quot;GUIDE&quot;,&quot;order&quot;:&quot;5&quot;}},&quot;329ae80c-a976-4484-9658-f0637c55eda4&quot;:{&quot;relativeTransform&quot;:{&quot;translate&quot;:{&quot;x&quot;:-346.8197339116646,&quot;y&quot;:4.873188346485469},&quot;rotate&quot;:0,&quot;skewX&quot;:0,&quot;scale&quot;:{&quot;x&quot;:1,&quot;y&quot;:1}},&quot;type&quot;:&quot;FIGURE_OBJECT&quot;,&quot;id&quot;:&quot;329ae80c-a976-4484-9658-f0637c55eda4&quot;,&quot;layout&quot;:{&quot;sizeRatio&quot;:{&quot;x&quot;:0.9798319327731092,&quot;y&quot;:0.9500000000000001},&quot;keepAspectRatio&quot;:false},&quot;opacity&quot;:1,&quot;path&quot;:{&quot;type&quot;:&quot;RECT&quot;,&quot;size&quot;:{&quot;x&quot;:178.07308654465973,&quot;y&quot;:56.71296769131548},&quot;cornerRounding&quot;:{&quot;type&quot;:&quot;ARC_LENGTH&quot;,&quot;global&quot;:10.443475491139928}},&quot;pathStyles&quot;:[{&quot;type&quot;:&quot;FILL&quot;,&quot;fillStyle&quot;:&quot;rgba(224, 244, 218, 1)&quot;},{&quot;type&quot;:&quot;STROKE&quot;,&quot;strokeStyle&quot;:&quot;rgba(53, 105, 32, 1)&quot;,&quot;lineWidth&quot;:3.959558563581823,&quot;lineJoin&quot;:&quot;round&quot;}],&quot;isLocked&quot;:false,&quot;parent&quot;:{&quot;type&quot;:&quot;CHILD&quot;,&quot;parentId&quot;:&quot;33dbc3be-a193-43a0-952f-daa98634e1a0&quot;,&quot;order&quot;:&quot;5&quot;},&quot;name&quot;:&quot;Glucose (pathway)&quot;,&quot;displayName&quot;:&quot;Glucose (pathway)&quot;,&quot;source&quot;:{&quot;id&quot;:&quot;64024e38007a9dbd144fe2f1&quot;,&quot;type&quot;:&quot;ASSETS&quot;},&quot;isPremium&quot;:false},&quot;05488fed-3e9e-4a23-81fe-185a2e5af8cd&quot;:{&quot;type&quot;:&quot;FIGURE_OBJECT&quot;,&quot;id&quot;:&quot;05488fed-3e9e-4a23-81fe-185a2e5af8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,&quot;range&quot;:[0,6]}],&quot;text&quot;:&quot;Glucose&quot;,&quot;baseStyle&quot;:{&quot;fontFamily&quot;:&quot;Roboto&quot;,&quot;fontSize&quot;:28.271188371496894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74.4816965639271,&quot;y&quot;:31.676468508654583},&quot;targetSize&quot;:{&quot;x&quot;:174.4816965639271,&quot;y&quot;:2},&quot;format&quot;:&quot;BETTER_TEXT&quot;},&quot;parent&quot;:{&quot;type&quot;:&quot;CHILD&quot;,&quot;parentId&quot;:&quot;329ae80c-a976-4484-9658-f0637c55eda4&quot;,&quot;order&quot;:&quot;5&quot;}},&quot;1e290c36-2e27-48ec-9c18-8562f26f42b2&quot;:{&quot;type&quot;:&quot;FIGURE_OBJECT&quot;,&quot;id&quot;:&quot;1e290c36-2e27-48ec-9c18-8562f26f42b2&quot;,&quot;relativeTransform&quot;:{&quot;translate&quot;:{&quot;x&quot;:25.44092939352358,&quot;y&quot;:-20.158128343579737},&quot;rotate&quot;:0},&quot;opacity&quot;:1,&quot;path&quot;:{&quot;type&quot;:&quot;ELLIPSE&quot;,&quot;size&quot;:{&quot;x&quot;:56.4287998894881,&quot;y&quot;:56.4287998894881}},&quot;isLocked&quot;:false,&quot;pathStyles&quot;:[{&quot;type&quot;:&quot;FILL&quot;,&quot;fillStyle&quot;:&quot;rgba(200, 77, 76, 1)&quot;},{&quot;type&quot;:&quot;STROKE&quot;,&quot;strokeStyle&quot;:&quot;rgba(107, 21, 25, 1)&quot;,&quot;lineWidth&quot;:2.7526243848530783,&quot;lineJoin&quot;:&quot;round&quot;}],&quot;parent&quot;:{&quot;type&quot;:&quot;CHILD&quot;,&quot;parentId&quot;:&quot;5eb66882-08cb-415a-927c-99faa7af3f3d&quot;,&quot;order&quot;:&quot;2&quot;},&quot;layout&quot;:{&quot;sizeRatio&quot;:{&quot;x&quot;:0.7071067811865476,&quot;y&quot;:0.7071067811865476},&quot;keepAspectRatio&quot;:true}},&quot;9f4067d9-94bb-4567-9b53-3b6bff191088&quot;:{&quot;id&quot;:&quot;9f4067d9-94bb-4567-9b53-3b6bff1910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21.091260835782304,&quot;color&quot;:&quot;black&quot;,&quot;fontWeight&quot;:&quot;normal&quot;,&quot;fontStyle&quot;:&quot;normal&quot;,&quot;decoration&quot;:&quot;none&quot;}}],&quot;_lastCaretLocation&quot;:{&quot;lineIndex&quot;:0,&quot;runIndex&quot;:3,&quot;charIndex&quot;:3}},&quot;format&quot;:&quot;BETTER_TEXT&quot;,&quot;size&quot;:{&quot;x&quot;:52.24871322157389,&quot;y&quot;:24.56502488223887},&quot;targetSize&quot;:{&quot;x&quot;:52.24871322157389,&quot;y&quot;:2}},&quot;parent&quot;:{&quot;type&quot;:&quot;CHILD&quot;,&quot;parentId&quot;:&quot;1e290c36-2e27-48ec-9c18-8562f26f42b2&quot;,&quot;order&quot;:&quot;5&quot;}},&quot;04fdcf46-9356-4c61-938c-6f39de33e986&quot;:{&quot;id&quot;:&quot;04fdcf46-9356-4c61-938c-6f39de33e986&quot;,&quot;type&quot;:&quot;FIGURE_OBJECT&quot;,&quot;relativeTransform&quot;:{&quot;translate&quot;:{&quot;x&quot;:25.91175101486661,&quot;y&quot;:-20.15800699382443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8.41982425667095,&quot;color&quot;:&quot;rgba(255,255,255,1)&quot;,&quot;fontWeight&quot;:&quot;bold&quot;,&quot;fontStyle&quot;:&quot;normal&quot;,&quot;decoration&quot;:&quot;none&quot;},&quot;range&quot;:[0,1]},{&quot;style&quot;:{&quot;fontFamily&quot;:&quot;Roboto&quot;,&quot;fontSize&quot;:28.41982425667095,&quot;color&quot;:&quot;rgba(255,255,255,1)&quot;,&quot;fontWeight&quot;:&quot;bold&quot;,&quot;fontStyle&quot;:&quot;normal&quot;,&quot;decoration&quot;:&quot;none&quot;,&quot;script&quot;:&quot;sub&quot;},&quot;range&quot;:[2,2]}],&quot;text&quot;:&quot;6O2&quot;}],&quot;_lastCaretLocation&quot;:{&quot;lineIndex&quot;:0,&quot;runIndex&quot;:0,&quot;charIndex&quot;:1}},&quot;format&quot;:&quot;BETTER_TEXT&quot;,&quot;size&quot;:{&quot;x&quot;:45.69688415527344,&quot;y&quot;:33.49479287393362},&quot;targetSize&quot;:{&quot;x&quot;:42.957812707058665,&quot;y&quot;:33.49479287393362}},&quot;parent&quot;:{&quot;type&quot;:&quot;CHILD&quot;,&quot;parentId&quot;:&quot;5eb66882-08cb-415a-927c-99faa7af3f3d&quot;,&quot;order&quot;:&quot;5&quot;}},&quot;5eb66882-08cb-415a-927c-99faa7af3f3d&quot;:{&quot;type&quot;:&quot;FIGURE_OBJECT&quot;,&quot;id&quot;:&quot;5eb66882-08cb-415a-927c-99faa7af3f3d&quot;,&quot;parent&quot;:{&quot;type&quot;:&quot;CHILD&quot;,&quot;parentId&quot;:&quot;33dbc3be-a193-43a0-952f-daa98634e1a0&quot;,&quot;order&quot;:&quot;77&quot;},&quot;relativeTransform&quot;:{&quot;translate&quot;:{&quot;x&quot;:-179.0308393621642,&quot;y&quot;:25.031316690065207},&quot;rotate&quot;:0,&quot;skewX&quot;:0,&quot;scale&quot;:{&quot;x&quot;:1,&quot;y&quot;:1}}},&quot;9b2664a7-4f7c-4ac0-9ac1-948032ee40ca&quot;:{&quot;type&quot;:&quot;FIGURE_OBJECT&quot;,&quot;id&quot;:&quot;9b2664a7-4f7c-4ac0-9ac1-948032ee40ca&quot;,&quot;name&quot;:&quot;Element, generic&quot;,&quot;relativeTransform&quot;:{&quot;translate&quot;:{&quot;x&quot;:0,&quot;y&quot;:0},&quot;rotate&quot;:0,&quot;skewX&quot;:0,&quot;scale&quot;:{&quot;x&quot;:0.33003717151211925,&quot;y&quot;:0.33003717151211925}},&quot;opacity&quot;:1,&quot;image&quot;:{&quot;url&quot;:&quot;https://res.cloudinary.com/dlcjuc3ej/image/upload/v1544816698/xwrvwr4umpfykk93k3dz.svg#/keystone/api/icons/5c140841edbbaf120017f03e/element-generic.svg&quot;,&quot;size&quot;:{&quot;x&quot;:217,&quot;y&quot;:217},&quot;isPremium&quot;:false},&quot;source&quot;:{&quot;id&quot;:&quot;5c1407dfedbbaf120017f03c&quot;,&quot;type&quot;:&quot;ASSETS&quot;},&quot;pathStyles&quot;:[{&quot;type&quot;:&quot;FILL&quot;,&quot;fillStyle&quot;:&quot;rgb(0,0,0)&quot;}],&quot;isLocked&quot;:false,&quot;parent&quot;:{&quot;type&quot;:&quot;CHILD&quot;,&quot;parentId&quot;:&quot;41464826-0d9f-46d5-a419-6310752443f3&quot;,&quot;order&quot;:&quot;2&quot;}},&quot;03d79fed-66cb-45c7-bb71-49022eda1cd8&quot;:{&quot;type&quot;:&quot;FIGURE_OBJECT&quot;,&quot;id&quot;:&quot;03d79fed-66cb-45c7-bb71-49022eda1cd8&quot;,&quot;relativeTransform&quot;:{&quot;translate&quot;:{&quot;x&quot;:0.6632477773657022,&quot;y&quot;:3.0029921953846346},&quot;rotate&quot;:0},&quot;opacity&quot;:1,&quot;pathStyles&quot;:[{&quot;type&quot;:&quot;FILL&quot;,&quot;fillStyle&quot;:&quot;rgba(255,255,255,1)&quot;}],&quot;text&quot;:{&quot;textData&quot;:{&quot;lineSpacing&quot;:&quot;normal&quot;,&quot;alignment&quot;:&quot;center&quot;,&quot;lines&quot;:[{&quot;runs&quot;:[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none&quot;},&quot;range&quot;:[0,2]},{&quot;style&quot;:{&quot;fontFamily&quot;:&quot;Roboto&quot;,&quot;fontSize&quot;:23.69497641625471,&quot;color&quot;:&quot;rgba(255,255,255,1)&quot;,&quot;fontWeight&quot;:&quot;bold&quot;,&quot;fontStyle&quot;:&quot;normal&quot;,&quot;decoration&quot;:&quot;none&quot;,&quot;script&quot;:&quot;sub&quot;},&quot;range&quot;:[3,3]}],&quot;text&quot;:&quot;6CO2&quot;}],&quot;verticalAlign&quot;:&quot;TOP&quot;,&quot;_lastCaretLocation&quot;:{&quot;lineIndex&quot;:0,&quot;runIndex&quot;:0,&quot;charIndex&quot;:1}},&quot;size&quot;:{&quot;x&quot;:53.6009521484375,&quot;y&quot;:28},&quot;targetSize&quot;:{&quot;x&quot;:45.01833956798965,&quot;y&quot;:27.92622220487163},&quot;format&quot;:&quot;BETTER_TEXT&quot;,&quot;verticalAlign&quot;:&quot;TOP&quot;},&quot;isLocked&quot;:false,&quot;parent&quot;:{&quot;type&quot;:&quot;CHILD&quot;,&quot;parentId&quot;:&quot;41464826-0d9f-46d5-a419-6310752443f3&quot;,&quot;order&quot;:&quot;5&quot;}},&quot;41464826-0d9f-46d5-a419-6310752443f3&quot;:{&quot;relativeTransform&quot;:{&quot;translate&quot;:{&quot;x&quot;:59.22921882559719,&quot;y&quot;:4.873188346485468},&quot;rotate&quot;:0,&quot;skewX&quot;:0,&quot;scale&quot;:{&quot;x&quot;:1,&quot;y&quot;:1}},&quot;type&quot;:&quot;FIGURE_OBJECT&quot;,&quot;id&quot;:&quot;41464826-0d9f-46d5-a419-6310752443f3&quot;,&quot;name&quot;:&quot;CO2&quot;,&quot;displayName&quot;:&quot;CO2&quot;,&quot;opacity&quot;:1,&quot;source&quot;:{&quot;id&quot;:&quot;5d27a9637629c00033aad7b2&quot;,&quot;type&quot;:&quot;ASSETS&quot;},&quot;pathStyles&quot;:[{&quot;type&quot;:&quot;FILL&quot;,&quot;fillStyle&quot;:&quot;rgb(0,0,0)&quot;}],&quot;isLocked&quot;:false,&quot;parent&quot;:{&quot;type&quot;:&quot;CHILD&quot;,&quot;parentId&quot;:&quot;33dbc3be-a193-43a0-952f-daa98634e1a0&quot;,&quot;order&quot;:&quot;8&quot;},&quot;isPremium&quot;:true},&quot;c25a6264-59d7-46ac-bdf9-1aeffbf9f67b&quot;:{&quot;id&quot;:&quot;c25a6264-59d7-46ac-bdf9-1aeffbf9f67b&quot;,&quot;name&quot;:&quot;Water drop&quot;,&quot;displayName&quot;:&quot;&quot;,&quot;type&quot;:&quot;FIGURE_OBJECT&quot;,&quot;relativeTransform&quot;:{&quot;translate&quot;:{&quot;x&quot;:196.01713266061225,&quot;y&quot;:4.87318834648547},&quot;rotate&quot;:0,&quot;skewX&quot;:0,&quot;scale&quot;:{&quot;x&quot;:1,&quot;y&quot;:1}},&quot;image&quot;:{&quot;url&quot;:&quot;https://icons.cdn.biorender.com/biorender/6356c3b89af5b70021be1a21/20221024165755/image/6356c3b89af5b70021be1a21.png&quot;,&quot;isPremium&quot;:false,&quot;isOrgIcon&quot;:false,&quot;size&quot;:{&quot;x&quot;:50,&quot;y&quot;:79.75}},&quot;source&quot;:{&quot;id&quot;:&quot;6356c3b89af5b70021be1a21&quot;,&quot;version&quot;:&quot;20221024165755&quot;,&quot;type&quot;:&quot;ASSETS&quot;},&quot;isPremium&quot;:false,&quot;parent&quot;:{&quot;type&quot;:&quot;CHILD&quot;,&quot;parentId&quot;:&quot;33dbc3be-a193-43a0-952f-daa98634e1a0&quot;,&quot;order&quot;:&quot;9&quot;}},&quot;030b0ac1-11c8-4a85-9a7d-92aa88353c94&quot;:{&quot;relativeTransform&quot;:{&quot;translate&quot;:{&quot;x&quot;:748.5392697735334,&quot;y&quot;:136.41115456828695},&quot;rotate&quot;:0,&quot;skewX&quot;:0,&quot;scale&quot;:{&quot;x&quot;:1,&quot;y&quot;:1}},&quot;type&quot;:&quot;FIGURE_OBJECT&quot;,&quot;id&quot;:&quot;030b0ac1-11c8-4a85-9a7d-92aa88353c94&quot;,&quot;parent&quot;:{&quot;type&quot;:&quot;CHILD&quot;,&quot;parentId&quot;:&quot;33dbc3be-a193-43a0-952f-daa98634e1a0&quot;,&quot;order&quot;:&quot;95&quot;},&quot;name&quot;:&quot;ATP (in energy symbol)&quot;,&quot;displayName&quot;:&quot;ATP (in energy symbol)&quot;,&quot;source&quot;:{&quot;id&quot;:&quot;632a0378ce64fcfc6fe7afb2&quot;,&quot;type&quot;:&quot;ASSETS&quot;},&quot;isPremium&quot;:true},&quot;fcd0a307-836c-4e52-b535-2eedf7530e57&quot;:{&quot;type&quot;:&quot;FIGURE_OBJECT&quot;,&quot;id&quot;:&quot;fcd0a307-836c-4e52-b535-2eedf7530e57&quot;,&quot;relativeTransform&quot;:{&quot;translate&quot;:{&quot;x&quot;:-393.91555101645883,&quot;y&quot;:-120.8857542541447},&quot;rotate&quot;:0,&quot;skewX&quot;:0,&quot;scale&quot;:{&quot;x&quot;:1,&quot;y&quot;:1}},&quot;opacity&quot;:1,&quot;path&quot;:{&quot;type&quot;:&quot;POLY_LINE&quot;,&quot;points&quot;:[{&quot;x&quot;:-52.56658389266612,&quot;y&quot;:21.153055395241307},{&quot;x&quot;:-39.29665488484592,&quot;y&quot;:0.5665533483193883},{&quot;x&quot;:-52.899432632819455,&quot;y&quot;:-2.8334466516806174},{&quot;x&quot;:-40.1008215068062,&quot;y&quot;:-8.84724641468732},{&quot;x&quot;:-57.6277053705122,&quot;y&quot;:-25.165543064040747},{&quot;x&quot;:-34.182170759990655,&quot;y&quot;:-22.318513002356184},{&quot;x&quot;:-40.64684492513909,&quot;y&quot;:-38.50780171314007},{&quot;x&quot;:-21.132038511824177,&quot;y&quot;:-27.99253595673406},{&quot;x&quot;:-18.108920283554212,&quot;y&quot;:-51.580459182290994},{&quot;x&quot;:-6.325352304222804,&quot;y&quot;:-32.148213499910284},{&quot;x&quot;:2.483410880358136,&quot;y&quot;:-43.59719312315495},{&quot;x&quot;:2.483410880358136,&quot;y&quot;:-27.72168293477729},{&quot;x&quot;:24.492174064939057,&quot;y&quot;:-41.046172746399606},{&quot;x&quot;:15.297200568220077,&quot;y&quot;:-20.235539348137934},{&quot;x&quot;:40.68180008549955,&quot;y&quot;:-23.794326925243666},{&quot;x&quot;:20.175492230090583,&quot;y&quot;:-7.996553017925137},{&quot;x&quot;:34.62746127789707,&quot;y&quot;:3.6530671813869304},{&quot;x&quot;:17.252061077314664,&quot;y&quot;:3.6530671813869304},{&quot;x&quot;:26.68439783149166,&quot;y&quot;:22.732579392542394},{&quot;x&quot;:4.070229865623588,&quot;y&quot;:8.332579392542385},{&quot;x&quot;:2.2560618997555224,&quot;y&quot;:22.73257939254239},{&quot;x&quot;:-7.972274031980618,&quot;y&quot;:10.557022770024687},{&quot;x&quot;:-20.672336150999634,&quot;y&quot;:30.276035246977436},{&quot;x&quot;:-23.67233615099964,&quot;y&quot;:8.772683038821071}],&quot;closed&quot;:true},&quot;pathStyles&quot;:[{&quot;type&quot;:&quot;FILL&quot;,&quot;fillStyle&quot;:&quot;rgb(253, 245, 113)&quot;},{&quot;type&quot;:&quot;STROKE&quot;,&quot;strokeStyle&quot;:&quot;rgb(207, 169, 51)&quot;,&quot;lineWidth&quot;:2,&quot;lineJoin&quot;:&quot;round&quot;}],&quot;isLocked&quot;:false,&quot;parent&quot;:{&quot;type&quot;:&quot;CHILD&quot;,&quot;parentId&quot;:&quot;030b0ac1-11c8-4a85-9a7d-92aa88353c94&quot;,&quot;order&quot;:&quot;2&quot;},&quot;connectorInfo&quot;:{&quot;connectedObjects&quot;:[],&quot;type&quot;:&quot;ELBOW&quot;,&quot;offset&quot;:{&quot;x&quot;:0,&quot;y&quot;:0},&quot;bending&quot;:-0.1,&quot;firstElementIsHead&quot;:true,&quot;customized&quot;:true}},&quot;397b9022-d46d-4e10-a4a5-7e814de0c546&quot;:{&quot;id&quot;:&quot;397b9022-d46d-4e10-a4a5-7e814de0c546&quot;,&quot;type&quot;:&quot;FIGURE_OBJECT&quot;,&quot;relativeTransform&quot;:{&quot;translate&quot;:{&quot;x&quot;:-404.3261232906893,&quot;y&quot;:-129.1889714758966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]}],&quot;text&quot;:&quot;ATP&quot;}],&quot;_lastCaretLocation&quot;:{&quot;lineIndex&quot;:0,&quot;runIndex&quot;:-1,&quot;charIndex&quot;:-1,&quot;endOfLine&quot;:true}},&quot;format&quot;:&quot;BETTER_TEXT&quot;,&quot;size&quot;:{&quot;x&quot;:59.11399935997639,&quot;y&quot;:22},&quot;targetSize&quot;:{&quot;x&quot;:59.11399935997639,&quot;y&quot;:22}},&quot;parent&quot;:{&quot;type&quot;:&quot;CHILD&quot;,&quot;parentId&quot;:&quot;030b0ac1-11c8-4a85-9a7d-92aa88353c94&quot;,&quot;order&quot;:&quot;5&quot;}},&quot;1cca3a2a-72ec-49b1-b244-a4d73a4d5639&quot;:{&quot;id&quot;:&quot;1cca3a2a-72ec-49b1-b244-a4d73a4d5639&quot;,&quot;name&quot;:&quot;Cross&quot;,&quot;displayName&quot;:&quot;&quot;,&quot;type&quot;:&quot;FIGURE_OBJECT&quot;,&quot;relativeTransform&quot;:{&quot;translate&quot;:{&quot;x&quot;:-219.79375027635973,&quot;y&quot;:4.87318834648547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7&quot;}},&quot;162fd199-2c39-40ab-9d01-3dd0f819cf58&quot;:{&quot;relativeTransform&quot;:{&quot;translate&quot;:{&quot;x&quot;:-76.56847512960879,&quot;y&quot;:4.87318834648547},&quot;rotate&quot;:1.5707963267948963,&quot;skewX&quot;:0,&quot;scale&quot;:{&quot;x&quot;:1,&quot;y&quot;:1}},&quot;type&quot;:&quot;FIGURE_OBJECT&quot;,&quot;id&quot;:&quot;162fd199-2c39-40ab-9d01-3dd0f819cf58&quot;,&quot;opacity&quot;:1,&quot;path&quot;:{&quot;type&quot;:&quot;POLY_LINE&quot;,&quot;points&quot;:[{&quot;x&quot;:-1.818398577753095e-31,&quot;y&quot;:24.917884462803652},{&quot;x&quot;:3.019806626980426e-14,&quot;y&quot;:-81.59804341287536}],&quot;closed&quot;:false},&quot;pathStyles&quot;:[{&quot;type&quot;:&quot;FILL&quot;,&quot;fillStyle&quot;:&quot;rgba(0,0,0,0)&quot;},{&quot;type&quot;:&quot;STROKE&quot;,&quot;strokeStyle&quot;:&quot;#232323&quot;,&quot;lineWidth&quot;:14.390207817848395,&quot;lineJoin&quot;:&quot;round&quot;}],&quot;isLocked&quot;:false,&quot;parent&quot;:{&quot;type&quot;:&quot;CHILD&quot;,&quot;parentId&quot;:&quot;33dbc3be-a193-43a0-952f-daa98634e1a0&quot;,&quot;order&quot;:&quot;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5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large arrowhead, editable)&quot;,&quot;displayName&quot;:&quot;Straight arrow (thick, large arrowhead, editable)&quot;,&quot;source&quot;:{&quot;id&quot;:&quot;648741de5ca6211d7d057176&quot;,&quot;type&quot;:&quot;ASSETS&quot;},&quot;isPremium&quot;:false},&quot;d279695e-565e-4bf5-868a-fb5adf2f515e&quot;:{&quot;id&quot;:&quot;d279695e-565e-4bf5-868a-fb5adf2f515e&quot;,&quot;name&quot;:&quot;Cross&quot;,&quot;displayName&quot;:&quot;&quot;,&quot;type&quot;:&quot;FIGURE_OBJECT&quot;,&quot;relativeTransform&quot;:{&quot;translate&quot;:{&quot;x&quot;:133.02769229763717,&quot;y&quot;:4.873188346485469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&quot;}},&quot;543f1287-9c0f-4bff-8807-055f93b1d5f0&quot;:{&quot;id&quot;:&quot;543f1287-9c0f-4bff-8807-055f93b1d5f0&quot;,&quot;name&quot;:&quot;Cross&quot;,&quot;displayName&quot;:&quot;&quot;,&quot;type&quot;:&quot;FIGURE_OBJECT&quot;,&quot;relativeTransform&quot;:{&quot;translate&quot;:{&quot;x&quot;:259.0065730235873,&quot;y&quot;:4.87318834648547},&quot;rotate&quot;:0,&quot;skewX&quot;:0,&quot;scale&quot;:{&quot;x&quot;:0.309532609153672,&quot;y&quot;:0.309532609153672}},&quot;image&quot;:{&quot;url&quot;:&quot;https://icons.cdn.biorender.com/biorender/634070c2c5bef10021d6a505/63407000c5bef10021d6a4dd.png&quot;,&quot;isPremium&quot;:false,&quot;isOrgIcon&quot;:false,&quot;size&quot;:{&quot;x&quot;:100,&quot;y&quot;:100},&quot;fallbackUrl&quot;:&quot;sources/icons/634070c2c5bef10021d6a505/63407000c5bef10021d6a4dd.svg&quot;},&quot;source&quot;:{&quot;id&quot;:&quot;63407000c5bef10021d6a4dd&quot;,&quot;version&quot;:&quot;20221007183230&quot;,&quot;type&quot;:&quot;ASSETS&quot;},&quot;isPremium&quot;:false,&quot;parent&quot;:{&quot;type&quot;:&quot;CHILD&quot;,&quot;parentId&quot;:&quot;33dbc3be-a193-43a0-952f-daa98634e1a0&quot;,&quot;order&quot;:&quot;995&quot;}},&quot;af19fc8e-38fb-4ca0-b649-dd9ba25abcc6&quot;:{&quot;id&quot;:&quot;af19fc8e-38fb-4ca0-b649-dd9ba25abcc6&quot;,&quot;type&quot;:&quot;FIGURE_OBJECT&quot;,&quot;relativeTransform&quot;:{&quot;translate&quot;:{&quot;x&quot;:196.8568108238398,&quot;y&quot;:10.59547177900545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0]}],&quot;text&quot;:&quot;6&quot;}],&quot;_lastCaretLocation&quot;:{&quot;lineIndex&quot;:0,&quot;runIndex&quot;:0,&quot;charIndex&quot;:0}},&quot;format&quot;:&quot;BETTER_TEXT&quot;,&quot;size&quot;:{&quot;x&quot;:16.945165545324258,&quot;y&quot;:28},&quot;targetSize&quot;:{&quot;x&quot;:16.945165545324258,&quot;y&quot;:28}},&quot;parent&quot;:{&quot;type&quot;:&quot;CHILD&quot;,&quot;parentId&quot;:&quot;33dbc3be-a193-43a0-952f-daa98634e1a0&quot;,&quot;order&quot;:&quot;997&quot;}},&quot;914dac66-479c-41c4-8d78-8d241a7d8a99&quot;:{&quot;id&quot;:&quot;914dac66-479c-41c4-8d78-8d241a7d8a99&quot;,&quot;name&quot;:&quot;Bracket (square)&quot;,&quot;type&quot;:&quot;FIGURE_OBJECT&quot;,&quot;relativeTransform&quot;:{&quot;translate&quot;:{&quot;x&quot;:-148.68925633719562,&quot;y&quot;:-46.950080235654475},&quot;rotate&quot;:1.5707963267948966,&quot;skewX&quot;:-1.0813986920788558e-32,&quot;scale&quot;:{&quot;x&quot;:2.1352429936072777,&quot;y&quot;:2.6880585952655007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8&quot;}},&quot;a48f1ac3-9fcc-4bf4-84aa-8efe1a914e9c&quot;:{&quot;id&quot;:&quot;a48f1ac3-9fcc-4bf4-84aa-8efe1a914e9c&quot;,&quot;name&quot;:&quot;Bracket (square)&quot;,&quot;type&quot;:&quot;FIGURE_OBJECT&quot;,&quot;relativeTransform&quot;:{&quot;translate&quot;:{&quot;x&quot;:23.28872051301935,&quot;y&quot;:82.39552774953745},&quot;rotate&quot;:-1.5707963267948966,&quot;skewX&quot;:-8.651189536630843e-32,&quot;scale&quot;:{&quot;x&quot;:2.135242993607278,&quot;y&quot;:2.2589812886059333}},&quot;image&quot;:{&quot;url&quot;:&quot;https://icons.cdn.biorender.com/biorender/5a9045dbbfc21200143c25bf/5a904584bfc21200143c25bc.png&quot;,&quot;isPremium&quot;:false,&quot;isOrgIcon&quot;:false,&quot;size&quot;:{&quot;x&quot;:15,&quot;y&quot;:161.17021276595744},&quot;fallbackUrl&quot;:&quot;sources/icons/5a9045dbbfc21200143c25bf/5a904584bfc21200143c25bc.svg&quot;},&quot;source&quot;:{&quot;id&quot;:&quot;5a904584bfc21200143c25bc&quot;,&quot;version&quot;:&quot;20180223164821&quot;,&quot;type&quot;:&quot;ASSETS&quot;},&quot;isPremium&quot;:false,&quot;parent&quot;:{&quot;type&quot;:&quot;CHILD&quot;,&quot;parentId&quot;:&quot;33dbc3be-a193-43a0-952f-daa98634e1a0&quot;,&quot;order&quot;:&quot;999&quot;}},&quot;3c135bf9-11af-4dd3-8679-4dfa9a9c88f2&quot;:{&quot;id&quot;:&quot;3c135bf9-11af-4dd3-8679-4dfa9a9c88f2&quot;,&quot;type&quot;:&quot;FIGURE_OBJECT&quot;,&quot;relativeTransform&quot;:{&quot;translate&quot;:{&quot;x&quot;:-148.6892949008786,&quot;y&quot;:-97.2648322440760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7]}],&quot;text&quot;:&quot;Oxidized&quot;}],&quot;_lastCaretLocation&quot;:{&quot;lineIndex&quot;:0,&quot;runIndex&quot;:-1,&quot;charIndex&quot;:-1,&quot;endOfLine&quot;:true}},&quot;format&quot;:&quot;BETTER_TEXT&quot;,&quot;size&quot;:{&quot;x&quot;:149.6914520263672,&quot;y&quot;:39},&quot;targetSize&quot;:{&quot;x&quot;:120,&quot;y&quot;:24.24}},&quot;parent&quot;:{&quot;type&quot;:&quot;CHILD&quot;,&quot;parentId&quot;:&quot;33dbc3be-a193-43a0-952f-daa98634e1a0&quot;,&quot;order&quot;:&quot;9995&quot;}},&quot;7bf53ba2-daca-4bea-b52f-97989ee5a21a&quot;:{&quot;id&quot;:&quot;7bf53ba2-daca-4bea-b52f-97989ee5a21a&quot;,&quot;type&quot;:&quot;FIGURE_OBJECT&quot;,&quot;relativeTransform&quot;:{&quot;translate&quot;:{&quot;x&quot;:25.454395365762736,&quot;y&quot;:138.4252552294315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8.666666666666664,&quot;color&quot;:&quot;black&quot;,&quot;fontWeight&quot;:&quot;normal&quot;,&quot;fontStyle&quot;:&quot;normal&quot;,&quot;decoration&quot;:&quot;none&quot;},&quot;range&quot;:[0,6]}],&quot;text&quot;:&quot;Reduced&quot;}],&quot;_lastCaretLocation&quot;:{&quot;lineIndex&quot;:0,&quot;runIndex&quot;:-1,&quot;charIndex&quot;:-1,&quot;endOfLine&quot;:true}},&quot;format&quot;:&quot;BETTER_TEXT&quot;,&quot;size&quot;:{&quot;x&quot;:154.0213623046875,&quot;y&quot;:39},&quot;targetSize&quot;:{&quot;x&quot;:120,&quot;y&quot;:24.24}},&quot;parent&quot;:{&quot;type&quot;:&quot;CHILD&quot;,&quot;parentId&quot;:&quot;33dbc3be-a193-43a0-952f-daa98634e1a0&quot;,&quot;order&quot;:&quot;9997&quot;}},&quot;82f225ed-0c8d-4da3-8298-cf8de42ca559&quot;:{&quot;id&quot;:&quot;82f225ed-0c8d-4da3-8298-cf8de42ca559&quot;,&quot;type&quot;:&quot;FIGURE_OBJECT&quot;,&quot;relativeTransform&quot;:{&quot;translate&quot;:{&quot;x&quot;:-346.8195637252001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0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2,2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3,4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5,5]},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sub&quot;},&quot;range&quot;:[6,6]}],&quot;text&quot;:&quot;C6H12O6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33dbc3be-a193-43a0-952f-daa98634e1a0&quot;,&quot;order&quot;:&quot;9998&quot;}},&quot;e03d9d1e-ecaa-4df5-a309-ef889563a6b4&quot;:{&quot;id&quot;:&quot;e03d9d1e-ecaa-4df5-a309-ef889563a6b4&quot;,&quot;type&quot;:&quot;FIGURE_OBJECT&quot;,&quot;relativeTransform&quot;:{&quot;translate&quot;:{&quot;x&quot;:-148.9446683285967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Oxygen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33dbc3be-a193-43a0-952f-daa98634e1a0&quot;,&quot;order&quot;:&quot;9999&quot;}},&quot;268d4429-2179-4883-91dd-732ac5972e56&quot;:{&quot;id&quot;:&quot;268d4429-2179-4883-91dd-732ac5972e56&quot;,&quot;type&quot;:&quot;FIGURE_OBJECT&quot;,&quot;relativeTransform&quot;:{&quot;translate&quot;:{&quot;x&quot;:59.22914627392037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13]}],&quot;text&quot;:&quot;Carbon Dioxide&quot;}],&quot;_lastCaretLocation&quot;:{&quot;lineIndex&quot;:0,&quot;runIndex&quot;:-1,&quot;charIndex&quot;:-1,&quot;endOfLine&quot;:true}},&quot;format&quot;:&quot;BETTER_TEXT&quot;,&quot;size&quot;:{&quot;x&quot;:127.21383841182735,&quot;y&quot;:25.460323176345376},&quot;targetSize&quot;:{&quot;x&quot;:127.21383841182735,&quot;y&quot;:25.460323176345376}},&quot;parent&quot;:{&quot;type&quot;:&quot;CHILD&quot;,&quot;parentId&quot;:&quot;33dbc3be-a193-43a0-952f-daa98634e1a0&quot;,&quot;order&quot;:&quot;99995&quot;}},&quot;5d6bd611-5cc4-42d2-ac26-12279ceffc50&quot;:{&quot;id&quot;:&quot;5d6bd611-5cc4-42d2-ac26-12279ceffc50&quot;,&quot;type&quot;:&quot;FIGURE_OBJECT&quot;,&quot;relativeTransform&quot;:{&quot;translate&quot;:{&quot;x&quot;:196.01691451046625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4]}],&quot;text&quot;:&quot;Water&quot;}],&quot;_lastCaretLocation&quot;:{&quot;lineIndex&quot;:0,&quot;runIndex&quot;:-1,&quot;charIndex&quot;:-1,&quot;endOfLine&quot;:true}},&quot;format&quot;:&quot;BETTER_TEXT&quot;,&quot;size&quot;:{&quot;x&quot;:49.999260915367174,&quot;y&quot;:24.24},&quot;targetSize&quot;:{&quot;x&quot;:49.999260915367174,&quot;y&quot;:24.24}},&quot;parent&quot;:{&quot;type&quot;:&quot;CHILD&quot;,&quot;parentId&quot;:&quot;33dbc3be-a193-43a0-952f-daa98634e1a0&quot;,&quot;order&quot;:&quot;99997&quot;}},&quot;16f21025-897b-4e4e-a857-3ea447b0ce76&quot;:{&quot;id&quot;:&quot;16f21025-897b-4e4e-a857-3ea447b0ce76&quot;,&quot;type&quot;:&quot;FIGURE_OBJECT&quot;,&quot;relativeTransform&quot;:{&quot;translate&quot;:{&quot;x&quot;:346.1510867174442,&quot;y&quot;:57.767552124666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5]}],&quot;text&quot;:&quot;Energy&quot;}],&quot;_lastCaretLocation&quot;:{&quot;lineIndex&quot;:0,&quot;runIndex&quot;:-1,&quot;charIndex&quot;:-1,&quot;endOfLine&quot;:true}},&quot;format&quot;:&quot;BETTER_TEXT&quot;,&quot;size&quot;:{&quot;x&quot;:68.4725827726621,&quot;y&quot;:24.24},&quot;targetSize&quot;:{&quot;x&quot;:68.4725827726621,&quot;y&quot;:24.24}},&quot;parent&quot;:{&quot;type&quot;:&quot;CHILD&quot;,&quot;parentId&quot;:&quot;33dbc3be-a193-43a0-952f-daa98634e1a0&quot;,&quot;order&quot;:&quot;99998&quot;}}}}"/>
  <p:tag name="TITLE" val="Untitled"/>
  <p:tag name="CREATORNAME" val="Stephani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9f5b2a0552599a53ea836f"/>
  <p:tag name="BIOJSON" val="{&quot;id&quot;:&quot;143d9174-a90e-4832-9d1f-a0c182463845&quot;,&quot;objects&quot;:{&quot;143d9174-a90e-4832-9d1f-a0c182463845&quot;:{&quot;id&quot;:&quot;143d9174-a90e-4832-9d1f-a0c182463845&quot;,&quot;type&quot;:&quot;FIGURE_OBJECT&quot;,&quot;document&quot;:{&quot;type&quot;:&quot;DOCUMENT_GROUP&quot;,&quot;canvasType&quot;:&quot;FIGURE&quot;,&quot;units&quot;:&quot;in&quot;}},&quot;ab0414ad-a3c4-45d5-9fe2-0093eba96438&quot;:{&quot;id&quot;:&quot;ab0414ad-a3c4-45d5-9fe2-0093eba96438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143d9174-a90e-4832-9d1f-a0c182463845&quot;,&quot;type&quot;:&quot;FRAME&quot;,&quot;order&quot;:&quot;5&quot;}},&quot;198e0908-458c-44b3-9ebe-8e04eaea95be&quot;:{&quot;id&quot;:&quot;198e0908-458c-44b3-9ebe-8e04eaea95be&quot;,&quot;type&quot;:&quot;FIGURE_OBJECT&quot;,&quot;document&quot;:{&quot;type&quot;:&quot;FIGURE&quot;,&quot;canvasType&quot;:&quot;FIGURE&quot;,&quot;units&quot;:&quot;in&quot;},&quot;parent&quot;:{&quot;parentId&quot;:&quot;143d9174-a90e-4832-9d1f-a0c182463845&quot;,&quot;type&quot;:&quot;DOCUMENT&quot;,&quot;order&quot;:&quot;5&quot;}},&quot;a03fcf3a-c7b0-452f-ac86-67b26f0b8214&quot;:{&quot;id&quot;:&quot;a03fcf3a-c7b0-452f-ac86-67b26f0b8214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198e0908-458c-44b3-9ebe-8e04eaea95be&quot;,&quot;order&quot;:&quot;5&quot;}},&quot;09834542-dfd0-43dc-ac15-6cde13566642&quot;:{&quot;id&quot;:&quot;09834542-dfd0-43dc-ac15-6cde13566642&quot;,&quot;type&quot;:&quot;FIGURE_OBJECT&quot;,&quot;guide&quot;:{&quot;type&quot;:&quot;GRID&quot;,&quot;distance&quot;:0.5,&quot;units&quot;:&quot;in&quot;},&quot;parent&quot;:{&quot;parentId&quot;:&quot;143d9174-a90e-4832-9d1f-a0c182463845&quot;,&quot;type&quot;:&quot;GUIDE&quot;,&quot;order&quot;:&quot;5&quot;}},&quot;5afab9d1-884a-41be-96e0-7da394453ed1&quot;:{&quot;id&quot;:&quot;5afab9d1-884a-41be-96e0-7da394453ed1&quot;,&quot;name&quot;:&quot;Chloroplast (3D)&quot;,&quot;displayName&quot;:&quot;&quot;,&quot;type&quot;:&quot;FIGURE_OBJECT&quot;,&quot;relativeTransform&quot;:{&quot;translate&quot;:{&quot;x&quot;:-0.0002699884953756282,&quot;y&quot;:-0.00031317019872290075},&quot;rotate&quot;:0,&quot;skewX&quot;:0,&quot;scale&quot;:{&quot;x&quot;:7.156419088660743,&quot;y&quot;:7.156419088660743}},&quot;image&quot;:{&quot;url&quot;:&quot;https://icons.cdn.biorender.com/biorender/5b159c2eae5733001464d9ae/20180604200857/image/5b159c2eae5733001464d9ae.png&quot;,&quot;isPremium&quot;:true,&quot;isOrgIcon&quot;:false,&quot;size&quot;:{&quot;x&quot;:100,&quot;y&quot;:58.93719806763285}},&quot;source&quot;:{&quot;id&quot;:&quot;5b159c2eae5733001464d9ae&quot;,&quot;version&quot;:&quot;20180604200857&quot;,&quot;type&quot;:&quot;ASSETS&quot;},&quot;isPremium&quot;:true,&quot;parent&quot;:{&quot;type&quot;:&quot;CHILD&quot;,&quot;parentId&quot;:&quot;198e0908-458c-44b3-9ebe-8e04eaea95be&quot;,&quot;order&quot;:&quot;7&quot;}},&quot;2eddd7b3-e5d7-46cf-9493-6cfaaf017202&quot;:{&quot;id&quot;:&quot;2eddd7b3-e5d7-46cf-9493-6cfaaf017202&quot;,&quot;type&quot;:&quot;FIGURE_OBJECT&quot;,&quot;relativeTransform&quot;:{&quot;translate&quot;:{&quot;x&quot;:-306.2682081587933,&quot;y&quot;:-192.889900921416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13]}],&quot;text&quot;:&quot;Outer Membrane&quot;}]},&quot;format&quot;:&quot;BETTER_TEXT&quot;,&quot;size&quot;:{&quot;x&quot;:291.50685130319926,&quot;y&quot;:36},&quot;targetSize&quot;:{&quot;x&quot;:291.50685130319926,&quot;y&quot;:36}},&quot;parent&quot;:{&quot;type&quot;:&quot;CHILD&quot;,&quot;parentId&quot;:&quot;198e0908-458c-44b3-9ebe-8e04eaea95be&quot;,&quot;order&quot;:&quot;8&quot;}},&quot;912a94f1-35ea-4251-84d2-082a4c1e6d42&quot;:{&quot;relativeTransform&quot;:{&quot;translate&quot;:{&quot;x&quot;:0,&quot;y&quot;:0},&quot;rotate&quot;:0,&quot;skewX&quot;:0,&quot;scale&quot;:{&quot;x&quot;:1,&quot;y&quot;:1}},&quot;type&quot;:&quot;FIGURE_OBJECT&quot;,&quot;id&quot;:&quot;912a94f1-35ea-4251-84d2-082a4c1e6d42&quot;,&quot;opacity&quot;:1,&quot;path&quot;:{&quot;type&quot;:&quot;POLY_LINE&quot;,&quot;points&quot;:[{&quot;x&quot;:-306.2682081587933,&quot;y&quot;:-174.889900921416},{&quot;x&quot;:-256.90294214101283,&quot;y&quot;:-87.2891126069346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2eddd7b3-e5d7-46cf-9493-6cfaaf017202&quot;,&quot;coordinates&quot;:{&quot;x&quot;:0.5,&quot;y&quot;:1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3a94e1a1-bb82-45b1-8839-812d6c137a82&quot;:{&quot;id&quot;:&quot;3a94e1a1-bb82-45b1-8839-812d6c137a82&quot;,&quot;type&quot;:&quot;FIGURE_OBJECT&quot;,&quot;relativeTransform&quot;:{&quot;translate&quot;:{&quot;x&quot;:-230.1590122673191,&quot;y&quot;:246.8892360538633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13]}],&quot;text&quot;:&quot;Inner Membrane&quot;}],&quot;_lastCaretLocation&quot;:{&quot;lineIndex&quot;:0,&quot;runIndex&quot;:0,&quot;charIndex&quot;:5}},&quot;format&quot;:&quot;BETTER_TEXT&quot;,&quot;size&quot;:{&quot;x&quot;:291.50685130319926,&quot;y&quot;:72},&quot;targetSize&quot;:{&quot;x&quot;:291.50685130319926,&quot;y&quot;:72}},&quot;parent&quot;:{&quot;type&quot;:&quot;CHILD&quot;,&quot;parentId&quot;:&quot;198e0908-458c-44b3-9ebe-8e04eaea95be&quot;,&quot;order&quot;:&quot;92&quot;}},&quot;765eaba9-0d69-4cac-bf3e-5c393ea2bb42&quot;:{&quot;relativeTransform&quot;:{&quot;translate&quot;:{&quot;x&quot;:0,&quot;y&quot;:0},&quot;rotate&quot;:0,&quot;skewX&quot;:0,&quot;scale&quot;:{&quot;x&quot;:1,&quot;y&quot;:1}},&quot;type&quot;:&quot;FIGURE_OBJECT&quot;,&quot;id&quot;:&quot;765eaba9-0d69-4cac-bf3e-5c393ea2bb42&quot;,&quot;opacity&quot;:1,&quot;path&quot;:{&quot;type&quot;:&quot;POLY_LINE&quot;,&quot;points&quot;:[{&quot;x&quot;:-230.1590122673191,&quot;y&quot;:210.88923605386333},{&quot;x&quot;:-300.61666355533305,&quot;y&quot;:65.6830136172013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5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3a94e1a1-bb82-45b1-8839-812d6c137a82&quot;,&quot;coordinates&quot;:{&quot;x&quot;:0.5,&quot;y&quot;:0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5497fef-8395-42bc-9cf4-0f5dd3fda3f0&quot;:{&quot;id&quot;:&quot;65497fef-8395-42bc-9cf4-0f5dd3fda3f0&quot;,&quot;type&quot;:&quot;FIGURE_OBJECT&quot;,&quot;relativeTransform&quot;:{&quot;translate&quot;:{&quot;x&quot;:60.80508036954723,&quot;y&quot;:260.841173824566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5]}],&quot;text&quot;:&quot;Stroma&quot;}],&quot;_lastCaretLocation&quot;:{&quot;lineIndex&quot;:0,&quot;runIndex&quot;:0,&quot;charIndex&quot;:5}},&quot;format&quot;:&quot;BETTER_TEXT&quot;,&quot;size&quot;:{&quot;x&quot;:126.23385563445437,&quot;y&quot;:44.09567583015722},&quot;targetSize&quot;:{&quot;x&quot;:126.23385563445437,&quot;y&quot;:44.09567583015722}},&quot;parent&quot;:{&quot;type&quot;:&quot;CHILD&quot;,&quot;parentId&quot;:&quot;198e0908-458c-44b3-9ebe-8e04eaea95be&quot;,&quot;order&quot;:&quot;96&quot;}},&quot;6d121814-e77e-412c-9c3d-f730c87bfa1e&quot;:{&quot;relativeTransform&quot;:{&quot;translate&quot;:{&quot;x&quot;:0,&quot;y&quot;:0},&quot;rotate&quot;:0,&quot;skewX&quot;:0,&quot;scale&quot;:{&quot;x&quot;:1,&quot;y&quot;:1}},&quot;type&quot;:&quot;FIGURE_OBJECT&quot;,&quot;id&quot;:&quot;6d121814-e77e-412c-9c3d-f730c87bfa1e&quot;,&quot;opacity&quot;:1,&quot;path&quot;:{&quot;type&quot;:&quot;POLY_LINE&quot;,&quot;points&quot;:[{&quot;x&quot;:60.80508036954723,&quot;y&quot;:238.79333590948818},{&quot;x&quot;:133.5840253277787,&quot;y&quot;:126.6421872817310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7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65497fef-8395-42bc-9cf4-0f5dd3fda3f0&quot;,&quot;coordinates&quot;:{&quot;x&quot;:0.5,&quot;y&quot;:0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f7f03c6e-b51a-4eee-a1c2-b3f8d66fc3aa&quot;:{&quot;id&quot;:&quot;f7f03c6e-b51a-4eee-a1c2-b3f8d66fc3aa&quot;,&quot;type&quot;:&quot;FIGURE_OBJECT&quot;,&quot;relativeTransform&quot;:{&quot;translate&quot;:{&quot;x&quot;:356.2827172911692,&quot;y&quot;:264.086620402850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9]}],&quot;text&quot;:&quot;Thylakoids&quot;}],&quot;_lastCaretLocation&quot;:{&quot;lineIndex&quot;:0,&quot;runIndex&quot;:-1,&quot;charIndex&quot;:-1,&quot;endOfLine&quot;:true}},&quot;format&quot;:&quot;BETTER_TEXT&quot;,&quot;size&quot;:{&quot;x&quot;:178.57030426289023,&quot;y&quot;:48.58632561359445},&quot;targetSize&quot;:{&quot;x&quot;:178.57030426289023,&quot;y&quot;:48.58632561359445}},&quot;parent&quot;:{&quot;type&quot;:&quot;CHILD&quot;,&quot;parentId&quot;:&quot;198e0908-458c-44b3-9ebe-8e04eaea95be&quot;,&quot;order&quot;:&quot;975&quot;}},&quot;e0039711-c40e-460e-abc5-b57558a78502&quot;:{&quot;relativeTransform&quot;:{&quot;translate&quot;:{&quot;x&quot;:0,&quot;y&quot;:0},&quot;rotate&quot;:0,&quot;skewX&quot;:0,&quot;scale&quot;:{&quot;x&quot;:1,&quot;y&quot;:1}},&quot;type&quot;:&quot;FIGURE_OBJECT&quot;,&quot;id&quot;:&quot;e0039711-c40e-460e-abc5-b57558a78502&quot;,&quot;opacity&quot;:1,&quot;path&quot;:{&quot;type&quot;:&quot;POLY_LINE&quot;,&quot;points&quot;:[{&quot;x&quot;:356.2827172911692,&quot;y&quot;:239.7934575960536},{&quot;x&quot;:233.48862301777592,&quot;y&quot;:108.3780628231379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8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f7f03c6e-b51a-4eee-a1c2-b3f8d66fc3aa&quot;,&quot;coordinates&quot;:{&quot;x&quot;:0.5,&quot;y&quot;:0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8e5f848-dc87-4990-b0c2-384326c62a3a&quot;:{&quot;relativeTransform&quot;:{&quot;translate&quot;:{&quot;x&quot;:0,&quot;y&quot;:0},&quot;rotate&quot;:0,&quot;skewX&quot;:0,&quot;scale&quot;:{&quot;x&quot;:1,&quot;y&quot;:1}},&quot;type&quot;:&quot;FIGURE_OBJECT&quot;,&quot;id&quot;:&quot;08e5f848-dc87-4990-b0c2-384326c62a3a&quot;,&quot;opacity&quot;:1,&quot;path&quot;:{&quot;type&quot;:&quot;POLY_LINE&quot;,&quot;points&quot;:[{&quot;x&quot;:356.2827172911692,&quot;y&quot;:239.7934575960536},{&quot;x&quot;:236.60224819824487,&quot;y&quot;:85.323463689388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9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f7f03c6e-b51a-4eee-a1c2-b3f8d66fc3aa&quot;,&quot;coordinates&quot;:{&quot;x&quot;:0.5,&quot;y&quot;:0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700afb9-8a9d-4361-ae72-59c5c52a2eca&quot;:{&quot;relativeTransform&quot;:{&quot;translate&quot;:{&quot;x&quot;:0,&quot;y&quot;:0},&quot;rotate&quot;:0,&quot;skewX&quot;:0,&quot;scale&quot;:{&quot;x&quot;:1,&quot;y&quot;:1}},&quot;type&quot;:&quot;FIGURE_OBJECT&quot;,&quot;id&quot;:&quot;0700afb9-8a9d-4361-ae72-59c5c52a2eca&quot;,&quot;opacity&quot;:1,&quot;path&quot;:{&quot;type&quot;:&quot;POLY_LINE&quot;,&quot;points&quot;:[{&quot;x&quot;:356.2827172911692,&quot;y&quot;:239.7934575960536},{&quot;x&quot;:237.8062405149525,&quot;y&quot;:66.571025900245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95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f7f03c6e-b51a-4eee-a1c2-b3f8d66fc3aa&quot;,&quot;coordinates&quot;:{&quot;x&quot;:0.5,&quot;y&quot;:0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5de90b1-6e35-4435-ba79-520c1562e3b2&quot;:{&quot;id&quot;:&quot;05de90b1-6e35-4435-ba79-520c1562e3b2&quot;,&quot;type&quot;:&quot;FIGURE_OBJECT&quot;,&quot;relativeTransform&quot;:{&quot;translate&quot;:{&quot;x&quot;:-95.67881467260487,&quot;y&quot;:-268.1282809479523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5]}],&quot;text&quot;:&quot;Granum&quot;}],&quot;_lastCaretLocation&quot;:{&quot;lineIndex&quot;:0,&quot;runIndex&quot;:-1,&quot;charIndex&quot;:-1,&quot;endOfLine&quot;:true}},&quot;format&quot;:&quot;BETTER_TEXT&quot;,&quot;size&quot;:{&quot;x&quot;:129.6719512939453,&quot;y&quot;:44.09567583015722},&quot;targetSize&quot;:{&quot;x&quot;:126.23385563445437,&quot;y&quot;:44.09567583015722}},&quot;parent&quot;:{&quot;type&quot;:&quot;CHILD&quot;,&quot;parentId&quot;:&quot;198e0908-458c-44b3-9ebe-8e04eaea95be&quot;,&quot;order&quot;:&quot;996&quot;}},&quot;8ee976a6-17c6-4174-9f6b-0af00bbf49b1&quot;:{&quot;relativeTransform&quot;:{&quot;translate&quot;:{&quot;x&quot;:0,&quot;y&quot;:0},&quot;rotate&quot;:0,&quot;skewX&quot;:0,&quot;scale&quot;:{&quot;x&quot;:1,&quot;y&quot;:1}},&quot;type&quot;:&quot;FIGURE_OBJECT&quot;,&quot;id&quot;:&quot;8ee976a6-17c6-4174-9f6b-0af00bbf49b1&quot;,&quot;opacity&quot;:1,&quot;path&quot;:{&quot;type&quot;:&quot;POLY_LINE&quot;,&quot;points&quot;:[{&quot;x&quot;:-95.67881467260487,&quot;y&quot;:-246.08044303287375},{&quot;x&quot;:-188.7293718796363,&quot;y&quot;:-31.81210105492118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97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05de90b1-6e35-4435-ba79-520c1562e3b2&quot;,&quot;coordinates&quot;:{&quot;x&quot;:0.5,&quot;y&quot;:1}},&quot;connectedObjectAtLineEnd&quot;:{&quot;objectId&quot;:&quot;446c3aa3-8751-41f6-9fbc-78b52830551b&quot;,&quot;coordinates&quot;:{&quot;x&quot;:0.5,&quot;y&quot;:0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46c3aa3-8751-41f6-9fbc-78b52830551b&quot;:{&quot;type&quot;:&quot;FIGURE_OBJECT&quot;,&quot;id&quot;:&quot;446c3aa3-8751-41f6-9fbc-78b52830551b&quot;,&quot;relativeTransform&quot;:{&quot;translate&quot;:{&quot;x&quot;:-188.7293718796363,&quot;y&quot;:48.42182911659333},&quot;rotate&quot;:0},&quot;opacity&quot;:1,&quot;path&quot;:{&quot;type&quot;:&quot;RECT&quot;,&quot;size&quot;:{&quot;x&quot;:113.51663874354233,&quot;y&quot;:160.46786034302903},&quot;cornerRounding&quot;:{&quot;type&quot;:&quot;ARC_LENGTH&quot;,&quot;global&quot;:15.707963267948966}},&quot;pathStyles&quot;:[{&quot;type&quot;:&quot;FILL&quot;,&quot;fillStyle&quot;:&quot;rgba(0,0,0,0)&quot;},{&quot;type&quot;:&quot;STROKE&quot;,&quot;strokeStyle&quot;:&quot;rgba(192,56,48,1)&quot;,&quot;lineWidth&quot;:6,&quot;lineJoin&quot;:&quot;round&quot;}],&quot;isLocked&quot;:false,&quot;parent&quot;:{&quot;type&quot;:&quot;CHILD&quot;,&quot;parentId&quot;:&quot;198e0908-458c-44b3-9ebe-8e04eaea95be&quot;,&quot;order&quot;:&quot;998&quot;}},&quot;c06b0fdf-7432-4682-86ec-ccc609010578&quot;:{&quot;id&quot;:&quot;c06b0fdf-7432-4682-86ec-ccc609010578&quot;,&quot;type&quot;:&quot;FIGURE_OBJECT&quot;,&quot;relativeTransform&quot;:{&quot;translate&quot;:{&quot;x&quot;:242.61515430592578,&quot;y&quot;:-250.62770349678328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14]}],&quot;text&quot;:&quot;Thylakoid Space&quot;}],&quot;_lastCaretLocation&quot;:{&quot;lineIndex&quot;:0,&quot;runIndex&quot;:-1,&quot;charIndex&quot;:-1,&quot;endOfLine&quot;:true}},&quot;format&quot;:&quot;BETTER_TEXT&quot;,&quot;size&quot;:{&quot;x&quot;:270.9621032167911,&quot;y&quot;:36},&quot;targetSize&quot;:{&quot;x&quot;:270.9621032167911,&quot;y&quot;:36}},&quot;parent&quot;:{&quot;type&quot;:&quot;CHILD&quot;,&quot;parentId&quot;:&quot;198e0908-458c-44b3-9ebe-8e04eaea95be&quot;,&quot;order&quot;:&quot;9985&quot;}},&quot;7613f54b-c61f-449d-a4f1-ba06ebf303c5&quot;:{&quot;relativeTransform&quot;:{&quot;translate&quot;:{&quot;x&quot;:0,&quot;y&quot;:0},&quot;rotate&quot;:0,&quot;skewX&quot;:0,&quot;scale&quot;:{&quot;x&quot;:1,&quot;y&quot;:1}},&quot;type&quot;:&quot;FIGURE_OBJECT&quot;,&quot;id&quot;:&quot;7613f54b-c61f-449d-a4f1-ba06ebf303c5&quot;,&quot;opacity&quot;:1,&quot;path&quot;:{&quot;type&quot;:&quot;POLY_LINE&quot;,&quot;points&quot;:[{&quot;x&quot;:242.61515430592578,&quot;y&quot;:-232.62770349678328},{&quot;x&quot;:78.91952113747146,&quot;y&quot;:-10.263685688673519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99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c06b0fdf-7432-4682-86ec-ccc609010578&quot;,&quot;coordinates&quot;:{&quot;x&quot;:0.5,&quot;y&quot;:1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c14951f-35f3-408f-8132-da81ff562710&quot;:{&quot;id&quot;:&quot;ac14951f-35f3-408f-8132-da81ff562710&quot;,&quot;type&quot;:&quot;FIGURE_OBJECT&quot;,&quot;relativeTransform&quot;:{&quot;translate&quot;:{&quot;x&quot;:381.9829953178214,&quot;y&quot;:-138.8899880816301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36,&quot;color&quot;:&quot;black&quot;,&quot;fontWeight&quot;:&quot;normal&quot;,&quot;fontStyle&quot;:&quot;normal&quot;,&quot;decoration&quot;:&quot;none&quot;},&quot;range&quot;:[0,17]}],&quot;text&quot;:&quot;Thylakoid Membrane&quot;}],&quot;_lastCaretLocation&quot;:{&quot;lineIndex&quot;:0,&quot;runIndex&quot;:-1,&quot;charIndex&quot;:-1,&quot;endOfLine&quot;:true}},&quot;format&quot;:&quot;BETTER_TEXT&quot;,&quot;size&quot;:{&quot;x&quot;:171.68392944335938,&quot;y&quot;:72},&quot;targetSize&quot;:{&quot;x&quot;:126.23385563445437,&quot;y&quot;:44.09567583015722}},&quot;parent&quot;:{&quot;type&quot;:&quot;CHILD&quot;,&quot;parentId&quot;:&quot;198e0908-458c-44b3-9ebe-8e04eaea95be&quot;,&quot;order&quot;:&quot;9992&quot;}},&quot;5958000a-1000-4968-817b-03b25d13a7bc&quot;:{&quot;relativeTransform&quot;:{&quot;translate&quot;:{&quot;x&quot;:0,&quot;y&quot;:0},&quot;rotate&quot;:0,&quot;skewX&quot;:0,&quot;scale&quot;:{&quot;x&quot;:1,&quot;y&quot;:1}},&quot;type&quot;:&quot;FIGURE_OBJECT&quot;,&quot;id&quot;:&quot;5958000a-1000-4968-817b-03b25d13a7bc&quot;,&quot;opacity&quot;:1,&quot;path&quot;:{&quot;type&quot;:&quot;POLY_LINE&quot;,&quot;points&quot;:[{&quot;x&quot;:381.9829953178214,&quot;y&quot;:-102.88998808163012},{&quot;x&quot;:105.47010873324362,&quot;y&quot;:-10.44025150598658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198e0908-458c-44b3-9ebe-8e04eaea95be&quot;,&quot;order&quot;:&quot;9995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ac14951f-35f3-408f-8132-da81ff562710&quot;,&quot;coordinates&quot;:{&quot;x&quot;:0.5,&quot;y&quot;:1}}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}}"/>
  <p:tag name="TRANSPARENTBACKGROUND" val="true"/>
  <p:tag name="VERSION" val="1772052780262"/>
  <p:tag name="TITLE" val="Untitled"/>
  <p:tag name="CREATORNAME" val="Stephanie"/>
  <p:tag name="DATEINSERTED" val="177205280307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43E3C1-40A6-42B1-8C1A-E2C6EE425D55}">
  <we:reference id="wa200006038" version="1.0.0.5" store="en-US" storeType="OMEX"/>
  <we:alternateReferences>
    <we:reference id="WA200006038" version="1.0.0.5" store="" storeType="OMEX"/>
  </we:alternateReferences>
  <we:properties>
    <we:property name="pptx_export_from_biorender" value="false"/>
    <we:property name="has-user-completed-add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2449</TotalTime>
  <Words>718</Words>
  <Application>Microsoft Office PowerPoint</Application>
  <PresentationFormat>On-screen Show (4:3)</PresentationFormat>
  <Paragraphs>158</Paragraphs>
  <Slides>27</Slides>
  <Notes>21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Century Gothic</vt:lpstr>
      <vt:lpstr>Wingdings</vt:lpstr>
      <vt:lpstr>Wingdings 2</vt:lpstr>
      <vt:lpstr>Austin</vt:lpstr>
      <vt:lpstr>Reminders from Dr. Dawson:</vt:lpstr>
      <vt:lpstr>Photosynthesis</vt:lpstr>
      <vt:lpstr>PowerPoint Presentation</vt:lpstr>
      <vt:lpstr>Photosynthesis Equation</vt:lpstr>
      <vt:lpstr>Photosynthesis Equation</vt:lpstr>
      <vt:lpstr>PowerPoint Presentation</vt:lpstr>
      <vt:lpstr>Chloroplast Structure</vt:lpstr>
      <vt:lpstr>PowerPoint Presentation</vt:lpstr>
      <vt:lpstr>Chlorophyll excitation</vt:lpstr>
      <vt:lpstr>Two stages of Photosynthesis</vt:lpstr>
      <vt:lpstr>Light Reaction (the photo part)</vt:lpstr>
      <vt:lpstr>PowerPoint Presentation</vt:lpstr>
      <vt:lpstr>Chlorophyll Photosystems</vt:lpstr>
      <vt:lpstr>PowerPoint Presentation</vt:lpstr>
      <vt:lpstr>Two Photosystems</vt:lpstr>
      <vt:lpstr>Linear Electron Flow</vt:lpstr>
      <vt:lpstr>Putting it all together:</vt:lpstr>
      <vt:lpstr>PowerPoint Presentation</vt:lpstr>
      <vt:lpstr>Calvin Cycle</vt:lpstr>
      <vt:lpstr>Calvin Cycle</vt:lpstr>
      <vt:lpstr>Calvin Cycle (the synthesis part)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Photosynthesis Summary</vt:lpstr>
    </vt:vector>
  </TitlesOfParts>
  <Company>University of Central Florida - College of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Photosynthesis</dc:title>
  <dc:creator>Michele Yeargain</dc:creator>
  <cp:lastModifiedBy>Tiffany Dawson</cp:lastModifiedBy>
  <cp:revision>80</cp:revision>
  <dcterms:created xsi:type="dcterms:W3CDTF">2017-02-21T12:25:26Z</dcterms:created>
  <dcterms:modified xsi:type="dcterms:W3CDTF">2026-02-26T16:56:23Z</dcterms:modified>
</cp:coreProperties>
</file>