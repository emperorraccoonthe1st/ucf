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lvl1pPr marL="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1pPr>
    <a:lvl2pPr marL="4572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2pPr>
    <a:lvl3pPr marL="9144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3pPr>
    <a:lvl4pPr marL="13716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4pPr>
    <a:lvl5pPr marL="18288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5pPr>
    <a:lvl6pPr marL="22860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6pPr>
    <a:lvl7pPr marL="27432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7pPr>
    <a:lvl8pPr marL="32004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8pPr>
    <a:lvl9pPr marL="3657600" marR="0" indent="0" algn="l" defTabSz="449580">
      <a:lnSpc>
        <a:spcPct val="100000"/>
      </a:lnSpc>
      <a:spcBef>
        <a:spcPts val="0"/>
      </a:spcBef>
      <a:spcAft>
        <a:spcPts val="0"/>
      </a:spcAft>
      <a:buNone/>
      <a:defRPr sz="1800" b="0" i="0" u="none" strike="noStrike" cap="none" spc="0">
        <a:solidFill>
          <a:schemeClr val="tx1"/>
        </a:solidFill>
        <a:latin typeface="Calibri"/>
        <a:ea typeface="SimSun"/>
        <a:cs typeface="Times New Roman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755" cy="7175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9392C52-23D8-3F9F-1862-7BE849A4F7F7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CDAAC4-9FE3-C3B2-7D22-94547BFDB3E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F3BF75-8A8C-7116-0CBD-664E538C9303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670785-3DE6-DFF5-7FB7-AA0E1AC9B13C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F87A229-B9A4-0E40-8421-BAED083AA304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B63726-04F1-E301-224D-BDD62DCFEB6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4C119C1-B4BA-3233-3BC0-BD9A539B4B39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DB44B6-DBDE-1162-F779-95677E47A943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E86447-6619-6131-FC29-B4884CC6385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728567" name="SlideTitle1"/>
          <p:cNvSpPr>
            <a:spLocks noGrp="1" noChangeArrowheads="1"/>
          </p:cNvSpPr>
          <p:nvPr>
            <p:ph type="ctrTitle"/>
          </p:nvPr>
        </p:nvSpPr>
        <p:spPr bwMode="auto">
          <a:xfrm>
            <a:off x="914400" y="2129790"/>
            <a:ext cx="10363200" cy="1470660"/>
          </a:xfrm>
        </p:spPr>
        <p:txBody>
          <a:bodyPr/>
          <a:lstStyle>
            <a:lvl1pPr algn="ctr"/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127604403" name="SlideSubtitle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>
              <a:defRPr/>
            </a:pPr>
            <a:r>
              <a:t>Click to edit Master subtitle style</a:t>
            </a:r>
          </a:p>
        </p:txBody>
      </p:sp>
      <p:sp>
        <p:nvSpPr>
          <p:cNvPr id="1179926220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A640-0ED2-9850-9C75-F805E83B6AAD}" type="datetime1">
              <a:rPr lang="en-US"/>
              <a:t>8/18/2026</a:t>
            </a:fld>
            <a:endParaRPr/>
          </a:p>
        </p:txBody>
      </p:sp>
      <p:sp>
        <p:nvSpPr>
          <p:cNvPr id="91357965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5836307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B444-0AD2-9842-9C75-FC17FA3B6AA9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29211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548014616" name="SlideText1"/>
          <p:cNvSpPr>
            <a:spLocks noGrp="1" noChangeArrowheads="1"/>
          </p:cNvSpPr>
          <p:nvPr>
            <p:ph idx="1"/>
          </p:nvPr>
        </p:nvSpPr>
        <p:spPr bwMode="auto"/>
        <p:txBody>
          <a:bodyPr/>
          <a:lstStyle>
            <a:lvl1pPr>
              <a:buClr>
                <a:schemeClr val="hlink"/>
              </a:buClr>
              <a:buFont typeface="Wingdings"/>
              <a:buChar char=""/>
            </a:lvl1pPr>
            <a:lvl3pPr>
              <a:buFont typeface="Wingdings"/>
            </a:lvl3pPr>
            <a:lvl5pPr>
              <a:buFont typeface="Wingdings"/>
            </a:lvl5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644376574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8DBB-F5D2-987B-9C75-032EC33B6A56}" type="datetime1">
              <a:rPr lang="en-US"/>
              <a:t>8/18/2026</a:t>
            </a:fld>
            <a:endParaRPr/>
          </a:p>
        </p:txBody>
      </p:sp>
      <p:sp>
        <p:nvSpPr>
          <p:cNvPr id="988915070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3005829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82D8-96D2-9874-9C75-6021CC3B6A35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415727" name="SlideTitle1"/>
          <p:cNvSpPr>
            <a:spLocks noGrp="1" noChangeArrowheads="1"/>
          </p:cNvSpPr>
          <p:nvPr>
            <p:ph type="title"/>
          </p:nvPr>
        </p:nvSpPr>
        <p:spPr bwMode="auto">
          <a:xfrm>
            <a:off x="963295" y="4406900"/>
            <a:ext cx="10363200" cy="1362075"/>
          </a:xfrm>
        </p:spPr>
        <p:txBody>
          <a:bodyPr vert="horz" wrap="square" lIns="91440" tIns="45720" rIns="91440" bIns="45720" numCol="1" spcCol="215899" anchor="t">
            <a:prstTxWarp prst="textNoShape">
              <a:avLst/>
            </a:prstTxWarp>
          </a:bodyPr>
          <a:lstStyle>
            <a:lvl1pPr algn="l">
              <a:defRPr sz="4000" b="1" cap="all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858669230" name="SlideText1"/>
          <p:cNvSpPr>
            <a:spLocks noGrp="1" noChangeArrowheads="1"/>
          </p:cNvSpPr>
          <p:nvPr>
            <p:ph idx="1"/>
          </p:nvPr>
        </p:nvSpPr>
        <p:spPr bwMode="auto">
          <a:xfrm>
            <a:off x="963295" y="2906395"/>
            <a:ext cx="10363200" cy="1500504"/>
          </a:xfrm>
        </p:spPr>
        <p:txBody>
          <a:bodyPr vert="horz" wrap="square" lIns="91440" tIns="45720" rIns="91440" bIns="45720" numCol="1" spcCol="215899" anchor="b">
            <a:prstTxWarp prst="textNoShape">
              <a:avLst/>
            </a:prstTxWarp>
          </a:bodyPr>
          <a:lstStyle>
            <a:lvl1pPr marL="0" indent="0">
              <a:buNone/>
              <a:defRPr sz="2000" cap="none"/>
            </a:lvl1pPr>
            <a:lvl2pPr marL="457200" indent="0">
              <a:buNone/>
              <a:defRPr sz="1800" cap="none"/>
            </a:lvl2pPr>
            <a:lvl3pPr marL="914400" indent="0">
              <a:buNone/>
              <a:defRPr sz="1600" cap="none"/>
            </a:lvl3pPr>
            <a:lvl4pPr marL="1371600" indent="0">
              <a:buNone/>
              <a:defRPr sz="1400" cap="none"/>
            </a:lvl4pPr>
            <a:lvl5pPr marL="1828800" indent="0">
              <a:buNone/>
              <a:defRPr sz="1400" cap="none"/>
            </a:lvl5pPr>
            <a:lvl6pPr marL="2286000" indent="0">
              <a:buNone/>
              <a:defRPr sz="1400" cap="none"/>
            </a:lvl6pPr>
            <a:lvl7pPr marL="2743200" indent="0">
              <a:buNone/>
              <a:defRPr sz="1400" cap="none"/>
            </a:lvl7pPr>
            <a:lvl8pPr marL="3200400" indent="0">
              <a:buNone/>
              <a:defRPr sz="1400" cap="none"/>
            </a:lvl8pPr>
            <a:lvl9pPr marL="3657600" indent="0">
              <a:buNone/>
              <a:defRPr sz="1400" cap="none"/>
            </a:lvl9pPr>
          </a:lstStyle>
          <a:p>
            <a:pPr>
              <a:defRPr/>
            </a:pPr>
            <a:r>
              <a:t>Click to edit Master text styles</a:t>
            </a:r>
          </a:p>
        </p:txBody>
      </p:sp>
      <p:sp>
        <p:nvSpPr>
          <p:cNvPr id="788361559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A5AF-E1D2-9853-9C75-1706EB3B6A42}" type="datetime1">
              <a:rPr lang="en-US"/>
              <a:t>8/18/2026</a:t>
            </a:fld>
            <a:endParaRPr/>
          </a:p>
        </p:txBody>
      </p:sp>
      <p:sp>
        <p:nvSpPr>
          <p:cNvPr id="1343421631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915179279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8439-77D2-9872-9C75-8127CA3B6AD4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ColTx" userDrawn="1">
  <p:cSld name="Title and two conten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9128309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086995587" name="SlideText2"/>
          <p:cNvSpPr>
            <a:spLocks noGrp="1" noChangeArrowheads="1"/>
          </p:cNvSpPr>
          <p:nvPr>
            <p:ph idx="1"/>
          </p:nvPr>
        </p:nvSpPr>
        <p:spPr bwMode="auto">
          <a:xfrm>
            <a:off x="609600" y="1600200"/>
            <a:ext cx="5384800" cy="4526280"/>
          </a:xfrm>
        </p:spPr>
        <p:txBody>
          <a:bodyPr/>
          <a:lstStyle>
            <a:lvl1pPr>
              <a:buClr>
                <a:schemeClr val="hlink"/>
              </a:buClr>
              <a:buFont typeface="Wingdings"/>
              <a:buChar char=""/>
              <a:defRPr sz="2800" cap="none"/>
            </a:lvl1pPr>
            <a:lvl2pPr>
              <a:defRPr sz="2400" cap="none"/>
            </a:lvl2pPr>
            <a:lvl3pPr>
              <a:buClr>
                <a:schemeClr val="hlink"/>
              </a:buClr>
              <a:buFont typeface="Wingdings"/>
              <a:buChar char=""/>
              <a:defRPr sz="2000" cap="none"/>
            </a:lvl3pPr>
            <a:lvl4pPr>
              <a:defRPr sz="1800" cap="none"/>
            </a:lvl4pPr>
            <a:lvl5pPr>
              <a:buClr>
                <a:schemeClr val="hlink"/>
              </a:buClr>
              <a:buFont typeface="Wingdings"/>
              <a:buChar char=""/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782311650" name="SlideText1"/>
          <p:cNvSpPr>
            <a:spLocks noGrp="1" noChangeArrowheads="1"/>
          </p:cNvSpPr>
          <p:nvPr>
            <p:ph idx="2"/>
          </p:nvPr>
        </p:nvSpPr>
        <p:spPr bwMode="auto">
          <a:xfrm>
            <a:off x="6197600" y="1600200"/>
            <a:ext cx="5384800" cy="4526280"/>
          </a:xfrm>
        </p:spPr>
        <p:txBody>
          <a:bodyPr/>
          <a:lstStyle>
            <a:lvl1pPr>
              <a:buClr>
                <a:schemeClr val="hlink"/>
              </a:buClr>
              <a:buFont typeface="Wingdings"/>
              <a:buChar char=""/>
              <a:defRPr sz="2800" cap="none"/>
            </a:lvl1pPr>
            <a:lvl2pPr>
              <a:defRPr sz="2400" cap="none"/>
            </a:lvl2pPr>
            <a:lvl3pPr>
              <a:buClr>
                <a:schemeClr val="hlink"/>
              </a:buClr>
              <a:buFont typeface="Wingdings"/>
              <a:buChar char=""/>
              <a:defRPr sz="2000" cap="none"/>
            </a:lvl3pPr>
            <a:lvl4pPr>
              <a:defRPr sz="1800" cap="none"/>
            </a:lvl4pPr>
            <a:lvl5pPr>
              <a:buClr>
                <a:schemeClr val="hlink"/>
              </a:buClr>
              <a:buFont typeface="Wingdings"/>
              <a:buChar char=""/>
              <a:defRPr sz="1800" cap="none"/>
            </a:lvl5pPr>
            <a:lvl6pPr>
              <a:defRPr sz="1800" cap="none"/>
            </a:lvl6pPr>
            <a:lvl7pPr>
              <a:defRPr sz="1800" cap="none"/>
            </a:lvl7pPr>
            <a:lvl8pPr>
              <a:defRPr sz="1800" cap="none"/>
            </a:lvl8pPr>
            <a:lvl9pPr>
              <a:defRPr sz="1800" cap="none"/>
            </a:lvl9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1965134367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F33F-71D2-9805-9C75-8750BD3B6AD2}" type="datetime1">
              <a:rPr lang="en-US"/>
              <a:t>8/18/2026</a:t>
            </a:fld>
            <a:endParaRPr/>
          </a:p>
        </p:txBody>
      </p:sp>
      <p:sp>
        <p:nvSpPr>
          <p:cNvPr id="325457739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237544530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F797-D9D2-9801-9C75-2F54B93B6A7A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177207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14181877" name="SlideText3"/>
          <p:cNvSpPr>
            <a:spLocks noGrp="1" noChangeArrowheads="1"/>
          </p:cNvSpPr>
          <p:nvPr>
            <p:ph idx="1"/>
          </p:nvPr>
        </p:nvSpPr>
        <p:spPr bwMode="auto">
          <a:xfrm>
            <a:off x="609600" y="1534795"/>
            <a:ext cx="5386070" cy="640080"/>
          </a:xfrm>
        </p:spPr>
        <p:txBody>
          <a:bodyPr vert="horz" wrap="square" lIns="91440" tIns="45720" rIns="91440" bIns="45720" numCol="1" spcCol="215899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t>Click to edit Master text styles</a:t>
            </a:r>
          </a:p>
        </p:txBody>
      </p:sp>
      <p:sp>
        <p:nvSpPr>
          <p:cNvPr id="144924563" name="SlideText1"/>
          <p:cNvSpPr>
            <a:spLocks noGrp="1" noChangeArrowheads="1"/>
          </p:cNvSpPr>
          <p:nvPr>
            <p:ph idx="2"/>
          </p:nvPr>
        </p:nvSpPr>
        <p:spPr bwMode="auto">
          <a:xfrm>
            <a:off x="609600" y="2174875"/>
            <a:ext cx="5386070" cy="3951605"/>
          </a:xfrm>
        </p:spPr>
        <p:txBody>
          <a:bodyPr/>
          <a:lstStyle>
            <a:lvl1pPr>
              <a:buClr>
                <a:schemeClr val="hlink"/>
              </a:buClr>
              <a:buFont typeface="Wingdings"/>
              <a:buChar char=""/>
              <a:defRPr sz="2400" cap="none"/>
            </a:lvl1pPr>
            <a:lvl2pPr>
              <a:defRPr sz="2000" cap="none"/>
            </a:lvl2pPr>
            <a:lvl3pPr>
              <a:buClr>
                <a:schemeClr val="hlink"/>
              </a:buClr>
              <a:buFont typeface="Wingdings"/>
              <a:buChar char=""/>
              <a:defRPr sz="1800" cap="none"/>
            </a:lvl3pPr>
            <a:lvl4pPr>
              <a:defRPr sz="1600" cap="none"/>
            </a:lvl4pPr>
            <a:lvl5pPr>
              <a:buClr>
                <a:schemeClr val="hlink"/>
              </a:buClr>
              <a:buFont typeface="Wingdings"/>
              <a:buChar char=""/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861817370" name="SlideText2"/>
          <p:cNvSpPr>
            <a:spLocks noGrp="1" noChangeArrowheads="1"/>
          </p:cNvSpPr>
          <p:nvPr>
            <p:ph idx="3"/>
          </p:nvPr>
        </p:nvSpPr>
        <p:spPr bwMode="auto">
          <a:xfrm>
            <a:off x="6195695" y="1534795"/>
            <a:ext cx="5386705" cy="640080"/>
          </a:xfrm>
        </p:spPr>
        <p:txBody>
          <a:bodyPr vert="horz" wrap="square" lIns="91440" tIns="45720" rIns="91440" bIns="45720" numCol="1" spcCol="215899" anchor="b">
            <a:prstTxWarp prst="textNoShape">
              <a:avLst/>
            </a:prstTxWarp>
          </a:bodyPr>
          <a:lstStyle>
            <a:lvl1pPr marL="0" indent="0">
              <a:buNone/>
              <a:defRPr sz="2400" b="1" cap="none"/>
            </a:lvl1pPr>
            <a:lvl2pPr marL="457200" indent="0">
              <a:buNone/>
              <a:defRPr sz="2000" b="1" cap="none"/>
            </a:lvl2pPr>
            <a:lvl3pPr marL="914400" indent="0">
              <a:buNone/>
              <a:defRPr sz="1800" b="1" cap="none"/>
            </a:lvl3pPr>
            <a:lvl4pPr marL="1371600" indent="0">
              <a:buNone/>
              <a:defRPr sz="1600" b="1" cap="none"/>
            </a:lvl4pPr>
            <a:lvl5pPr marL="1828800" indent="0">
              <a:buNone/>
              <a:defRPr sz="1600" b="1" cap="none"/>
            </a:lvl5pPr>
            <a:lvl6pPr marL="2286000" indent="0">
              <a:buNone/>
              <a:defRPr sz="1600" b="1" cap="none"/>
            </a:lvl6pPr>
            <a:lvl7pPr marL="2743200" indent="0">
              <a:buNone/>
              <a:defRPr sz="1600" b="1" cap="none"/>
            </a:lvl7pPr>
            <a:lvl8pPr marL="3200400" indent="0">
              <a:buNone/>
              <a:defRPr sz="1600" b="1" cap="none"/>
            </a:lvl8pPr>
            <a:lvl9pPr marL="3657600" indent="0">
              <a:buNone/>
              <a:defRPr sz="1600" b="1" cap="none"/>
            </a:lvl9pPr>
          </a:lstStyle>
          <a:p>
            <a:pPr>
              <a:defRPr/>
            </a:pPr>
            <a:r>
              <a:t>Click to edit Master text styles</a:t>
            </a:r>
          </a:p>
        </p:txBody>
      </p:sp>
      <p:sp>
        <p:nvSpPr>
          <p:cNvPr id="432362043" name="SlideText4"/>
          <p:cNvSpPr>
            <a:spLocks noGrp="1" noChangeArrowheads="1"/>
          </p:cNvSpPr>
          <p:nvPr>
            <p:ph idx="4"/>
          </p:nvPr>
        </p:nvSpPr>
        <p:spPr bwMode="auto">
          <a:xfrm>
            <a:off x="6195695" y="2174875"/>
            <a:ext cx="5386705" cy="3951605"/>
          </a:xfrm>
        </p:spPr>
        <p:txBody>
          <a:bodyPr/>
          <a:lstStyle>
            <a:lvl1pPr>
              <a:buClr>
                <a:schemeClr val="hlink"/>
              </a:buClr>
              <a:buFont typeface="Wingdings"/>
              <a:buChar char=""/>
              <a:defRPr sz="2400" cap="none"/>
            </a:lvl1pPr>
            <a:lvl2pPr>
              <a:defRPr sz="2000" cap="none"/>
            </a:lvl2pPr>
            <a:lvl3pPr>
              <a:buClr>
                <a:schemeClr val="hlink"/>
              </a:buClr>
              <a:buFont typeface="Wingdings"/>
              <a:buChar char=""/>
              <a:defRPr sz="1800" cap="none"/>
            </a:lvl3pPr>
            <a:lvl4pPr>
              <a:defRPr sz="1600" cap="none"/>
            </a:lvl4pPr>
            <a:lvl5pPr>
              <a:buClr>
                <a:schemeClr val="hlink"/>
              </a:buClr>
              <a:buFont typeface="Wingdings"/>
              <a:buChar char=""/>
              <a:defRPr sz="1600" cap="none"/>
            </a:lvl5pPr>
            <a:lvl6pPr>
              <a:defRPr sz="1600" cap="none"/>
            </a:lvl6pPr>
            <a:lvl7pPr>
              <a:defRPr sz="1600" cap="none"/>
            </a:lvl7pPr>
            <a:lvl8pPr>
              <a:defRPr sz="1600" cap="none"/>
            </a:lvl8pPr>
            <a:lvl9pPr>
              <a:defRPr sz="1600" cap="none"/>
            </a:lvl9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609831980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8E04-4AD2-9878-9C75-BC2DC03B6AE9}" type="datetime1">
              <a:rPr lang="en-US"/>
              <a:t>8/18/2026</a:t>
            </a:fld>
            <a:endParaRPr/>
          </a:p>
        </p:txBody>
      </p:sp>
      <p:sp>
        <p:nvSpPr>
          <p:cNvPr id="1166053128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789776353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D14C-02D2-9827-9C75-F4729F3B6AA1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541659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301294825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EC77-39D2-981A-9C75-CF4FA23B6A9A}" type="datetime1">
              <a:rPr lang="en-US"/>
              <a:t>8/18/2026</a:t>
            </a:fld>
            <a:endParaRPr/>
          </a:p>
        </p:txBody>
      </p:sp>
      <p:sp>
        <p:nvSpPr>
          <p:cNvPr id="784644001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1300706885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9BD8-96D2-986D-9C75-6038D53B6A35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5566866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8990-DED2-987F-9C75-282AC73B6A7D}" type="datetime1">
              <a:rPr lang="en-US"/>
              <a:t>8/18/2026</a:t>
            </a:fld>
            <a:endParaRPr/>
          </a:p>
        </p:txBody>
      </p:sp>
      <p:sp>
        <p:nvSpPr>
          <p:cNvPr id="1344663832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699661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968C-C2D2-9860-9C75-3435D83B6A61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6433410" name="SlideTitle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3050"/>
            <a:ext cx="4011295" cy="1162050"/>
          </a:xfrm>
        </p:spPr>
        <p:txBody>
          <a:bodyPr vert="horz" wrap="square" lIns="91440" tIns="45720" rIns="91440" bIns="45720" numCol="1" spcCol="215899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71932969" name="SlideText2"/>
          <p:cNvSpPr>
            <a:spLocks noGrp="1" noChangeArrowheads="1"/>
          </p:cNvSpPr>
          <p:nvPr>
            <p:ph idx="1"/>
          </p:nvPr>
        </p:nvSpPr>
        <p:spPr bwMode="auto">
          <a:xfrm>
            <a:off x="4766310" y="273050"/>
            <a:ext cx="6816090" cy="5853430"/>
          </a:xfrm>
        </p:spPr>
        <p:txBody>
          <a:bodyPr/>
          <a:lstStyle>
            <a:lvl1pPr>
              <a:buClr>
                <a:schemeClr val="hlink"/>
              </a:buClr>
              <a:buFont typeface="Wingdings"/>
              <a:buChar char=""/>
              <a:defRPr sz="3200" cap="none"/>
            </a:lvl1pPr>
            <a:lvl2pPr>
              <a:defRPr sz="2800" cap="none"/>
            </a:lvl2pPr>
            <a:lvl3pPr>
              <a:buClr>
                <a:schemeClr val="hlink"/>
              </a:buClr>
              <a:buFont typeface="Wingdings"/>
              <a:buChar char=""/>
              <a:defRPr sz="2400" cap="none"/>
            </a:lvl3pPr>
            <a:lvl4pPr>
              <a:defRPr sz="2000" cap="none"/>
            </a:lvl4pPr>
            <a:lvl5pPr>
              <a:buClr>
                <a:schemeClr val="hlink"/>
              </a:buClr>
              <a:buFont typeface="Wingdings"/>
              <a:buChar char=""/>
              <a:defRPr sz="2000" cap="none"/>
            </a:lvl5pPr>
            <a:lvl6pPr>
              <a:defRPr sz="2000" cap="none"/>
            </a:lvl6pPr>
            <a:lvl7pPr>
              <a:defRPr sz="2000" cap="none"/>
            </a:lvl7pPr>
            <a:lvl8pPr>
              <a:defRPr sz="2000" cap="none"/>
            </a:lvl8pPr>
            <a:lvl9pPr>
              <a:defRPr sz="2000" cap="none"/>
            </a:lvl9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1608411851" name="SlideText1"/>
          <p:cNvSpPr>
            <a:spLocks noGrp="1" noChangeArrowheads="1"/>
          </p:cNvSpPr>
          <p:nvPr>
            <p:ph idx="2"/>
          </p:nvPr>
        </p:nvSpPr>
        <p:spPr bwMode="auto">
          <a:xfrm>
            <a:off x="609600" y="1435100"/>
            <a:ext cx="4011295" cy="46913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>
              <a:defRPr/>
            </a:pPr>
            <a:r>
              <a:t>Click to edit Master text styles</a:t>
            </a:r>
          </a:p>
        </p:txBody>
      </p:sp>
      <p:sp>
        <p:nvSpPr>
          <p:cNvPr id="727493680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FCC1-8FD2-980A-9C75-795FB23B6A2C}" type="datetime1">
              <a:rPr lang="en-US"/>
              <a:t>8/18/2026</a:t>
            </a:fld>
            <a:endParaRPr/>
          </a:p>
        </p:txBody>
      </p:sp>
      <p:sp>
        <p:nvSpPr>
          <p:cNvPr id="1559456296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470854729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D6AF-E1D2-9820-9C75-1775983B6A42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9589913" name="SlideTitle1"/>
          <p:cNvSpPr>
            <a:spLocks noGrp="1" noChangeArrowheads="1"/>
          </p:cNvSpPr>
          <p:nvPr>
            <p:ph type="title"/>
          </p:nvPr>
        </p:nvSpPr>
        <p:spPr bwMode="auto">
          <a:xfrm>
            <a:off x="2388870" y="4800600"/>
            <a:ext cx="7315200" cy="566420"/>
          </a:xfrm>
        </p:spPr>
        <p:txBody>
          <a:bodyPr vert="horz" wrap="square" lIns="91440" tIns="45720" rIns="91440" bIns="45720" numCol="1" spcCol="215899" anchor="b">
            <a:prstTxWarp prst="textNoShape">
              <a:avLst/>
            </a:prstTxWarp>
          </a:bodyPr>
          <a:lstStyle>
            <a:lvl1pPr algn="l">
              <a:defRPr sz="2000" b="1" cap="none"/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600948489" name="SlideText2"/>
          <p:cNvSpPr>
            <a:spLocks noGrp="1" noChangeArrowheads="1"/>
          </p:cNvSpPr>
          <p:nvPr>
            <p:ph idx="1"/>
          </p:nvPr>
        </p:nvSpPr>
        <p:spPr bwMode="auto">
          <a:xfrm>
            <a:off x="2388870" y="613410"/>
            <a:ext cx="7315200" cy="4114800"/>
          </a:xfrm>
        </p:spPr>
        <p:txBody>
          <a:bodyPr/>
          <a:lstStyle>
            <a:lvl1pPr marL="0" indent="0">
              <a:buNone/>
              <a:defRPr sz="3200" cap="none"/>
            </a:lvl1pPr>
            <a:lvl2pPr marL="457200" indent="0">
              <a:buNone/>
              <a:defRPr sz="2800" cap="none"/>
            </a:lvl2pPr>
            <a:lvl3pPr marL="914400" indent="0">
              <a:buNone/>
              <a:defRPr sz="2400" cap="none"/>
            </a:lvl3pPr>
            <a:lvl4pPr marL="1371600" indent="0">
              <a:buNone/>
              <a:defRPr sz="2000" cap="none"/>
            </a:lvl4pPr>
            <a:lvl5pPr marL="1828800" indent="0">
              <a:buNone/>
              <a:defRPr sz="2000" cap="none"/>
            </a:lvl5pPr>
            <a:lvl6pPr marL="2286000" indent="0">
              <a:buNone/>
              <a:defRPr sz="2000" cap="none"/>
            </a:lvl6pPr>
            <a:lvl7pPr marL="2743200" indent="0">
              <a:buNone/>
              <a:defRPr sz="2000" cap="none"/>
            </a:lvl7pPr>
            <a:lvl8pPr marL="3200400" indent="0">
              <a:buNone/>
              <a:defRPr sz="2000" cap="none"/>
            </a:lvl8pPr>
            <a:lvl9pPr marL="3657600" indent="0">
              <a:buNone/>
              <a:defRPr sz="2000" cap="none"/>
            </a:lvl9pPr>
          </a:lstStyle>
          <a:p>
            <a:pPr>
              <a:defRPr/>
            </a:pPr>
            <a:r>
              <a:t>Click to edit Master text styles</a:t>
            </a:r>
          </a:p>
        </p:txBody>
      </p:sp>
      <p:sp>
        <p:nvSpPr>
          <p:cNvPr id="1996381139" name="SlideText1"/>
          <p:cNvSpPr>
            <a:spLocks noGrp="1" noChangeArrowheads="1"/>
          </p:cNvSpPr>
          <p:nvPr>
            <p:ph idx="2"/>
          </p:nvPr>
        </p:nvSpPr>
        <p:spPr bwMode="auto">
          <a:xfrm>
            <a:off x="2388870" y="5367020"/>
            <a:ext cx="7315200" cy="805180"/>
          </a:xfrm>
        </p:spPr>
        <p:txBody>
          <a:bodyPr/>
          <a:lstStyle>
            <a:lvl1pPr marL="0" indent="0">
              <a:buNone/>
              <a:defRPr sz="1400" cap="none"/>
            </a:lvl1pPr>
            <a:lvl2pPr marL="457200" indent="0">
              <a:buNone/>
              <a:defRPr sz="1200" cap="none"/>
            </a:lvl2pPr>
            <a:lvl3pPr marL="914400" indent="0">
              <a:buNone/>
              <a:defRPr sz="1000" cap="none"/>
            </a:lvl3pPr>
            <a:lvl4pPr marL="1371600" indent="0">
              <a:buNone/>
              <a:defRPr sz="900" cap="none"/>
            </a:lvl4pPr>
            <a:lvl5pPr marL="1828800" indent="0">
              <a:buNone/>
              <a:defRPr sz="900" cap="none"/>
            </a:lvl5pPr>
            <a:lvl6pPr marL="2286000" indent="0">
              <a:buNone/>
              <a:defRPr sz="900" cap="none"/>
            </a:lvl6pPr>
            <a:lvl7pPr marL="2743200" indent="0">
              <a:buNone/>
              <a:defRPr sz="900" cap="none"/>
            </a:lvl7pPr>
            <a:lvl8pPr marL="3200400" indent="0">
              <a:buNone/>
              <a:defRPr sz="900" cap="none"/>
            </a:lvl8pPr>
            <a:lvl9pPr marL="3657600" indent="0">
              <a:buNone/>
              <a:defRPr sz="900" cap="none"/>
            </a:lvl9pPr>
          </a:lstStyle>
          <a:p>
            <a:pPr>
              <a:defRPr/>
            </a:pPr>
            <a:r>
              <a:t>Click to edit Master text styles</a:t>
            </a:r>
          </a:p>
        </p:txBody>
      </p:sp>
      <p:sp>
        <p:nvSpPr>
          <p:cNvPr id="454532174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AD57-19D2-985B-9C75-EF0EE33B6ABA}" type="datetime1">
              <a:rPr lang="en-US"/>
              <a:t>8/18/2026</a:t>
            </a:fld>
            <a:endParaRPr/>
          </a:p>
        </p:txBody>
      </p:sp>
      <p:sp>
        <p:nvSpPr>
          <p:cNvPr id="1750690634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1391755050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8A44-0AD2-987C-9C75-FC29C43B6AA9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6837957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738685022" name="SlideText1"/>
          <p:cNvSpPr>
            <a:spLocks noGrp="1" noChangeArrowheads="1"/>
          </p:cNvSpPr>
          <p:nvPr>
            <p:ph idx="1"/>
          </p:nvPr>
        </p:nvSpPr>
        <p:spPr bwMode="auto"/>
        <p:txBody>
          <a:bodyPr vert="vert" wrap="square" lIns="91440" tIns="45720" rIns="91440" bIns="45720" numCol="1" spcCol="215899" anchor="t">
            <a:prstTxWarp prst="textNoShape">
              <a:avLst/>
            </a:prstTxWarp>
          </a:bodyPr>
          <a:lstStyle>
            <a:lvl1pPr>
              <a:buClr>
                <a:schemeClr val="hlink"/>
              </a:buClr>
              <a:buFont typeface="Wingdings"/>
              <a:buChar char=""/>
            </a:lvl1pPr>
            <a:lvl3pPr>
              <a:buFont typeface="Wingdings"/>
            </a:lvl3pPr>
            <a:lvl5pPr>
              <a:buFont typeface="Wingdings"/>
            </a:lvl5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294924210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ED3F-71D2-981B-9C75-874EA33B6AD2}" type="datetime1">
              <a:rPr lang="en-US"/>
              <a:t>8/18/2026</a:t>
            </a:fld>
            <a:endParaRPr/>
          </a:p>
        </p:txBody>
      </p:sp>
      <p:sp>
        <p:nvSpPr>
          <p:cNvPr id="771064946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1295557410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FF31-7FD2-9809-9C75-895CB13B6ADC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0282492" name="SlideTitle1"/>
          <p:cNvSpPr>
            <a:spLocks noGrp="1" noChangeArrowheads="1"/>
          </p:cNvSpPr>
          <p:nvPr>
            <p:ph type="title"/>
          </p:nvPr>
        </p:nvSpPr>
        <p:spPr bwMode="auto">
          <a:xfrm>
            <a:off x="8839200" y="274320"/>
            <a:ext cx="2743200" cy="5852160"/>
          </a:xfrm>
        </p:spPr>
        <p:txBody>
          <a:bodyPr vert="vert" wrap="square" lIns="91440" tIns="45720" rIns="91440" bIns="45720" numCol="1" spcCol="215899" anchor="b">
            <a:prstTxWarp prst="textNoShape">
              <a:avLst/>
            </a:prstTxWarp>
          </a:bodyPr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2002195853" name="SlideText1"/>
          <p:cNvSpPr>
            <a:spLocks noGrp="1" noChangeArrowheads="1"/>
          </p:cNvSpPr>
          <p:nvPr>
            <p:ph idx="1"/>
          </p:nvPr>
        </p:nvSpPr>
        <p:spPr bwMode="auto">
          <a:xfrm>
            <a:off x="609600" y="274320"/>
            <a:ext cx="8026400" cy="5852160"/>
          </a:xfrm>
        </p:spPr>
        <p:txBody>
          <a:bodyPr vert="vert" wrap="square" lIns="91440" tIns="45720" rIns="91440" bIns="45720" numCol="1" spcCol="215899" anchor="t">
            <a:prstTxWarp prst="textNoShape">
              <a:avLst/>
            </a:prstTxWarp>
          </a:bodyPr>
          <a:lstStyle>
            <a:lvl1pPr>
              <a:buClr>
                <a:schemeClr val="hlink"/>
              </a:buClr>
              <a:buFont typeface="Wingdings"/>
              <a:buChar char=""/>
            </a:lvl1pPr>
            <a:lvl3pPr>
              <a:buFont typeface="Wingdings"/>
            </a:lvl3pPr>
            <a:lvl5pPr>
              <a:buFont typeface="Wingdings"/>
            </a:lvl5pPr>
          </a:lstStyle>
          <a:p>
            <a:pPr>
              <a:buClr>
                <a:schemeClr val="hlink"/>
              </a:buClr>
              <a:buFont typeface="Wingdings"/>
              <a:buChar char="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Clr>
                <a:schemeClr val="hlink"/>
              </a:buClr>
              <a:buFont typeface="Wingdings"/>
              <a:buChar char="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Clr>
                <a:schemeClr val="hlink"/>
              </a:buClr>
              <a:buFont typeface="Wingdings"/>
              <a:buChar char=""/>
              <a:defRPr/>
            </a:pPr>
            <a:r>
              <a:t>Fifth level</a:t>
            </a:r>
          </a:p>
        </p:txBody>
      </p:sp>
      <p:sp>
        <p:nvSpPr>
          <p:cNvPr id="781330238" name="DateTimeArea1"/>
          <p:cNvSpPr>
            <a:spLocks noGrp="1" noChangeArrowheads="1"/>
          </p:cNvSpPr>
          <p:nvPr>
            <p:ph type="dt" sz="quarter" idx="10"/>
          </p:nvPr>
        </p:nvSpPr>
        <p:spPr bwMode="auto"/>
        <p:txBody>
          <a:bodyPr/>
          <a:lstStyle/>
          <a:p>
            <a:pPr>
              <a:defRPr/>
            </a:pPr>
            <a:fld id="{3FCDE4B0-FED2-9812-9C75-0847AA3B6A5D}" type="datetime1">
              <a:rPr lang="en-US"/>
              <a:t>8/18/2026</a:t>
            </a:fld>
            <a:endParaRPr/>
          </a:p>
        </p:txBody>
      </p:sp>
      <p:sp>
        <p:nvSpPr>
          <p:cNvPr id="299430666" name="FooterArea1"/>
          <p:cNvSpPr>
            <a:spLocks noGrp="1" noChangeArrowheads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t>{Footer}</a:t>
            </a:r>
          </a:p>
        </p:txBody>
      </p:sp>
      <p:sp>
        <p:nvSpPr>
          <p:cNvPr id="484142524" name="SlideNumberArea1"/>
          <p:cNvSpPr>
            <a:spLocks noGrp="1" noChangeArrowheads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3FCD9825-6BD2-986E-9C75-9D3BD63B6AC8}" type="slidenum">
              <a:rPr/>
              <a:t>‹#›</a:t>
            </a:fld>
            <a:endParaRPr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ity">
    <p:bg>
      <p:bgPr>
        <a:gradFill rotWithShape="0">
          <a:gsLst>
            <a:gs pos="0">
              <a:schemeClr val="bg2"/>
            </a:gs>
            <a:gs pos="100000">
              <a:schemeClr val="accent2"/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920992763" name="Group2"/>
          <p:cNvGrpSpPr/>
          <p:nvPr/>
        </p:nvGrpSpPr>
        <p:grpSpPr bwMode="auto">
          <a:xfrm>
            <a:off x="0" y="5638800"/>
            <a:ext cx="6633210" cy="1219200"/>
            <a:chOff x="0" y="5638800"/>
            <a:chExt cx="6633210" cy="1219200"/>
          </a:xfrm>
        </p:grpSpPr>
        <p:sp>
          <p:nvSpPr>
            <p:cNvPr id="34" name="Rectangle44"/>
            <p:cNvSpPr/>
            <p:nvPr/>
          </p:nvSpPr>
          <p:spPr bwMode="auto">
            <a:xfrm>
              <a:off x="0" y="5638800"/>
              <a:ext cx="442595" cy="1219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Rectangle43"/>
            <p:cNvSpPr/>
            <p:nvPr/>
          </p:nvSpPr>
          <p:spPr bwMode="auto">
            <a:xfrm>
              <a:off x="883920" y="5835650"/>
              <a:ext cx="276860" cy="1022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Rectangle37"/>
            <p:cNvSpPr/>
            <p:nvPr/>
          </p:nvSpPr>
          <p:spPr bwMode="auto">
            <a:xfrm>
              <a:off x="718185" y="6071235"/>
              <a:ext cx="276860" cy="786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Rectangle38"/>
            <p:cNvSpPr/>
            <p:nvPr/>
          </p:nvSpPr>
          <p:spPr bwMode="auto">
            <a:xfrm>
              <a:off x="497205" y="5756910"/>
              <a:ext cx="276860" cy="110109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Rectangle35"/>
            <p:cNvSpPr/>
            <p:nvPr/>
          </p:nvSpPr>
          <p:spPr bwMode="auto">
            <a:xfrm>
              <a:off x="331470" y="6386195"/>
              <a:ext cx="276860" cy="4718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36"/>
            <p:cNvSpPr/>
            <p:nvPr/>
          </p:nvSpPr>
          <p:spPr bwMode="auto">
            <a:xfrm>
              <a:off x="1271270" y="5914390"/>
              <a:ext cx="829310" cy="9436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Rectangle41"/>
            <p:cNvSpPr/>
            <p:nvPr/>
          </p:nvSpPr>
          <p:spPr bwMode="auto">
            <a:xfrm>
              <a:off x="1105535" y="6228715"/>
              <a:ext cx="276225" cy="6292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42"/>
            <p:cNvSpPr/>
            <p:nvPr/>
          </p:nvSpPr>
          <p:spPr bwMode="auto">
            <a:xfrm>
              <a:off x="1713230" y="5796280"/>
              <a:ext cx="276860" cy="10617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Rectangle39"/>
            <p:cNvSpPr/>
            <p:nvPr/>
          </p:nvSpPr>
          <p:spPr bwMode="auto">
            <a:xfrm>
              <a:off x="2100580" y="6307455"/>
              <a:ext cx="332105" cy="5505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Rectangle40"/>
            <p:cNvSpPr/>
            <p:nvPr/>
          </p:nvSpPr>
          <p:spPr bwMode="auto">
            <a:xfrm>
              <a:off x="2432685" y="6189345"/>
              <a:ext cx="275590" cy="6686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Rectangle45"/>
            <p:cNvSpPr/>
            <p:nvPr/>
          </p:nvSpPr>
          <p:spPr bwMode="auto">
            <a:xfrm>
              <a:off x="2708275" y="5953760"/>
              <a:ext cx="111125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57"/>
            <p:cNvSpPr/>
            <p:nvPr/>
          </p:nvSpPr>
          <p:spPr bwMode="auto">
            <a:xfrm>
              <a:off x="2874010" y="5953760"/>
              <a:ext cx="111125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Rectangle58"/>
            <p:cNvSpPr/>
            <p:nvPr/>
          </p:nvSpPr>
          <p:spPr bwMode="auto">
            <a:xfrm>
              <a:off x="3039745" y="5953760"/>
              <a:ext cx="111125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55"/>
            <p:cNvSpPr/>
            <p:nvPr/>
          </p:nvSpPr>
          <p:spPr bwMode="auto">
            <a:xfrm>
              <a:off x="2819400" y="6268085"/>
              <a:ext cx="662940" cy="5899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Rectangle56"/>
            <p:cNvSpPr/>
            <p:nvPr/>
          </p:nvSpPr>
          <p:spPr bwMode="auto">
            <a:xfrm>
              <a:off x="3206115" y="5953760"/>
              <a:ext cx="110490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61"/>
            <p:cNvSpPr/>
            <p:nvPr/>
          </p:nvSpPr>
          <p:spPr bwMode="auto">
            <a:xfrm>
              <a:off x="3371850" y="5953760"/>
              <a:ext cx="110490" cy="904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Rectangle62"/>
            <p:cNvSpPr/>
            <p:nvPr/>
          </p:nvSpPr>
          <p:spPr bwMode="auto">
            <a:xfrm rot="5400000">
              <a:off x="2997200" y="5664835"/>
              <a:ext cx="196215" cy="774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Rectangle59"/>
            <p:cNvSpPr/>
            <p:nvPr/>
          </p:nvSpPr>
          <p:spPr bwMode="auto">
            <a:xfrm rot="5400000">
              <a:off x="3810000" y="6412230"/>
              <a:ext cx="118110" cy="774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Rectangle60"/>
            <p:cNvSpPr/>
            <p:nvPr/>
          </p:nvSpPr>
          <p:spPr bwMode="auto">
            <a:xfrm>
              <a:off x="3593465" y="6464935"/>
              <a:ext cx="165735" cy="393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54"/>
            <p:cNvSpPr/>
            <p:nvPr/>
          </p:nvSpPr>
          <p:spPr bwMode="auto">
            <a:xfrm>
              <a:off x="3813810" y="6464935"/>
              <a:ext cx="166370" cy="393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48"/>
            <p:cNvSpPr/>
            <p:nvPr/>
          </p:nvSpPr>
          <p:spPr bwMode="auto">
            <a:xfrm>
              <a:off x="4034790" y="6464935"/>
              <a:ext cx="165735" cy="3930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49"/>
            <p:cNvSpPr/>
            <p:nvPr/>
          </p:nvSpPr>
          <p:spPr bwMode="auto">
            <a:xfrm rot="5400000">
              <a:off x="3840480" y="6136639"/>
              <a:ext cx="117475" cy="695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Rectangle46"/>
            <p:cNvSpPr/>
            <p:nvPr/>
          </p:nvSpPr>
          <p:spPr bwMode="auto">
            <a:xfrm rot="5400000">
              <a:off x="4276090" y="6602095"/>
              <a:ext cx="236220" cy="276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47"/>
            <p:cNvSpPr/>
            <p:nvPr/>
          </p:nvSpPr>
          <p:spPr bwMode="auto">
            <a:xfrm rot="5400000">
              <a:off x="4320540" y="6480174"/>
              <a:ext cx="58991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Rectangle52"/>
            <p:cNvSpPr/>
            <p:nvPr/>
          </p:nvSpPr>
          <p:spPr bwMode="auto">
            <a:xfrm rot="5400000">
              <a:off x="4467860" y="6184265"/>
              <a:ext cx="904240" cy="4425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Rectangle53"/>
            <p:cNvSpPr/>
            <p:nvPr/>
          </p:nvSpPr>
          <p:spPr bwMode="auto">
            <a:xfrm rot="5400000">
              <a:off x="5007610" y="6558915"/>
              <a:ext cx="43243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Rectangle50"/>
            <p:cNvSpPr/>
            <p:nvPr/>
          </p:nvSpPr>
          <p:spPr bwMode="auto">
            <a:xfrm rot="5400000">
              <a:off x="5209540" y="6207760"/>
              <a:ext cx="747395" cy="5524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Rectangle51"/>
            <p:cNvSpPr/>
            <p:nvPr/>
          </p:nvSpPr>
          <p:spPr bwMode="auto">
            <a:xfrm rot="5400000">
              <a:off x="5091430" y="6256020"/>
              <a:ext cx="982980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Rectangle12"/>
            <p:cNvSpPr/>
            <p:nvPr/>
          </p:nvSpPr>
          <p:spPr bwMode="auto">
            <a:xfrm rot="5400000">
              <a:off x="5666740" y="6499860"/>
              <a:ext cx="55054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Rectangle13"/>
            <p:cNvSpPr/>
            <p:nvPr/>
          </p:nvSpPr>
          <p:spPr bwMode="auto">
            <a:xfrm rot="5400000">
              <a:off x="5848985" y="6404610"/>
              <a:ext cx="629285" cy="2768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Rectangle10"/>
            <p:cNvSpPr/>
            <p:nvPr/>
          </p:nvSpPr>
          <p:spPr bwMode="auto">
            <a:xfrm rot="5400000">
              <a:off x="5944235" y="6169025"/>
              <a:ext cx="1101090" cy="2768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" name="Rectangle11"/>
            <p:cNvSpPr/>
            <p:nvPr/>
          </p:nvSpPr>
          <p:spPr bwMode="auto">
            <a:xfrm rot="5400000">
              <a:off x="6152515" y="6542405"/>
              <a:ext cx="353695" cy="2768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63858230" name="Group1"/>
          <p:cNvGrpSpPr/>
          <p:nvPr/>
        </p:nvGrpSpPr>
        <p:grpSpPr bwMode="auto">
          <a:xfrm>
            <a:off x="6229985" y="5756275"/>
            <a:ext cx="5962015" cy="1101725"/>
            <a:chOff x="6229985" y="5756275"/>
            <a:chExt cx="5962015" cy="1101725"/>
          </a:xfrm>
        </p:grpSpPr>
        <p:sp>
          <p:nvSpPr>
            <p:cNvPr id="65" name="Rectangle16"/>
            <p:cNvSpPr/>
            <p:nvPr/>
          </p:nvSpPr>
          <p:spPr bwMode="auto">
            <a:xfrm flipH="1">
              <a:off x="11755755" y="6096000"/>
              <a:ext cx="436245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Rectangle14"/>
            <p:cNvSpPr/>
            <p:nvPr/>
          </p:nvSpPr>
          <p:spPr bwMode="auto">
            <a:xfrm flipH="1">
              <a:off x="11042650" y="5835650"/>
              <a:ext cx="273685" cy="10223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Rectangle15"/>
            <p:cNvSpPr/>
            <p:nvPr/>
          </p:nvSpPr>
          <p:spPr bwMode="auto">
            <a:xfrm flipH="1">
              <a:off x="11208385" y="6071870"/>
              <a:ext cx="273685" cy="7861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Rectangle9"/>
            <p:cNvSpPr/>
            <p:nvPr/>
          </p:nvSpPr>
          <p:spPr bwMode="auto">
            <a:xfrm flipH="1">
              <a:off x="11426190" y="5756275"/>
              <a:ext cx="273685" cy="11017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Rectangle3"/>
            <p:cNvSpPr/>
            <p:nvPr/>
          </p:nvSpPr>
          <p:spPr bwMode="auto">
            <a:xfrm flipH="1">
              <a:off x="11590020" y="6386195"/>
              <a:ext cx="273685" cy="47180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Rectangle4"/>
            <p:cNvSpPr/>
            <p:nvPr/>
          </p:nvSpPr>
          <p:spPr bwMode="auto">
            <a:xfrm flipH="1">
              <a:off x="9888855" y="6096000"/>
              <a:ext cx="820420" cy="762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Rectangle1"/>
            <p:cNvSpPr/>
            <p:nvPr/>
          </p:nvSpPr>
          <p:spPr bwMode="auto">
            <a:xfrm flipH="1">
              <a:off x="10824210" y="6229350"/>
              <a:ext cx="273685" cy="6286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Rectangle2"/>
            <p:cNvSpPr/>
            <p:nvPr/>
          </p:nvSpPr>
          <p:spPr bwMode="auto">
            <a:xfrm flipH="1">
              <a:off x="10222230" y="5795645"/>
              <a:ext cx="273685" cy="106235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Rectangle7"/>
            <p:cNvSpPr/>
            <p:nvPr/>
          </p:nvSpPr>
          <p:spPr bwMode="auto">
            <a:xfrm flipH="1">
              <a:off x="10579735" y="6477000"/>
              <a:ext cx="328930" cy="381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Rectangle8"/>
            <p:cNvSpPr/>
            <p:nvPr/>
          </p:nvSpPr>
          <p:spPr bwMode="auto">
            <a:xfrm flipH="1">
              <a:off x="8622030" y="6189980"/>
              <a:ext cx="273685" cy="66802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Rectangle5"/>
            <p:cNvSpPr/>
            <p:nvPr/>
          </p:nvSpPr>
          <p:spPr bwMode="auto">
            <a:xfrm flipH="1">
              <a:off x="9737725" y="5953125"/>
              <a:ext cx="109855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Rectangle6"/>
            <p:cNvSpPr/>
            <p:nvPr/>
          </p:nvSpPr>
          <p:spPr bwMode="auto">
            <a:xfrm flipH="1">
              <a:off x="9574530" y="5953125"/>
              <a:ext cx="107949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Rectangle17"/>
            <p:cNvSpPr/>
            <p:nvPr/>
          </p:nvSpPr>
          <p:spPr bwMode="auto">
            <a:xfrm flipH="1">
              <a:off x="9408795" y="5953125"/>
              <a:ext cx="110490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29"/>
            <p:cNvSpPr/>
            <p:nvPr/>
          </p:nvSpPr>
          <p:spPr bwMode="auto">
            <a:xfrm flipH="1">
              <a:off x="9083040" y="6267450"/>
              <a:ext cx="654685" cy="59054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30"/>
            <p:cNvSpPr/>
            <p:nvPr/>
          </p:nvSpPr>
          <p:spPr bwMode="auto">
            <a:xfrm flipH="1">
              <a:off x="9245599" y="5953125"/>
              <a:ext cx="110490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27"/>
            <p:cNvSpPr/>
            <p:nvPr/>
          </p:nvSpPr>
          <p:spPr bwMode="auto">
            <a:xfrm flipH="1">
              <a:off x="9083040" y="5953125"/>
              <a:ext cx="107949" cy="9048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28"/>
            <p:cNvSpPr/>
            <p:nvPr/>
          </p:nvSpPr>
          <p:spPr bwMode="auto">
            <a:xfrm rot="16199999" flipH="1">
              <a:off x="9366885" y="5669280"/>
              <a:ext cx="196850" cy="7645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Rectangle33"/>
            <p:cNvSpPr/>
            <p:nvPr/>
          </p:nvSpPr>
          <p:spPr bwMode="auto">
            <a:xfrm rot="16199999" flipH="1">
              <a:off x="7982585" y="6415405"/>
              <a:ext cx="117475" cy="76771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34"/>
            <p:cNvSpPr/>
            <p:nvPr/>
          </p:nvSpPr>
          <p:spPr bwMode="auto">
            <a:xfrm flipH="1">
              <a:off x="8151495" y="6464300"/>
              <a:ext cx="16319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Rectangle31"/>
            <p:cNvSpPr/>
            <p:nvPr/>
          </p:nvSpPr>
          <p:spPr bwMode="auto">
            <a:xfrm flipH="1">
              <a:off x="7931150" y="6464300"/>
              <a:ext cx="16573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Rectangle32"/>
            <p:cNvSpPr/>
            <p:nvPr/>
          </p:nvSpPr>
          <p:spPr bwMode="auto">
            <a:xfrm flipH="1">
              <a:off x="7712710" y="6464300"/>
              <a:ext cx="165735" cy="3937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Rectangle26"/>
            <p:cNvSpPr/>
            <p:nvPr/>
          </p:nvSpPr>
          <p:spPr bwMode="auto">
            <a:xfrm rot="16199999" flipH="1">
              <a:off x="7951470" y="6139815"/>
              <a:ext cx="119380" cy="6883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20"/>
            <p:cNvSpPr/>
            <p:nvPr/>
          </p:nvSpPr>
          <p:spPr bwMode="auto">
            <a:xfrm rot="16199999" flipH="1">
              <a:off x="8409940" y="6602730"/>
              <a:ext cx="236855" cy="2736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Rectangle21"/>
            <p:cNvSpPr/>
            <p:nvPr/>
          </p:nvSpPr>
          <p:spPr bwMode="auto">
            <a:xfrm rot="16199999" flipH="1">
              <a:off x="7329169" y="6480810"/>
              <a:ext cx="590549" cy="163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Rectangle18"/>
            <p:cNvSpPr/>
            <p:nvPr/>
          </p:nvSpPr>
          <p:spPr bwMode="auto">
            <a:xfrm rot="16199999" flipH="1">
              <a:off x="6871970" y="6186805"/>
              <a:ext cx="904875" cy="4368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19"/>
            <p:cNvSpPr/>
            <p:nvPr/>
          </p:nvSpPr>
          <p:spPr bwMode="auto">
            <a:xfrm rot="16199999" flipH="1">
              <a:off x="6805930" y="6558280"/>
              <a:ext cx="433705" cy="165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24"/>
            <p:cNvSpPr/>
            <p:nvPr/>
          </p:nvSpPr>
          <p:spPr bwMode="auto">
            <a:xfrm rot="16199999" flipH="1">
              <a:off x="6292850" y="6210300"/>
              <a:ext cx="748030" cy="5467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Rectangle25"/>
            <p:cNvSpPr/>
            <p:nvPr/>
          </p:nvSpPr>
          <p:spPr bwMode="auto">
            <a:xfrm rot="16199999" flipH="1">
              <a:off x="6036310" y="6501130"/>
              <a:ext cx="550545" cy="16319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22"/>
            <p:cNvSpPr/>
            <p:nvPr/>
          </p:nvSpPr>
          <p:spPr bwMode="auto">
            <a:xfrm rot="16199999" flipH="1">
              <a:off x="9791700" y="6603365"/>
              <a:ext cx="236855" cy="2730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Rectangle23"/>
            <p:cNvSpPr/>
            <p:nvPr/>
          </p:nvSpPr>
          <p:spPr bwMode="auto">
            <a:xfrm rot="16199999" flipH="1">
              <a:off x="8738870" y="6398895"/>
              <a:ext cx="457200" cy="4610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08799228" name="SlideTitle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>
              <a:avLst/>
            </a:prstTxWarp>
          </a:bodyPr>
          <a:lstStyle/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1602788748" name="SlideText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>
            <a:prstTxWarp prst="textNoShape">
              <a:avLst/>
            </a:prstTxWarp>
          </a:bodyPr>
          <a:lstStyle/>
          <a:p>
            <a:pPr>
              <a:buFont typeface="Wingdings"/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buFont typeface="Wingdings"/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buFont typeface="Wingdings"/>
              <a:defRPr/>
            </a:pPr>
            <a:r>
              <a:t>Fifth level</a:t>
            </a:r>
          </a:p>
        </p:txBody>
      </p:sp>
      <p:sp>
        <p:nvSpPr>
          <p:cNvPr id="1217768690" name="DateTimeArea1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>
              <a:avLst/>
            </a:prstTxWarp>
          </a:bodyPr>
          <a:lstStyle>
            <a:lvl1pPr algn="l">
              <a:defRPr sz="1200" cap="none">
                <a:latin typeface="Segoe UI"/>
                <a:ea typeface="SimSun"/>
                <a:cs typeface="Times New Roman"/>
              </a:defRPr>
            </a:lvl1pPr>
          </a:lstStyle>
          <a:p>
            <a:pPr>
              <a:defRPr/>
            </a:pPr>
            <a:fld id="{3FCDA88C-C2D2-985E-9C75-340BE63B6A61}" type="datetime1">
              <a:rPr lang="en-US"/>
              <a:t>8/18/2026</a:t>
            </a:fld>
            <a:endParaRPr/>
          </a:p>
        </p:txBody>
      </p:sp>
      <p:sp>
        <p:nvSpPr>
          <p:cNvPr id="93117704" name="FooterArea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356985"/>
            <a:ext cx="3860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>
              <a:avLst/>
            </a:prstTxWarp>
          </a:bodyPr>
          <a:lstStyle>
            <a:lvl1pPr algn="ctr">
              <a:defRPr sz="1200" cap="none">
                <a:latin typeface="Segoe UI"/>
                <a:ea typeface="SimSun"/>
                <a:cs typeface="Times New Roman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22883055" name="SlideNumberArea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356985"/>
            <a:ext cx="2844800" cy="36449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ctr">
            <a:prstTxWarp prst="textNoShape">
              <a:avLst/>
            </a:prstTxWarp>
          </a:bodyPr>
          <a:lstStyle>
            <a:lvl1pPr algn="r">
              <a:defRPr sz="1200" cap="none">
                <a:latin typeface="Segoe UI"/>
                <a:ea typeface="SimSun"/>
                <a:cs typeface="Times New Roman"/>
              </a:defRPr>
            </a:lvl1pPr>
          </a:lstStyle>
          <a:p>
            <a:pPr>
              <a:defRPr/>
            </a:pPr>
            <a:fld id="{3FCDF2CE-80D2-9804-9C75-7651BC3B6A23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4400" b="1" i="0" u="none" strike="noStrike" cap="none" spc="0">
          <a:solidFill>
            <a:schemeClr val="tx2"/>
          </a:solidFill>
          <a:latin typeface="Segoe UI"/>
          <a:ea typeface="Segoe UI"/>
          <a:cs typeface="Segoe UI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titleStyle>
    <p:body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Clr>
          <a:schemeClr val="hlink"/>
        </a:buClr>
        <a:buSzTx/>
        <a:buFont typeface="Wingdings"/>
        <a:buChar char=""/>
        <a:defRPr sz="3200" b="0" i="0" u="none" strike="noStrike" cap="none" spc="0">
          <a:solidFill>
            <a:schemeClr val="tx1"/>
          </a:solidFill>
          <a:latin typeface="Segoe UI"/>
          <a:ea typeface="Segoe UI"/>
          <a:cs typeface="Segoe UI"/>
        </a:defRPr>
      </a:lvl1pPr>
      <a:lvl2pPr marL="742950" marR="0" indent="-28575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800" b="0" i="0" u="none" strike="noStrike" cap="none" spc="0">
          <a:solidFill>
            <a:schemeClr val="tx1"/>
          </a:solidFill>
          <a:latin typeface="Segoe UI"/>
          <a:ea typeface="Segoe UI"/>
          <a:cs typeface="Segoe UI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Clr>
          <a:schemeClr val="hlink"/>
        </a:buClr>
        <a:buSzTx/>
        <a:buFont typeface="Wingdings"/>
        <a:buChar char=""/>
        <a:defRPr sz="2400" b="0" i="0" u="none" strike="noStrike" cap="none" spc="0">
          <a:solidFill>
            <a:schemeClr val="tx1"/>
          </a:solidFill>
          <a:latin typeface="Segoe UI"/>
          <a:ea typeface="Segoe UI"/>
          <a:cs typeface="Segoe UI"/>
        </a:defRPr>
      </a:lvl3pPr>
      <a:lvl4pPr marL="1600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defRPr sz="2000" b="0" i="0" u="none" strike="noStrike" cap="none" spc="0">
          <a:solidFill>
            <a:schemeClr val="tx1"/>
          </a:solidFill>
          <a:latin typeface="Segoe UI"/>
          <a:ea typeface="Segoe UI"/>
          <a:cs typeface="Segoe UI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Clr>
          <a:schemeClr val="hlink"/>
        </a:buClr>
        <a:buSzTx/>
        <a:buFont typeface="Wingdings"/>
        <a:buChar char=""/>
        <a:defRPr sz="2000" b="0" i="0" u="none" strike="noStrike" cap="none" spc="0">
          <a:solidFill>
            <a:schemeClr val="tx1"/>
          </a:solidFill>
          <a:latin typeface="Segoe UI"/>
          <a:ea typeface="Segoe UI"/>
          <a:cs typeface="Segoe UI"/>
        </a:defRPr>
      </a:lvl5pPr>
      <a:lvl6pPr marL="25146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9718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4290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886200" marR="0" indent="-228600" algn="l" defTabSz="44958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defRPr sz="20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bodyStyle>
    <p:otherStyle>
      <a:lvl1pPr marL="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1pPr>
      <a:lvl2pPr marL="457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2pPr>
      <a:lvl3pPr marL="914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3pPr>
      <a:lvl4pPr marL="1371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4pPr>
      <a:lvl5pPr marL="18288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5pPr>
      <a:lvl6pPr marL="22860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6pPr>
      <a:lvl7pPr marL="27432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7pPr>
      <a:lvl8pPr marL="32004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8pPr>
      <a:lvl9pPr marL="3657600" marR="0" indent="0" algn="l" defTabSz="449580">
        <a:lnSpc>
          <a:spcPct val="100000"/>
        </a:lnSpc>
        <a:spcBef>
          <a:spcPts val="0"/>
        </a:spcBef>
        <a:spcAft>
          <a:spcPts val="0"/>
        </a:spcAft>
        <a:buNone/>
        <a:defRPr sz="1800" b="0" i="0" u="none" strike="noStrike" cap="none" spc="0">
          <a:solidFill>
            <a:schemeClr val="tx1"/>
          </a:solidFill>
          <a:latin typeface="Calibri"/>
          <a:ea typeface="SimSu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alihsafa.bacanli@ucf.edu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7961204" name="SlideTitle1"/>
          <p:cNvSpPr>
            <a:spLocks noGrp="1" noChangeArrowheads="1"/>
          </p:cNvSpPr>
          <p:nvPr>
            <p:ph type="ctrTitle"/>
          </p:nvPr>
        </p:nvSpPr>
        <p:spPr bwMode="auto"/>
        <p:txBody>
          <a:bodyPr/>
          <a:lstStyle/>
          <a:p>
            <a:pPr>
              <a:defRPr/>
            </a:pPr>
            <a:r>
              <a:t>COP3330 Syllabus</a:t>
            </a:r>
          </a:p>
        </p:txBody>
      </p:sp>
      <p:sp>
        <p:nvSpPr>
          <p:cNvPr id="2143730292" name="SlideSubtitle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828800" y="3886200"/>
            <a:ext cx="8762365" cy="2332990"/>
          </a:xfrm>
        </p:spPr>
        <p:txBody>
          <a:bodyPr/>
          <a:lstStyle/>
          <a:p>
            <a:pPr>
              <a:defRPr sz="2800" cap="none"/>
            </a:pPr>
            <a:r>
              <a:rPr cap="none">
                <a:latin typeface="Century"/>
                <a:ea typeface="Century"/>
                <a:cs typeface="Century"/>
              </a:rPr>
              <a:t>COP 3330</a:t>
            </a:r>
            <a:br>
              <a:rPr/>
            </a:br>
            <a:r>
              <a:rPr cap="none">
                <a:latin typeface="Century"/>
                <a:ea typeface="Century"/>
                <a:cs typeface="Century"/>
              </a:rPr>
              <a:t>Department of Computer Science</a:t>
            </a:r>
            <a:br>
              <a:rPr/>
            </a:br>
            <a:r>
              <a:rPr cap="none">
                <a:latin typeface="Century"/>
                <a:ea typeface="Century"/>
                <a:cs typeface="Century"/>
              </a:rPr>
              <a:t>University of Central Florida</a:t>
            </a:r>
          </a:p>
          <a:p>
            <a:pPr>
              <a:defRPr sz="2800" cap="none"/>
            </a:pPr>
            <a:r>
              <a:t>Dr. Bacanli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6065267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Who am I?</a:t>
            </a:r>
          </a:p>
        </p:txBody>
      </p:sp>
      <p:sp>
        <p:nvSpPr>
          <p:cNvPr id="350964885" name="SlideText1"/>
          <p:cNvSpPr>
            <a:spLocks noGrp="1" noChangeArrowheads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Wingdings"/>
              <a:defRPr/>
            </a:pPr>
            <a:r>
              <a:rPr dirty="0"/>
              <a:t>Salih Safa Bacanli, Ph.D.</a:t>
            </a:r>
          </a:p>
          <a:p>
            <a:pPr>
              <a:buFont typeface="Wingdings"/>
              <a:defRPr cap="none"/>
            </a:pPr>
            <a:r>
              <a:rPr u="sng" dirty="0">
                <a:hlinkClick r:id="rId3"/>
              </a:rPr>
              <a:t>salihsafa.bacanli@ucf.edu</a:t>
            </a:r>
            <a:endParaRPr dirty="0"/>
          </a:p>
          <a:p>
            <a:pPr>
              <a:buFont typeface="Wingdings"/>
              <a:defRPr/>
            </a:pPr>
            <a:r>
              <a:rPr dirty="0"/>
              <a:t>HEC 258</a:t>
            </a:r>
          </a:p>
          <a:p>
            <a:pPr>
              <a:buFont typeface="Wingdings"/>
              <a:defRPr/>
            </a:pPr>
            <a:r>
              <a:rPr dirty="0"/>
              <a:t>Office hours through zoom</a:t>
            </a:r>
          </a:p>
          <a:p>
            <a:pPr lvl="1">
              <a:defRPr/>
            </a:pPr>
            <a:r>
              <a:rPr dirty="0"/>
              <a:t>I may be in my office at that time</a:t>
            </a:r>
            <a:endParaRPr lang="en-US" dirty="0"/>
          </a:p>
          <a:p>
            <a:pPr lvl="1">
              <a:defRPr/>
            </a:pPr>
            <a:r>
              <a:rPr lang="en-US" dirty="0"/>
              <a:t>Zoom link will be available in web courses.</a:t>
            </a:r>
            <a:endParaRPr dirty="0"/>
          </a:p>
          <a:p>
            <a:pPr>
              <a:buFont typeface="Wingdings"/>
              <a:defRPr/>
            </a:pPr>
            <a:r>
              <a:rPr dirty="0"/>
              <a:t>TAs will be announced later.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4950182" name="Textbox1"/>
          <p:cNvSpPr/>
          <p:nvPr/>
        </p:nvSpPr>
        <p:spPr bwMode="auto">
          <a:xfrm>
            <a:off x="675640" y="1692910"/>
            <a:ext cx="10612120" cy="393192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spcCol="215899" anchor="t"/>
          <a:lstStyle/>
          <a:p>
            <a:pPr>
              <a:defRPr sz="3600" b="1" cap="none"/>
            </a:pPr>
            <a:r>
              <a:t>Grading Catalog</a:t>
            </a:r>
          </a:p>
          <a:p>
            <a:pPr>
              <a:defRPr sz="3600" b="1" cap="none"/>
            </a:pPr>
            <a:endParaRPr/>
          </a:p>
          <a:p>
            <a:pPr>
              <a:defRPr sz="3600" b="1" cap="none"/>
            </a:pPr>
            <a:r>
              <a:t>100 -90 : A</a:t>
            </a:r>
          </a:p>
          <a:p>
            <a:pPr>
              <a:defRPr sz="3600" b="1" cap="none"/>
            </a:pPr>
            <a:r>
              <a:t>89.9 - 80 : B</a:t>
            </a:r>
          </a:p>
          <a:p>
            <a:pPr>
              <a:defRPr sz="3600" b="1" cap="none"/>
            </a:pPr>
            <a:r>
              <a:t>79.9 - 70 : C</a:t>
            </a:r>
          </a:p>
          <a:p>
            <a:pPr>
              <a:defRPr sz="3600" b="1" cap="none"/>
            </a:pPr>
            <a:r>
              <a:t>69.9 - 60 :D</a:t>
            </a:r>
          </a:p>
          <a:p>
            <a:pPr>
              <a:defRPr sz="3600" b="1" cap="none"/>
            </a:pPr>
            <a:r>
              <a:t>59.9- 0 : 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421040" name="SlideTitle1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95250"/>
            <a:ext cx="10972800" cy="1047750"/>
          </a:xfr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4442428" name="SlideText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219835"/>
            <a:ext cx="11144250" cy="5066030"/>
          </a:xfrm>
        </p:spPr>
        <p:txBody>
          <a:bodyPr/>
          <a:lstStyle/>
          <a:p>
            <a:pPr>
              <a:buFont typeface="Wingdings"/>
              <a:defRPr/>
            </a:pPr>
            <a:r>
              <a:t>60 % Assignments  = 4 assignments 15% each</a:t>
            </a:r>
          </a:p>
          <a:p>
            <a:pPr>
              <a:buFont typeface="Wingdings"/>
              <a:defRPr/>
            </a:pPr>
            <a:r>
              <a:t>20% Midterm</a:t>
            </a:r>
          </a:p>
          <a:p>
            <a:pPr>
              <a:buFont typeface="Wingdings"/>
              <a:defRPr/>
            </a:pPr>
            <a:r>
              <a:t>20% Final</a:t>
            </a:r>
          </a:p>
          <a:p>
            <a:pPr>
              <a:buFont typeface="Wingdings"/>
              <a:defRPr/>
            </a:pPr>
            <a:r>
              <a:t>Total 100 points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158383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Late policy</a:t>
            </a:r>
          </a:p>
        </p:txBody>
      </p:sp>
      <p:sp>
        <p:nvSpPr>
          <p:cNvPr id="706413257" name="SlideText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6280"/>
          </a:xfrm>
        </p:spPr>
        <p:txBody>
          <a:bodyPr/>
          <a:lstStyle/>
          <a:p>
            <a:pPr>
              <a:buFont typeface="Wingdings"/>
              <a:defRPr/>
            </a:pPr>
            <a:r>
              <a:t>DO NOT WAIT FOR THE LAST MINUTE!</a:t>
            </a:r>
          </a:p>
          <a:p>
            <a:pPr>
              <a:buFont typeface="Wingdings"/>
              <a:defRPr/>
            </a:pPr>
            <a:r>
              <a:t>For assignments, you can submit frequently to the system. Your last submission will be graded.</a:t>
            </a:r>
          </a:p>
          <a:p>
            <a:pPr>
              <a:buFont typeface="Wingdings"/>
              <a:defRPr/>
            </a:pPr>
            <a:r>
              <a:t>There will be one day late duration for assingments. If you submit after 24 hours from the due date, you will lose 15% of your grade. After that duration, system will be closed.</a:t>
            </a:r>
          </a:p>
          <a:p>
            <a:pPr>
              <a:buFont typeface="Wingdings"/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876565" name="Title 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cap="none"/>
              <a:t>Assignment submissions</a:t>
            </a:r>
          </a:p>
        </p:txBody>
      </p:sp>
      <p:sp>
        <p:nvSpPr>
          <p:cNvPr id="1229551148" name="Content Placeholder 2"/>
          <p:cNvSpPr>
            <a:spLocks noGrp="1" noChangeArrowheads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Wingdings"/>
              <a:defRPr/>
            </a:pPr>
            <a:r>
              <a:rPr cap="none"/>
              <a:t>There is autograder for assignments so not following the guideline strictly will cost you points.</a:t>
            </a:r>
          </a:p>
          <a:p>
            <a:pPr>
              <a:buFont typeface="Wingdings"/>
              <a:defRPr/>
            </a:pPr>
            <a:r>
              <a:rPr cap="none"/>
              <a:t>Write comments in each java file you submit, including the header comments.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24109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What if I can not upload assignment last minute?</a:t>
            </a:r>
          </a:p>
        </p:txBody>
      </p:sp>
      <p:sp>
        <p:nvSpPr>
          <p:cNvPr id="658402666" name="SlideText1"/>
          <p:cNvSpPr>
            <a:spLocks noGrp="1" noChangeArrowheads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Wingdings"/>
              <a:defRPr/>
            </a:pPr>
            <a:r>
              <a:t>You would be uploading late.</a:t>
            </a:r>
          </a:p>
          <a:p>
            <a:pPr>
              <a:buFont typeface="Wingdings"/>
              <a:defRPr/>
            </a:pPr>
            <a:r>
              <a:t>Do NOT wait for last minute. No excuses will be accepted for last minute submission.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1721516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How to study Java?</a:t>
            </a:r>
          </a:p>
        </p:txBody>
      </p:sp>
      <p:sp>
        <p:nvSpPr>
          <p:cNvPr id="1164834756" name="SlideText1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1106150" cy="4526280"/>
          </a:xfrm>
        </p:spPr>
        <p:txBody>
          <a:bodyPr/>
          <a:lstStyle/>
          <a:p>
            <a:pPr>
              <a:buFont typeface="Wingdings"/>
              <a:defRPr/>
            </a:pPr>
            <a:r>
              <a:t>After class, review the slides</a:t>
            </a:r>
          </a:p>
          <a:p>
            <a:pPr>
              <a:buFont typeface="Wingdings"/>
              <a:defRPr/>
            </a:pPr>
            <a:r>
              <a:t>Write the code to the compiler (Please Do NOT copy paste )</a:t>
            </a:r>
          </a:p>
          <a:p>
            <a:pPr lvl="1">
              <a:defRPr/>
            </a:pPr>
            <a:r>
              <a:t>Make some mistakes and see the errors</a:t>
            </a:r>
          </a:p>
          <a:p>
            <a:pPr lvl="1">
              <a:defRPr/>
            </a:pPr>
            <a:r>
              <a:t>Try to add content from previous lecture</a:t>
            </a:r>
          </a:p>
          <a:p>
            <a:pPr lvl="1">
              <a:defRPr/>
            </a:pPr>
            <a:r>
              <a:t>Try to create a question from the content</a:t>
            </a:r>
          </a:p>
          <a:p>
            <a:pPr>
              <a:buFont typeface="Wingdings"/>
              <a:defRPr/>
            </a:pPr>
            <a:r>
              <a:t>If needed, check more content on internet, youtube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175117" name="SlideTitle1"/>
          <p:cNvSpPr>
            <a:spLocks noGrp="1" noChangeArrowheads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t>Internet and youtube for everyone</a:t>
            </a:r>
          </a:p>
        </p:txBody>
      </p:sp>
      <p:sp>
        <p:nvSpPr>
          <p:cNvPr id="47328211" name="SlideText1"/>
          <p:cNvSpPr>
            <a:spLocks noGrp="1" noChangeArrowheads="1"/>
          </p:cNvSpPr>
          <p:nvPr>
            <p:ph type="body" idx="1"/>
          </p:nvPr>
        </p:nvSpPr>
        <p:spPr bwMode="auto"/>
        <p:txBody>
          <a:bodyPr/>
          <a:lstStyle/>
          <a:p>
            <a:pPr>
              <a:buFont typeface="Wingdings"/>
              <a:defRPr/>
            </a:pPr>
            <a:r>
              <a:t>You can find many Java related tutorials on youtube.</a:t>
            </a:r>
          </a:p>
          <a:p>
            <a:pPr>
              <a:buFont typeface="Wingdings"/>
              <a:defRPr/>
            </a:pPr>
            <a:r>
              <a:t>Plagiarism is not allowed.</a:t>
            </a:r>
          </a:p>
          <a:p>
            <a:pPr lvl="1">
              <a:defRPr/>
            </a:pPr>
            <a:r>
              <a:t>Assignments should be done individually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375F2F"/>
      </a:lt1>
      <a:dk2>
        <a:srgbClr val="EBF8DE"/>
      </a:dk2>
      <a:lt2>
        <a:srgbClr val="55863C"/>
      </a:lt2>
      <a:accent1>
        <a:srgbClr val="00CC66"/>
      </a:accent1>
      <a:accent2>
        <a:srgbClr val="8EAC66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B4EF7F"/>
      </a:hlink>
      <a:folHlink>
        <a:srgbClr val="F8F6AC"/>
      </a:folHlink>
    </a:clrScheme>
    <a:fontScheme name="Presentation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FFFFFF"/>
        </a:dk1>
        <a:lt1>
          <a:srgbClr val="000066"/>
        </a:lt1>
        <a:dk2>
          <a:srgbClr val="EAEAEA"/>
        </a:dk2>
        <a:lt2>
          <a:srgbClr val="000099"/>
        </a:lt2>
        <a:accent1>
          <a:srgbClr val="66CCFF"/>
        </a:accent1>
        <a:accent2>
          <a:srgbClr val="006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FFCC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FFFFFF"/>
        </a:dk1>
        <a:lt1>
          <a:srgbClr val="4B0096"/>
        </a:lt1>
        <a:dk2>
          <a:srgbClr val="CDD7DF"/>
        </a:dk2>
        <a:lt2>
          <a:srgbClr val="6600CC"/>
        </a:lt2>
        <a:accent1>
          <a:srgbClr val="9999FF"/>
        </a:accent1>
        <a:accent2>
          <a:srgbClr val="7850BA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FFFF"/>
        </a:hlink>
        <a:folHlink>
          <a:srgbClr val="0796B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FFFFFF"/>
        </a:dk1>
        <a:lt1>
          <a:srgbClr val="486768"/>
        </a:lt1>
        <a:dk2>
          <a:srgbClr val="DDDDDD"/>
        </a:dk2>
        <a:lt2>
          <a:srgbClr val="588073"/>
        </a:lt2>
        <a:accent1>
          <a:srgbClr val="33CCCC"/>
        </a:accent1>
        <a:accent2>
          <a:srgbClr val="008871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CC99"/>
        </a:hlink>
        <a:folHlink>
          <a:srgbClr val="A8A8A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575863"/>
        </a:lt1>
        <a:dk2>
          <a:srgbClr val="FFFFCC"/>
        </a:dk2>
        <a:lt2>
          <a:srgbClr val="6B6C75"/>
        </a:lt2>
        <a:accent1>
          <a:srgbClr val="677481"/>
        </a:accent1>
        <a:accent2>
          <a:srgbClr val="697E5E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E9E77F"/>
        </a:hlink>
        <a:folHlink>
          <a:srgbClr val="D3A44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541616"/>
        </a:lt1>
        <a:dk2>
          <a:srgbClr val="FFCC00"/>
        </a:dk2>
        <a:lt2>
          <a:srgbClr val="922A2A"/>
        </a:lt2>
        <a:accent1>
          <a:srgbClr val="FF6600"/>
        </a:accent1>
        <a:accent2>
          <a:srgbClr val="CC31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7CC2F"/>
        </a:hlink>
        <a:folHlink>
          <a:srgbClr val="C7C6B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80808"/>
        </a:dk1>
        <a:lt1>
          <a:srgbClr val="111111"/>
        </a:lt1>
        <a:dk2>
          <a:srgbClr val="333333"/>
        </a:dk2>
        <a:lt2>
          <a:srgbClr val="333333"/>
        </a:lt2>
        <a:accent1>
          <a:srgbClr val="969696"/>
        </a:accent1>
        <a:accent2>
          <a:srgbClr val="96969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292929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3300"/>
        </a:lt1>
        <a:dk2>
          <a:srgbClr val="FFFF99"/>
        </a:dk2>
        <a:lt2>
          <a:srgbClr val="964B00"/>
        </a:lt2>
        <a:accent1>
          <a:srgbClr val="C89618"/>
        </a:accent1>
        <a:accent2>
          <a:srgbClr val="CC99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7CC2F"/>
        </a:hlink>
        <a:folHlink>
          <a:srgbClr val="D2E64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7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8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9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0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1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2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FFFFFF"/>
      </a:dk1>
      <a:lt1>
        <a:srgbClr val="375F2F"/>
      </a:lt1>
      <a:dk2>
        <a:srgbClr val="EBF8DE"/>
      </a:dk2>
      <a:lt2>
        <a:srgbClr val="55863C"/>
      </a:lt2>
      <a:accent1>
        <a:srgbClr val="00CC66"/>
      </a:accent1>
      <a:accent2>
        <a:srgbClr val="8EAC66"/>
      </a:accent2>
      <a:accent3>
        <a:srgbClr val="535379"/>
      </a:accent3>
      <a:accent4>
        <a:srgbClr val="737359"/>
      </a:accent4>
      <a:accent5>
        <a:srgbClr val="939339"/>
      </a:accent5>
      <a:accent6>
        <a:srgbClr val="B3B319"/>
      </a:accent6>
      <a:hlink>
        <a:srgbClr val="B4EF7F"/>
      </a:hlink>
      <a:folHlink>
        <a:srgbClr val="F8F6AC"/>
      </a:folHlink>
    </a:clrScheme>
    <a:fontScheme name="">
      <a:majorFont>
        <a:latin typeface="Segoe UI"/>
        <a:ea typeface="Segoe UI"/>
        <a:cs typeface="Segoe UI"/>
      </a:majorFont>
      <a:minorFont>
        <a:latin typeface="Segoe UI"/>
        <a:ea typeface="Segoe UI"/>
        <a:cs typeface="Segoe UI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FFFFFF"/>
        </a:dk1>
        <a:lt1>
          <a:srgbClr val="000066"/>
        </a:lt1>
        <a:dk2>
          <a:srgbClr val="EAEAEA"/>
        </a:dk2>
        <a:lt2>
          <a:srgbClr val="000099"/>
        </a:lt2>
        <a:accent1>
          <a:srgbClr val="66CCFF"/>
        </a:accent1>
        <a:accent2>
          <a:srgbClr val="0066F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FFCC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FFFFFF"/>
        </a:dk1>
        <a:lt1>
          <a:srgbClr val="4B0096"/>
        </a:lt1>
        <a:dk2>
          <a:srgbClr val="CDD7DF"/>
        </a:dk2>
        <a:lt2>
          <a:srgbClr val="6600CC"/>
        </a:lt2>
        <a:accent1>
          <a:srgbClr val="9999FF"/>
        </a:accent1>
        <a:accent2>
          <a:srgbClr val="7850BA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FFFFF"/>
        </a:hlink>
        <a:folHlink>
          <a:srgbClr val="0796B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4">
        <a:dk1>
          <a:srgbClr val="FFFFFF"/>
        </a:dk1>
        <a:lt1>
          <a:srgbClr val="486768"/>
        </a:lt1>
        <a:dk2>
          <a:srgbClr val="DDDDDD"/>
        </a:dk2>
        <a:lt2>
          <a:srgbClr val="588073"/>
        </a:lt2>
        <a:accent1>
          <a:srgbClr val="33CCCC"/>
        </a:accent1>
        <a:accent2>
          <a:srgbClr val="008871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CC99"/>
        </a:hlink>
        <a:folHlink>
          <a:srgbClr val="A8A8A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5">
        <a:dk1>
          <a:srgbClr val="FFFFFF"/>
        </a:dk1>
        <a:lt1>
          <a:srgbClr val="575863"/>
        </a:lt1>
        <a:dk2>
          <a:srgbClr val="FFFFCC"/>
        </a:dk2>
        <a:lt2>
          <a:srgbClr val="6B6C75"/>
        </a:lt2>
        <a:accent1>
          <a:srgbClr val="677481"/>
        </a:accent1>
        <a:accent2>
          <a:srgbClr val="697E5E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E9E77F"/>
        </a:hlink>
        <a:folHlink>
          <a:srgbClr val="D3A44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6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7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8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9">
        <a:dk1>
          <a:srgbClr val="FFFFFF"/>
        </a:dk1>
        <a:lt1>
          <a:srgbClr val="541616"/>
        </a:lt1>
        <a:dk2>
          <a:srgbClr val="FFCC00"/>
        </a:dk2>
        <a:lt2>
          <a:srgbClr val="922A2A"/>
        </a:lt2>
        <a:accent1>
          <a:srgbClr val="FF6600"/>
        </a:accent1>
        <a:accent2>
          <a:srgbClr val="CC31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7CC2F"/>
        </a:hlink>
        <a:folHlink>
          <a:srgbClr val="C7C6B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0">
        <a:dk1>
          <a:srgbClr val="080808"/>
        </a:dk1>
        <a:lt1>
          <a:srgbClr val="111111"/>
        </a:lt1>
        <a:dk2>
          <a:srgbClr val="333333"/>
        </a:dk2>
        <a:lt2>
          <a:srgbClr val="333333"/>
        </a:lt2>
        <a:accent1>
          <a:srgbClr val="969696"/>
        </a:accent1>
        <a:accent2>
          <a:srgbClr val="96969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292929"/>
        </a:hlink>
        <a:folHlink>
          <a:srgbClr val="5F5F5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1">
        <a:dk1>
          <a:srgbClr val="FFFFFF"/>
        </a:dk1>
        <a:lt1>
          <a:srgbClr val="663300"/>
        </a:lt1>
        <a:dk2>
          <a:srgbClr val="FFFF99"/>
        </a:dk2>
        <a:lt2>
          <a:srgbClr val="964B00"/>
        </a:lt2>
        <a:accent1>
          <a:srgbClr val="C89618"/>
        </a:accent1>
        <a:accent2>
          <a:srgbClr val="CC9900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F7CC2F"/>
        </a:hlink>
        <a:folHlink>
          <a:srgbClr val="D2E64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2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3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4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5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6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7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8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19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0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1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2">
        <a:dk1>
          <a:srgbClr val="FFFFFF"/>
        </a:dk1>
        <a:lt1>
          <a:srgbClr val="375F2F"/>
        </a:lt1>
        <a:dk2>
          <a:srgbClr val="EBF8DE"/>
        </a:dk2>
        <a:lt2>
          <a:srgbClr val="55863C"/>
        </a:lt2>
        <a:accent1>
          <a:srgbClr val="00CC66"/>
        </a:accent1>
        <a:accent2>
          <a:srgbClr val="8EAC66"/>
        </a:accent2>
        <a:accent3>
          <a:srgbClr val="535379"/>
        </a:accent3>
        <a:accent4>
          <a:srgbClr val="737359"/>
        </a:accent4>
        <a:accent5>
          <a:srgbClr val="939339"/>
        </a:accent5>
        <a:accent6>
          <a:srgbClr val="B3B319"/>
        </a:accent6>
        <a:hlink>
          <a:srgbClr val="B4EF7F"/>
        </a:hlink>
        <a:folHlink>
          <a:srgbClr val="F8F6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332</Words>
  <Application>Microsoft Office PowerPoint</Application>
  <PresentationFormat>Widescreen</PresentationFormat>
  <Paragraphs>52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Century</vt:lpstr>
      <vt:lpstr>Segoe UI</vt:lpstr>
      <vt:lpstr>Wingdings</vt:lpstr>
      <vt:lpstr>Presentation</vt:lpstr>
      <vt:lpstr>COP3330 Syllabus</vt:lpstr>
      <vt:lpstr>Who am I?</vt:lpstr>
      <vt:lpstr>PowerPoint Presentation</vt:lpstr>
      <vt:lpstr>PowerPoint Presentation</vt:lpstr>
      <vt:lpstr>Late policy</vt:lpstr>
      <vt:lpstr>Assignment submissions</vt:lpstr>
      <vt:lpstr>What if I can not upload assignment last minute?</vt:lpstr>
      <vt:lpstr>How to study Java?</vt:lpstr>
      <vt:lpstr>Internet and youtube for everyone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Salih Safa Bacanli</cp:lastModifiedBy>
  <cp:revision>2</cp:revision>
  <dcterms:created xsi:type="dcterms:W3CDTF">2024-01-07T09:45:59Z</dcterms:created>
  <dcterms:modified xsi:type="dcterms:W3CDTF">2026-08-19T03:25:57Z</dcterms:modified>
</cp:coreProperties>
</file>