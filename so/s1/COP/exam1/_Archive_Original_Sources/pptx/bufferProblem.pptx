
<file path=[Content_Types].xml><?xml version="1.0" encoding="utf-8"?>
<Types xmlns="http://schemas.openxmlformats.org/package/2006/content-types">
  <Default Extension="rels" ContentType="application/vnd.openxmlformats-package.relationships+xml"/>
  <Default Extension="xml" ContentType="application/xml"/>
  <Default Extension="vml" ContentType="application/vnd.openxmlformats-officedocument.vmlDrawing"/>
  <Default Extension="fntdata" ContentType="application/x-fontdata"/>
  <Default Extension="bmp" ContentType="image/bmp"/>
  <Default Extension="jpeg" ContentType="image/jpeg"/>
  <Default Extension="png" ContentType="image/png"/>
  <Default Extension="gif" ContentType="image/gif"/>
  <Default Extension="tif" ContentType="image/tif"/>
  <Default Extension="emf" ContentType="image/x-emf"/>
  <Default Extension="wmf" ContentType="image/x-wmf"/>
  <Default Extension="pct" ContentType="image/pct"/>
  <Default Extension="pcx" ContentType="image/pcx"/>
  <Default Extension="tga" ContentType="image/tga"/>
  <Default Extension="svg" ContentType="image/svg+xml"/>
  <Default Extension="webp" ContentType="image/webp"/>
  <Default Extension="avi" ContentType="video/avi"/>
  <Default Extension="wmv" ContentType="video/wmv"/>
  <Default Extension="mpg" ContentType="video/mpeg"/>
  <Default Extension="mpeg" ContentType="video/mpeg"/>
  <Default Extension="mp2" ContentType="video/mpeg"/>
  <Default Extension="mp4" ContentType="video/mpeg"/>
  <Default Extension="wma" ContentType="audio/x-ms-wma"/>
  <Default Extension="mid" ContentType="audio/unknown"/>
  <Default Extension="midi" ContentType="audio/unknown"/>
  <Default Extension="rmi" ContentType="audio/unknown"/>
  <Default Extension="mp3" ContentType="audio/unknown"/>
  <Default Extension="wav" ContentType="audio/wav"/>
  <Default Extension="bin" ContentType="application/vnd.openxmlformats-officedocument.oleObjec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Types>
</file>

<file path=_rels/.rels><?xml version="1.0" encoding="UTF-8" standalone="yes" ?>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dMasterIdLst>
    <p:sldMasterId id="2147483648" r:id="rId5"/>
  </p:sldMasterIdLst>
  <p:sldIdLst>
    <p:sldId id="256" r:id="rId6"/>
    <p:sldId id="259" r:id="rId7"/>
    <p:sldId id="261" r:id="rId8"/>
    <p:sldId id="266" r:id="rId9"/>
    <p:sldId id="258" r:id="rId10"/>
    <p:sldId id="257" r:id="rId11"/>
    <p:sldId id="262" r:id="rId12"/>
    <p:sldId id="263" r:id="rId13"/>
    <p:sldId id="260" r:id="rId14"/>
    <p:sldId id="264" r:id="rId15"/>
  </p:sldIdLst>
  <p:sldSz cx="12192000" cy="6858000"/>
  <p:notesSz cx="6858000" cy="12192000"/>
  <p:defaultTextStyle>
    <a:lvl1pPr marL="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1pPr>
    <a:lvl2pPr marL="457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defaultTextStyle>
</p:presentation>
</file>

<file path=ppt/presProps.xml><?xml version="1.0" encoding="utf-8"?>
<p:presentation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howPr showNarration="1">
    <p:penClr>
      <a:srgbClr val="0000FF"/>
    </p:penClr>
  </p:showPr>
  <p:extLst>
    <p:ext uri="smNativeData">
      <pr:smAppRevision xmlns:pr="smNativeData" xmlns="smNativeData" dt="1787271041" val="1234" rev64="64" revOS="3"/>
      <pr:smFileRevision xmlns:pr="smNativeData" xmlns="smNativeData" dt="1787271041" val="101"/>
      <pr:guideOptions xmlns:pr="smNativeData" xmlns="smNativeData" dt="1787271041" snapToGrid="1" snapToBorders="1" snapToGuides="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slideViewPr>
    <p:cSldViewPr snapToObjects="1" showGuides="1">
      <p:cViewPr varScale="1">
        <p:scale>
          <a:sx n="59" d="100"/>
          <a:sy n="59" d="100"/>
        </p:scale>
        <p:origin x="375" y="294"/>
      </p:cViewPr>
      <p:guideLst x="0" y="0">
        <p:guide orient="horz" pos="2160"/>
        <p:guide pos="3840"/>
      </p:guideLst>
    </p:cSldViewPr>
  </p:slideViewPr>
  <p:outlineViewPr>
    <p:cViewPr>
      <p:scale>
        <a:sx n="33" d="100"/>
        <a:sy n="33" d="100"/>
      </p:scale>
      <p:origin x="0" y="0"/>
    </p:cViewPr>
  </p:outlineViewPr>
  <p:sorterViewPr>
    <p:cViewPr>
      <p:scale>
        <a:sx n="13" d="100"/>
        <a:sy n="13" d="100"/>
      </p:scale>
      <p:origin x="0" y="0"/>
    </p:cViewPr>
  </p:sorterViewPr>
  <p:notesViewPr>
    <p:cSldViewPr snapToObjects="1" showGuides="1">
      <p:cViewPr>
        <p:scale>
          <a:sx n="59" d="100"/>
          <a:sy n="59" d="100"/>
        </p:scale>
        <p:origin x="375" y="294"/>
      </p:cViewPr>
    </p:cSldViewPr>
  </p:notesViewPr>
  <p:gridSpacing cx="73477120" cy="73477120"/>
</p:viewPr>
</file>

<file path=ppt/_rels/presentation.xml.rels><?xml version="1.0" encoding="UTF-8" standalone="yes" ?>
<Relationships xmlns="http://schemas.openxmlformats.org/package/2006/relationships"><Relationship Id="rId1" Type="http://schemas.openxmlformats.org/officeDocument/2006/relationships/theme" Target="theme/theme1.xml"/><Relationship Id="rId2" Type="http://schemas.openxmlformats.org/officeDocument/2006/relationships/tableStyles" Target="tableStyles.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slideMaster" Target="slideMasters/slide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s>
</file>

<file path=ppt/slideLayouts/_rels/slideLayout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
  <p:cSld name="Title slide">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UAABoNAABgRQAAJhYAABAAAAAmAAAACAAAAAEAAAAAAAAA"/>
              </a:ext>
            </a:extLst>
          </p:cNvSpPr>
          <p:nvPr>
            <p:ph type="ctrTitle"/>
          </p:nvPr>
        </p:nvSpPr>
        <p:spPr>
          <a:xfrm>
            <a:off x="914400" y="2129790"/>
            <a:ext cx="10363200" cy="1470660"/>
          </a:xfrm>
        </p:spPr>
        <p:txBody>
          <a:bodyPr/>
          <a:lstStyle/>
          <a:p>
            <a:pPr/>
            <a:r>
              <a:t>Click to edit Master title style</a:t>
            </a:r>
          </a:p>
        </p:txBody>
      </p:sp>
      <p:sp>
        <p:nvSpPr>
          <p:cNvPr id="3" name="SlideSubtitle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QAsAAOgXAADAPwAAsCIAABAAAAAmAAAACAAAAAGAAAAAAAAA"/>
              </a:ext>
            </a:extLst>
          </p:cNvSpPr>
          <p:nvPr>
            <p:ph type="subTitle" idx="1"/>
          </p:nvPr>
        </p:nvSpPr>
        <p:spPr>
          <a:xfrm>
            <a:off x="1828800" y="3886200"/>
            <a:ext cx="8534400" cy="1752600"/>
          </a:xfrm>
        </p:spPr>
        <p:txBody>
          <a:bodyPr/>
          <a:lstStyle>
            <a:lvl1pPr marL="0" indent="0" algn="ctr">
              <a:buNone/>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pPr/>
            <a:r>
              <a:t>Click to edit Master subtitle style</a:t>
            </a:r>
          </a:p>
        </p:txBody>
      </p:sp>
      <p:sp>
        <p:nvSpPr>
          <p:cNvPr id="4"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522A200B-45BF-7FD6-F192-B3836EDC07E6}" type="datetime1">
              <a:t/>
            </a:fld>
          </a:p>
        </p:txBody>
      </p:sp>
      <p:sp>
        <p:nvSpPr>
          <p:cNvPr id="5"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5022F898-D6BD-770E-F39A-205BB6D40575}" type="slidenum">
              <a:t/>
            </a:fld>
          </a:p>
        </p:txBody>
      </p:sp>
    </p:spTree>
  </p:cSld>
  <p:clrMapOvr>
    <a:masterClrMapping/>
  </p:clrMapOvr>
  <p:hf hdr="0" ftr="0"/>
</p:sldLayout>
</file>

<file path=ppt/slideLayouts/slideLayout2.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x">
  <p:cSld name="Title and conten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BARwAAsCUAABAAAAAmAAAACAAAAAAAAAAAAAAA"/>
              </a:ext>
            </a:extLst>
          </p:cNvSpPr>
          <p:nvPr>
            <p:ph idx="1"/>
          </p:nvPr>
        </p:nvSpPr>
        <p:spPr/>
        <p:txBody>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48D3F84E-00A5-860E-EB6B-F65BB6251DA3}" type="datetime1">
              <a:t/>
            </a:fld>
          </a:p>
        </p:txBody>
      </p:sp>
      <p:sp>
        <p:nvSpPr>
          <p:cNvPr id="5"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3BF19F24-6AD6-A469-9849-9C3CD1076EC9}" type="slidenum">
              <a:t/>
            </a:fld>
          </a:p>
        </p:txBody>
      </p:sp>
    </p:spTree>
  </p:cSld>
  <p:clrMapOvr>
    <a:masterClrMapping/>
  </p:clrMapOvr>
  <p:hf hdr="0" ftr="0"/>
</p:sldLayout>
</file>

<file path=ppt/slideLayouts/slideLayout3.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secHead">
  <p:cSld name="Section header">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QUAABwbAACtRQAAfSMAABAAAAAmAAAACAAAAIGAAAAAAAAA"/>
              </a:ext>
            </a:extLst>
          </p:cNvSpPr>
          <p:nvPr>
            <p:ph type="title"/>
          </p:nvPr>
        </p:nvSpPr>
        <p:spPr>
          <a:xfrm>
            <a:off x="963295" y="4406900"/>
            <a:ext cx="10363200" cy="1362075"/>
          </a:xfrm>
        </p:spPr>
        <p:txBody>
          <a:bodyPr vert="horz" wrap="square" numCol="1" spcCol="215900" anchor="t">
            <a:prstTxWarp prst="textNoShape">
              <a:avLst/>
            </a:prstTxWarp>
          </a:bodyPr>
          <a:lstStyle>
            <a:lvl1pPr algn="l">
              <a:defRPr sz="4000" b="1" cap="all"/>
            </a:lvl1pPr>
          </a:lstStyle>
          <a:p>
            <a:pPr/>
            <a:r>
              <a:t>Click to edit Master title style</a:t>
            </a:r>
          </a:p>
        </p:txBody>
      </p:sp>
      <p:sp>
        <p:nvSpPr>
          <p:cNvPr id="3" name="SlideText1"/>
          <p:cNvSpPr>
            <a:spLocks noGrp="1" noChangeArrowheads="1"/>
            <a:extLst>
              <a:ext uri="smNativeData">
                <pr:smNativeData xmlns:pr="smNativeData" xmlns="smNativeData" val="SMDATA_15_gZeHahMAAAAlAAAAZAAAAA8BAAAAkAAAAEgAAACQAAAASAAAAAAAAAAC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7QUAAOERAACtRQAAHBsAABAAAAAmAAAACAAAAIGAAAAAAAAA"/>
              </a:ext>
            </a:extLst>
          </p:cNvSpPr>
          <p:nvPr>
            <p:ph idx="1"/>
          </p:nvPr>
        </p:nvSpPr>
        <p:spPr>
          <a:xfrm>
            <a:off x="963295" y="2906395"/>
            <a:ext cx="10363200" cy="1500505"/>
          </a:xfrm>
        </p:spPr>
        <p:txBody>
          <a:bodyPr vert="horz" wrap="square" numCol="1" spcCol="215900" anchor="b">
            <a:prstTxWarp prst="textNoShape">
              <a:avLst/>
            </a:prstTxWarp>
          </a:bodyPr>
          <a:lstStyle>
            <a:lvl1pPr marL="0" indent="0">
              <a:buNone/>
              <a:defRPr sz="2000" cap="none"/>
            </a:lvl1pPr>
            <a:lvl2pPr marL="457200" indent="0">
              <a:buNone/>
              <a:defRPr sz="1800" cap="none"/>
            </a:lvl2pPr>
            <a:lvl3pPr marL="914400" indent="0">
              <a:buNone/>
              <a:defRPr sz="1600" cap="none"/>
            </a:lvl3pPr>
            <a:lvl4pPr marL="1371600" indent="0">
              <a:buNone/>
              <a:defRPr sz="1400" cap="none"/>
            </a:lvl4pPr>
            <a:lvl5pPr marL="1828800" indent="0">
              <a:buNone/>
              <a:defRPr sz="1400" cap="none"/>
            </a:lvl5pPr>
            <a:lvl6pPr marL="2286000" indent="0">
              <a:buNone/>
              <a:defRPr sz="1400" cap="none"/>
            </a:lvl6pPr>
            <a:lvl7pPr marL="2743200" indent="0">
              <a:buNone/>
              <a:defRPr sz="1400" cap="none"/>
            </a:lvl7pPr>
            <a:lvl8pPr marL="3200400" indent="0">
              <a:buNone/>
              <a:defRPr sz="1400" cap="none"/>
            </a:lvl8pPr>
            <a:lvl9pPr marL="3657600" indent="0">
              <a:buNone/>
              <a:defRPr sz="1400" cap="none"/>
            </a:lvl9pPr>
          </a:lstStyle>
          <a:p>
            <a:pPr/>
            <a:r>
              <a:t>Click to edit Master text styles</a:t>
            </a:r>
          </a:p>
        </p:txBody>
      </p:sp>
      <p:sp>
        <p:nvSpPr>
          <p:cNvPr id="4"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654CA774-3A88-1951-C6F4-CC04E9BA3099}" type="datetime1">
              <a:t/>
            </a:fld>
          </a:p>
        </p:txBody>
      </p:sp>
      <p:sp>
        <p:nvSpPr>
          <p:cNvPr id="5"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4E319F46-08A3-6469-ED89-FE3CD1C71BAB}" type="slidenum">
              <a:t/>
            </a:fld>
          </a:p>
        </p:txBody>
      </p:sp>
    </p:spTree>
  </p:cSld>
  <p:clrMapOvr>
    <a:masterClrMapping/>
  </p:clrMapOvr>
  <p:hf hdr="0" ftr="0"/>
</p:sldLayout>
</file>

<file path=ppt/slideLayouts/slideLayout4.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ColTx">
  <p:cSld name="Title and two contents">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2"/>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DhJAAAsCUAABAAAAAmAAAACAAAAAGAAAAAAAAA"/>
              </a:ext>
            </a:extLst>
          </p:cNvSpPr>
          <p:nvPr>
            <p:ph idx="1"/>
          </p:nvPr>
        </p:nvSpPr>
        <p:spPr>
          <a:xfrm>
            <a:off x="609600" y="1600200"/>
            <a:ext cx="5385435" cy="4526280"/>
          </a:xfrm>
        </p:spPr>
        <p:txBody>
          <a:bodyPr/>
          <a:lstStyle>
            <a:lvl1pPr>
              <a:defRPr sz="2800" cap="none"/>
            </a:lvl1pPr>
            <a:lvl2pPr>
              <a:defRPr sz="2400" cap="none"/>
            </a:lvl2pPr>
            <a:lvl3pPr>
              <a:defRPr sz="2000" cap="none"/>
            </a:lvl3pPr>
            <a:lvl4pPr>
              <a:defRPr sz="1800" cap="none"/>
            </a:lvl4pPr>
            <a:lvl5pPr>
              <a:defRPr sz="1800" cap="none"/>
            </a:lvl5pPr>
            <a:lvl6pPr>
              <a:defRPr sz="1800" cap="none"/>
            </a:lvl6pPr>
            <a:lvl7pPr>
              <a:defRPr sz="1800" cap="none"/>
            </a:lvl7pPr>
            <a:lvl8pPr>
              <a:defRPr sz="1800" cap="none"/>
            </a:lvl8pPr>
            <a:lvl9pPr>
              <a:defRPr sz="1800" cap="none"/>
            </a:lvl9pPr>
          </a:lstStyle>
          <a:p>
            <a:pPr/>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yYAANgJAABARwAAsCUAABAAAAAmAAAACAAAAAGAAAAAAAAA"/>
              </a:ext>
            </a:extLst>
          </p:cNvSpPr>
          <p:nvPr>
            <p:ph idx="2"/>
          </p:nvPr>
        </p:nvSpPr>
        <p:spPr>
          <a:xfrm>
            <a:off x="6196965" y="1600200"/>
            <a:ext cx="5385435" cy="4526280"/>
          </a:xfrm>
        </p:spPr>
        <p:txBody>
          <a:bodyPr/>
          <a:lstStyle>
            <a:lvl1pPr>
              <a:defRPr sz="2800" cap="none"/>
            </a:lvl1pPr>
            <a:lvl2pPr>
              <a:defRPr sz="2400" cap="none"/>
            </a:lvl2pPr>
            <a:lvl3pPr>
              <a:defRPr sz="2000" cap="none"/>
            </a:lvl3pPr>
            <a:lvl4pPr>
              <a:defRPr sz="1800" cap="none"/>
            </a:lvl4pPr>
            <a:lvl5pPr>
              <a:defRPr sz="1800" cap="none"/>
            </a:lvl5pPr>
            <a:lvl6pPr>
              <a:defRPr sz="1800" cap="none"/>
            </a:lvl6pPr>
            <a:lvl7pPr>
              <a:defRPr sz="1800" cap="none"/>
            </a:lvl7pPr>
            <a:lvl8pPr>
              <a:defRPr sz="1800" cap="none"/>
            </a:lvl8pPr>
            <a:lvl9pPr>
              <a:defRPr sz="1800" cap="none"/>
            </a:lvl9pPr>
          </a:lstStyle>
          <a:p>
            <a:pPr/>
            <a:r>
              <a:t>Click to edit Master text styles</a:t>
            </a:r>
          </a:p>
          <a:p>
            <a:pPr lvl="1"/>
            <a:r>
              <a:t>Second level</a:t>
            </a:r>
          </a:p>
          <a:p>
            <a:pPr lvl="2"/>
            <a:r>
              <a:t>Third level</a:t>
            </a:r>
          </a:p>
          <a:p>
            <a:pPr lvl="3"/>
            <a:r>
              <a:t>Fourth level</a:t>
            </a:r>
          </a:p>
          <a:p>
            <a:pPr lvl="4"/>
            <a:r>
              <a:t>Fifth level</a:t>
            </a:r>
          </a:p>
        </p:txBody>
      </p:sp>
      <p:sp>
        <p:nvSpPr>
          <p:cNvPr id="5"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5B7E93CD-83B6-2B65-F8C6-7530DD880E20}" type="datetime1">
              <a:t/>
            </a:fld>
          </a:p>
        </p:txBody>
      </p:sp>
      <p:sp>
        <p:nvSpPr>
          <p:cNvPr id="6"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7"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79B8B92D-6394-ED4F-DA00-951AF74E2CC0}" type="slidenum">
              <a:t/>
            </a:fld>
          </a:p>
        </p:txBody>
      </p:sp>
    </p:spTree>
  </p:cSld>
  <p:clrMapOvr>
    <a:masterClrMapping/>
  </p:clrMapOvr>
  <p:hf hdr="0" ftr="0"/>
</p:sldLayout>
</file>

<file path=ppt/slideLayouts/slideLayout5.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woTxTwoObj">
  <p:cSld name="Comparis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3"/>
          <p:cNvSpPr>
            <a:spLocks noGrp="1" noChangeArrowheads="1"/>
            <a:extLst>
              <a:ext uri="smNativeData">
                <pr:smNativeData xmlns:pr="smNativeData" xmlns="smNativeData" val="SMDATA_15_gZeHahMAAAAlAAAAZAAAAA8BAAAAkAAAAEgAAACQAAAASAAAAAAAAAAC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HEJAADjJAAAYQ0AABAAAAAmAAAACAAAAIGAAAAAAAAA"/>
              </a:ext>
            </a:extLst>
          </p:cNvSpPr>
          <p:nvPr>
            <p:ph idx="1"/>
          </p:nvPr>
        </p:nvSpPr>
        <p:spPr>
          <a:xfrm>
            <a:off x="609600" y="1534795"/>
            <a:ext cx="5386705" cy="640080"/>
          </a:xfrm>
        </p:spPr>
        <p:txBody>
          <a:bodyPr vert="horz" wrap="square" numCol="1" spcCol="215900" anchor="b">
            <a:prstTxWarp prst="textNoShape">
              <a:avLst/>
            </a:prstTxWarp>
          </a:bodyPr>
          <a:lstStyle>
            <a:lvl1pPr marL="0" indent="0">
              <a:buNone/>
              <a:defRPr sz="2400" b="1" cap="none"/>
            </a:lvl1pPr>
            <a:lvl2pPr marL="457200" indent="0">
              <a:buNone/>
              <a:defRPr sz="2000" b="1" cap="none"/>
            </a:lvl2pPr>
            <a:lvl3pPr marL="914400" indent="0">
              <a:buNone/>
              <a:defRPr sz="1800" b="1" cap="none"/>
            </a:lvl3pPr>
            <a:lvl4pPr marL="1371600" indent="0">
              <a:buNone/>
              <a:defRPr sz="1600" b="1" cap="none"/>
            </a:lvl4pPr>
            <a:lvl5pPr marL="1828800" indent="0">
              <a:buNone/>
              <a:defRPr sz="1600" b="1" cap="none"/>
            </a:lvl5pPr>
            <a:lvl6pPr marL="2286000" indent="0">
              <a:buNone/>
              <a:defRPr sz="1600" b="1" cap="none"/>
            </a:lvl6pPr>
            <a:lvl7pPr marL="2743200" indent="0">
              <a:buNone/>
              <a:defRPr sz="1600" b="1" cap="none"/>
            </a:lvl7pPr>
            <a:lvl8pPr marL="3200400" indent="0">
              <a:buNone/>
              <a:defRPr sz="1600" b="1" cap="none"/>
            </a:lvl8pPr>
            <a:lvl9pPr marL="3657600" indent="0">
              <a:buNone/>
              <a:defRPr sz="1600" b="1" cap="none"/>
            </a:lvl9pPr>
          </a:lstStyle>
          <a:p>
            <a:pPr/>
            <a:r>
              <a:t>Click to edit Master text styles</a:t>
            </a:r>
          </a:p>
        </p:txBody>
      </p:sp>
      <p:sp>
        <p:nvSpPr>
          <p:cNvPr id="4" name="SlideText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GENAADjJAAAsCUAABAAAAAmAAAACAAAAAGAAAAAAAAA"/>
              </a:ext>
            </a:extLst>
          </p:cNvSpPr>
          <p:nvPr>
            <p:ph idx="2"/>
          </p:nvPr>
        </p:nvSpPr>
        <p:spPr>
          <a:xfrm>
            <a:off x="609600" y="2174875"/>
            <a:ext cx="5386705" cy="3951605"/>
          </a:xfrm>
        </p:spPr>
        <p:txBody>
          <a:bodyPr/>
          <a:lstStyle>
            <a:lvl1pPr>
              <a:defRPr sz="2400" cap="none"/>
            </a:lvl1pPr>
            <a:lvl2pPr>
              <a:defRPr sz="2000" cap="none"/>
            </a:lvl2pPr>
            <a:lvl3pPr>
              <a:defRPr sz="1800" cap="none"/>
            </a:lvl3pPr>
            <a:lvl4pPr>
              <a:defRPr sz="1600" cap="none"/>
            </a:lvl4pPr>
            <a:lvl5pPr>
              <a:defRPr sz="1600" cap="none"/>
            </a:lvl5pPr>
            <a:lvl6pPr>
              <a:defRPr sz="1600" cap="none"/>
            </a:lvl6pPr>
            <a:lvl7pPr>
              <a:defRPr sz="1600" cap="none"/>
            </a:lvl7pPr>
            <a:lvl8pPr>
              <a:defRPr sz="1600" cap="none"/>
            </a:lvl8pPr>
            <a:lvl9pPr>
              <a:defRPr sz="1600" cap="none"/>
            </a:lvl9pPr>
          </a:lstStyle>
          <a:p>
            <a:pPr/>
            <a:r>
              <a:t>Click to edit Master text styles</a:t>
            </a:r>
          </a:p>
          <a:p>
            <a:pPr lvl="1"/>
            <a:r>
              <a:t>Second level</a:t>
            </a:r>
          </a:p>
          <a:p>
            <a:pPr lvl="2"/>
            <a:r>
              <a:t>Third level</a:t>
            </a:r>
          </a:p>
          <a:p>
            <a:pPr lvl="3"/>
            <a:r>
              <a:t>Fourth level</a:t>
            </a:r>
          </a:p>
          <a:p>
            <a:pPr lvl="4"/>
            <a:r>
              <a:t>Fifth level</a:t>
            </a:r>
          </a:p>
        </p:txBody>
      </p:sp>
      <p:sp>
        <p:nvSpPr>
          <p:cNvPr id="5" name="SlideText2"/>
          <p:cNvSpPr>
            <a:spLocks noGrp="1" noChangeArrowheads="1"/>
            <a:extLst>
              <a:ext uri="smNativeData">
                <pr:smNativeData xmlns:pr="smNativeData" xmlns="smNativeData" val="SMDATA_15_gZeHahMAAAAlAAAAZAAAAA8BAAAAkAAAAEgAAACQAAAASAAAAAAAAAAC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SYAAHEJAABARwAAYQ0AABAAAAAmAAAACAAAAIGAAAAAAAAA"/>
              </a:ext>
            </a:extLst>
          </p:cNvSpPr>
          <p:nvPr>
            <p:ph idx="3"/>
          </p:nvPr>
        </p:nvSpPr>
        <p:spPr>
          <a:xfrm>
            <a:off x="6195695" y="1534795"/>
            <a:ext cx="5386705" cy="640080"/>
          </a:xfrm>
        </p:spPr>
        <p:txBody>
          <a:bodyPr vert="horz" wrap="square" numCol="1" spcCol="215900" anchor="b">
            <a:prstTxWarp prst="textNoShape">
              <a:avLst/>
            </a:prstTxWarp>
          </a:bodyPr>
          <a:lstStyle>
            <a:lvl1pPr marL="0" indent="0">
              <a:buNone/>
              <a:defRPr sz="2400" b="1" cap="none"/>
            </a:lvl1pPr>
            <a:lvl2pPr marL="457200" indent="0">
              <a:buNone/>
              <a:defRPr sz="2000" b="1" cap="none"/>
            </a:lvl2pPr>
            <a:lvl3pPr marL="914400" indent="0">
              <a:buNone/>
              <a:defRPr sz="1800" b="1" cap="none"/>
            </a:lvl3pPr>
            <a:lvl4pPr marL="1371600" indent="0">
              <a:buNone/>
              <a:defRPr sz="1600" b="1" cap="none"/>
            </a:lvl4pPr>
            <a:lvl5pPr marL="1828800" indent="0">
              <a:buNone/>
              <a:defRPr sz="1600" b="1" cap="none"/>
            </a:lvl5pPr>
            <a:lvl6pPr marL="2286000" indent="0">
              <a:buNone/>
              <a:defRPr sz="1600" b="1" cap="none"/>
            </a:lvl6pPr>
            <a:lvl7pPr marL="2743200" indent="0">
              <a:buNone/>
              <a:defRPr sz="1600" b="1" cap="none"/>
            </a:lvl7pPr>
            <a:lvl8pPr marL="3200400" indent="0">
              <a:buNone/>
              <a:defRPr sz="1600" b="1" cap="none"/>
            </a:lvl8pPr>
            <a:lvl9pPr marL="3657600" indent="0">
              <a:buNone/>
              <a:defRPr sz="1600" b="1" cap="none"/>
            </a:lvl9pPr>
          </a:lstStyle>
          <a:p>
            <a:pPr/>
            <a:r>
              <a:t>Click to edit Master text styles</a:t>
            </a:r>
          </a:p>
        </p:txBody>
      </p:sp>
      <p:sp>
        <p:nvSpPr>
          <p:cNvPr id="6" name="SlideText4"/>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SYAAGENAABARwAAsCUAABAAAAAmAAAACAAAAAGAAAAAAAAA"/>
              </a:ext>
            </a:extLst>
          </p:cNvSpPr>
          <p:nvPr>
            <p:ph idx="4"/>
          </p:nvPr>
        </p:nvSpPr>
        <p:spPr>
          <a:xfrm>
            <a:off x="6195695" y="2174875"/>
            <a:ext cx="5386705" cy="3951605"/>
          </a:xfrm>
        </p:spPr>
        <p:txBody>
          <a:bodyPr/>
          <a:lstStyle>
            <a:lvl1pPr>
              <a:defRPr sz="2400" cap="none"/>
            </a:lvl1pPr>
            <a:lvl2pPr>
              <a:defRPr sz="2000" cap="none"/>
            </a:lvl2pPr>
            <a:lvl3pPr>
              <a:defRPr sz="1800" cap="none"/>
            </a:lvl3pPr>
            <a:lvl4pPr>
              <a:defRPr sz="1600" cap="none"/>
            </a:lvl4pPr>
            <a:lvl5pPr>
              <a:defRPr sz="1600" cap="none"/>
            </a:lvl5pPr>
            <a:lvl6pPr>
              <a:defRPr sz="1600" cap="none"/>
            </a:lvl6pPr>
            <a:lvl7pPr>
              <a:defRPr sz="1600" cap="none"/>
            </a:lvl7pPr>
            <a:lvl8pPr>
              <a:defRPr sz="1600" cap="none"/>
            </a:lvl8pPr>
            <a:lvl9pPr>
              <a:defRPr sz="1600" cap="none"/>
            </a:lvl9pPr>
          </a:lstStyle>
          <a:p>
            <a:pPr/>
            <a:r>
              <a:t>Click to edit Master text styles</a:t>
            </a:r>
          </a:p>
          <a:p>
            <a:pPr lvl="1"/>
            <a:r>
              <a:t>Second level</a:t>
            </a:r>
          </a:p>
          <a:p>
            <a:pPr lvl="2"/>
            <a:r>
              <a:t>Third level</a:t>
            </a:r>
          </a:p>
          <a:p>
            <a:pPr lvl="3"/>
            <a:r>
              <a:t>Fourth level</a:t>
            </a:r>
          </a:p>
          <a:p>
            <a:pPr lvl="4"/>
            <a:r>
              <a:t>Fifth level</a:t>
            </a:r>
          </a:p>
        </p:txBody>
      </p:sp>
      <p:sp>
        <p:nvSpPr>
          <p:cNvPr id="7"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086EFFF5-BBE5-3B09-ABD6-4D5CB1985D18}" type="datetime1">
              <a:t/>
            </a:fld>
          </a:p>
        </p:txBody>
      </p:sp>
      <p:sp>
        <p:nvSpPr>
          <p:cNvPr id="8"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9"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061594D4-9AEB-4062-A5AD-6C37DAE35339}" type="slidenum">
              <a:t/>
            </a:fld>
          </a:p>
        </p:txBody>
      </p:sp>
    </p:spTree>
  </p:cSld>
  <p:clrMapOvr>
    <a:masterClrMapping/>
  </p:clrMapOvr>
  <p:hf hdr="0" ftr="0"/>
</p:sldLayout>
</file>

<file path=ppt/slideLayouts/slideLayout6.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titleOnly">
  <p:cSld name="Title only">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5ADA54AA-E4B7-8FA2-F962-12F71A2C0F47}" type="datetime1">
              <a:t/>
            </a:fld>
          </a:p>
        </p:txBody>
      </p:sp>
      <p:sp>
        <p:nvSpPr>
          <p:cNvPr id="4"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5"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249D6F4D-03C9-C899-8725-F5CC216B71A0}" type="slidenum">
              <a:t/>
            </a:fld>
          </a:p>
        </p:txBody>
      </p:sp>
    </p:spTree>
  </p:cSld>
  <p:clrMapOvr>
    <a:masterClrMapping/>
  </p:clrMapOvr>
  <p:hf hdr="0" ftr="0"/>
</p:sldLayout>
</file>

<file path=ppt/slideLayouts/slideLayout7.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blank">
  <p:cSld name="Blank">
    <p:spTree>
      <p:nvGrpSpPr>
        <p:cNvPr id="1" name=""/>
        <p:cNvGrpSpPr/>
        <p:nvPr/>
      </p:nvGrpSpPr>
      <p:grpSpPr>
        <a:xfrm>
          <a:off x="0" y="0"/>
          <a:ext cx="0" cy="0"/>
          <a:chOff x="0" y="0"/>
          <a:chExt cx="0" cy="0"/>
        </a:xfrm>
      </p:grpSpPr>
      <p:sp>
        <p:nvSpPr>
          <p:cNvPr id="2"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w7I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6D41050F-4180-14F3-CEF9-B7A64BB738E2}" type="datetime1">
              <a:t/>
            </a:fld>
          </a:p>
        </p:txBody>
      </p:sp>
      <p:sp>
        <p:nvSpPr>
          <p:cNvPr id="3"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4"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28C3FBA4-EAC5-960D-8B7B-1C58B5357D49}" type="slidenum">
              <a:t/>
            </a:fld>
          </a:p>
        </p:txBody>
      </p:sp>
    </p:spTree>
  </p:cSld>
  <p:clrMapOvr>
    <a:masterClrMapping/>
  </p:clrMapOvr>
  <p:hf hdr="0" ftr="0"/>
</p:sldLayout>
</file>

<file path=ppt/slideLayouts/slideLayout8.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objTx">
  <p:cSld name="Content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C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K4BAABtHAAA1AgAABAAAAAmAAAACAAAAIGAAAAAAAAA"/>
              </a:ext>
            </a:extLst>
          </p:cNvSpPr>
          <p:nvPr>
            <p:ph type="title"/>
          </p:nvPr>
        </p:nvSpPr>
        <p:spPr>
          <a:xfrm>
            <a:off x="609600" y="273050"/>
            <a:ext cx="4011295" cy="1162050"/>
          </a:xfrm>
        </p:spPr>
        <p:txBody>
          <a:bodyPr vert="horz" wrap="square" numCol="1" spcCol="215900" anchor="b">
            <a:prstTxWarp prst="textNoShape">
              <a:avLst/>
            </a:prstTxWarp>
          </a:bodyPr>
          <a:lstStyle>
            <a:lvl1pPr algn="l">
              <a:defRPr sz="2000" b="1" cap="none"/>
            </a:lvl1pPr>
          </a:lstStyle>
          <a:p>
            <a:pPr/>
            <a:r>
              <a:t>Click to edit Master title style</a:t>
            </a:r>
          </a:p>
        </p:txBody>
      </p:sp>
      <p:sp>
        <p:nvSpPr>
          <p:cNvPr id="3" name="SlideText2"/>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Ux0AAK4BAABARwAAsCUAABAAAAAmAAAACAAAAAGAAAAAAAAA"/>
              </a:ext>
            </a:extLst>
          </p:cNvSpPr>
          <p:nvPr>
            <p:ph idx="1"/>
          </p:nvPr>
        </p:nvSpPr>
        <p:spPr>
          <a:xfrm>
            <a:off x="4766945" y="273050"/>
            <a:ext cx="6815455" cy="5853430"/>
          </a:xfrm>
        </p:spPr>
        <p:txBody>
          <a:bodyPr/>
          <a:lstStyle>
            <a:lvl1pPr>
              <a:defRPr sz="3200" cap="none"/>
            </a:lvl1pPr>
            <a:lvl2pPr>
              <a:defRPr sz="2800" cap="none"/>
            </a:lvl2pPr>
            <a:lvl3pPr>
              <a:defRPr sz="2400" cap="none"/>
            </a:lvl3pPr>
            <a:lvl4pPr>
              <a:defRPr sz="2000" cap="none"/>
            </a:lvl4pPr>
            <a:lvl5pPr>
              <a:defRPr sz="2000" cap="none"/>
            </a:lvl5pPr>
            <a:lvl6pPr>
              <a:defRPr sz="2000" cap="none"/>
            </a:lvl6pPr>
            <a:lvl7pPr>
              <a:defRPr sz="2000" cap="none"/>
            </a:lvl7pPr>
            <a:lvl8pPr>
              <a:defRPr sz="2000" cap="none"/>
            </a:lvl8pPr>
            <a:lvl9pPr>
              <a:defRPr sz="2000" cap="none"/>
            </a:lvl9pPr>
          </a:lstStyle>
          <a:p>
            <a:pPr/>
            <a:r>
              <a:t>Click to edit Master text styles</a:t>
            </a:r>
          </a:p>
          <a:p>
            <a:pPr lvl="1"/>
            <a:r>
              <a:t>Second level</a:t>
            </a:r>
          </a:p>
          <a:p>
            <a:pPr lvl="2"/>
            <a:r>
              <a:t>Third level</a:t>
            </a:r>
          </a:p>
          <a:p>
            <a:pPr lvl="3"/>
            <a:r>
              <a:t>Fourth level</a:t>
            </a:r>
          </a:p>
          <a:p>
            <a:pPr lvl="4"/>
            <a:r>
              <a:t>Fifth level</a:t>
            </a:r>
          </a:p>
        </p:txBody>
      </p:sp>
      <p:sp>
        <p:nvSpPr>
          <p:cNvPr id="4" name="SlideText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QIAABtHAAAsCUAABAAAAAmAAAACAAAAAGAAAAAAAAA"/>
              </a:ext>
            </a:extLst>
          </p:cNvSpPr>
          <p:nvPr>
            <p:ph idx="2"/>
          </p:nvPr>
        </p:nvSpPr>
        <p:spPr>
          <a:xfrm>
            <a:off x="609600" y="1435100"/>
            <a:ext cx="4011295" cy="4691380"/>
          </a:xfrm>
        </p:spPr>
        <p:txBody>
          <a:bodyPr/>
          <a:lstStyle>
            <a:lvl1pPr marL="0" indent="0">
              <a:buNone/>
              <a:defRPr sz="1400" cap="none"/>
            </a:lvl1pPr>
            <a:lvl2pPr marL="457200" indent="0">
              <a:buNone/>
              <a:defRPr sz="1200" cap="none"/>
            </a:lvl2pPr>
            <a:lvl3pPr marL="914400" indent="0">
              <a:buNone/>
              <a:defRPr sz="1000" cap="none"/>
            </a:lvl3pPr>
            <a:lvl4pPr marL="1371600" indent="0">
              <a:buNone/>
              <a:defRPr sz="900" cap="none"/>
            </a:lvl4pPr>
            <a:lvl5pPr marL="1828800" indent="0">
              <a:buNone/>
              <a:defRPr sz="900" cap="none"/>
            </a:lvl5pPr>
            <a:lvl6pPr marL="2286000" indent="0">
              <a:buNone/>
              <a:defRPr sz="900" cap="none"/>
            </a:lvl6pPr>
            <a:lvl7pPr marL="2743200" indent="0">
              <a:buNone/>
              <a:defRPr sz="900" cap="none"/>
            </a:lvl7pPr>
            <a:lvl8pPr marL="3200400" indent="0">
              <a:buNone/>
              <a:defRPr sz="900" cap="none"/>
            </a:lvl8pPr>
            <a:lvl9pPr marL="3657600" indent="0">
              <a:buNone/>
              <a:defRPr sz="900" cap="none"/>
            </a:lvl9pPr>
          </a:lstStyle>
          <a:p>
            <a:pPr/>
            <a:r>
              <a:t>Click to edit Master text styles</a:t>
            </a:r>
          </a:p>
        </p:txBody>
      </p:sp>
      <p:sp>
        <p:nvSpPr>
          <p:cNvPr id="5"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2A93B548-06C7-C643-892B-F016FB657FA5}" type="datetime1">
              <a:t/>
            </a:fld>
          </a:p>
        </p:txBody>
      </p:sp>
      <p:sp>
        <p:nvSpPr>
          <p:cNvPr id="6"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HNwY0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7"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6FF1E038-7682-A416-CC49-8043AE073AD5}" type="slidenum">
              <a:t/>
            </a:fld>
          </a:p>
        </p:txBody>
      </p:sp>
    </p:spTree>
  </p:cSld>
  <p:clrMapOvr>
    <a:masterClrMapping/>
  </p:clrMapOvr>
  <p:hf hdr="0" ftr="0"/>
</p:sldLayout>
</file>

<file path=ppt/slideLayouts/slideLayout9.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picTx">
  <p:cSld name="Picture with caption">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C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IgdAACzOwAABCEAABAAAAAmAAAACAAAAIGAAAAAAAAA"/>
              </a:ext>
            </a:extLst>
          </p:cNvSpPr>
          <p:nvPr>
            <p:ph type="title"/>
          </p:nvPr>
        </p:nvSpPr>
        <p:spPr>
          <a:xfrm>
            <a:off x="2389505" y="4800600"/>
            <a:ext cx="7315200" cy="566420"/>
          </a:xfrm>
        </p:spPr>
        <p:txBody>
          <a:bodyPr vert="horz" wrap="square" numCol="1" spcCol="215900" anchor="b">
            <a:prstTxWarp prst="textNoShape">
              <a:avLst/>
            </a:prstTxWarp>
          </a:bodyPr>
          <a:lstStyle>
            <a:lvl1pPr algn="l">
              <a:defRPr sz="2000" b="1" cap="none"/>
            </a:lvl1pPr>
          </a:lstStyle>
          <a:p>
            <a:pPr/>
            <a:r>
              <a:t>Click to edit Master title style</a:t>
            </a:r>
          </a:p>
        </p:txBody>
      </p:sp>
      <p:sp>
        <p:nvSpPr>
          <p:cNvPr id="3" name="SlideText2"/>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MYDAACzOwAAFh0AABAAAAAmAAAACAAAAAGAAAAAAAAA"/>
              </a:ext>
            </a:extLst>
          </p:cNvSpPr>
          <p:nvPr>
            <p:ph idx="1"/>
          </p:nvPr>
        </p:nvSpPr>
        <p:spPr>
          <a:xfrm>
            <a:off x="2389505" y="613410"/>
            <a:ext cx="7315200" cy="4114800"/>
          </a:xfrm>
        </p:spPr>
        <p:txBody>
          <a:bodyPr/>
          <a:lstStyle>
            <a:lvl1pPr marL="0" indent="0">
              <a:buNone/>
              <a:defRPr sz="3200" cap="none"/>
            </a:lvl1pPr>
            <a:lvl2pPr marL="457200" indent="0">
              <a:buNone/>
              <a:defRPr sz="2800" cap="none"/>
            </a:lvl2pPr>
            <a:lvl3pPr marL="914400" indent="0">
              <a:buNone/>
              <a:defRPr sz="2400" cap="none"/>
            </a:lvl3pPr>
            <a:lvl4pPr marL="1371600" indent="0">
              <a:buNone/>
              <a:defRPr sz="2000" cap="none"/>
            </a:lvl4pPr>
            <a:lvl5pPr marL="1828800" indent="0">
              <a:buNone/>
              <a:defRPr sz="2000" cap="none"/>
            </a:lvl5pPr>
            <a:lvl6pPr marL="2286000" indent="0">
              <a:buNone/>
              <a:defRPr sz="2000" cap="none"/>
            </a:lvl6pPr>
            <a:lvl7pPr marL="2743200" indent="0">
              <a:buNone/>
              <a:defRPr sz="2000" cap="none"/>
            </a:lvl7pPr>
            <a:lvl8pPr marL="3200400" indent="0">
              <a:buNone/>
              <a:defRPr sz="2000" cap="none"/>
            </a:lvl8pPr>
            <a:lvl9pPr marL="3657600" indent="0">
              <a:buNone/>
              <a:defRPr sz="2000" cap="none"/>
            </a:lvl9pPr>
          </a:lstStyle>
          <a:p>
            <a:pPr/>
            <a:r>
              <a:t>Click to edit Master text styles</a:t>
            </a:r>
          </a:p>
        </p:txBody>
      </p:sp>
      <p:sp>
        <p:nvSpPr>
          <p:cNvPr id="4" name="SlideText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sw4AAAQhAACzOwAA+CUAABAAAAAmAAAACAAAAAGAAAAAAAAA"/>
              </a:ext>
            </a:extLst>
          </p:cNvSpPr>
          <p:nvPr>
            <p:ph idx="2"/>
          </p:nvPr>
        </p:nvSpPr>
        <p:spPr>
          <a:xfrm>
            <a:off x="2389505" y="5367020"/>
            <a:ext cx="7315200" cy="805180"/>
          </a:xfrm>
        </p:spPr>
        <p:txBody>
          <a:bodyPr/>
          <a:lstStyle>
            <a:lvl1pPr marL="0" indent="0">
              <a:buNone/>
              <a:defRPr sz="1400" cap="none"/>
            </a:lvl1pPr>
            <a:lvl2pPr marL="457200" indent="0">
              <a:buNone/>
              <a:defRPr sz="1200" cap="none"/>
            </a:lvl2pPr>
            <a:lvl3pPr marL="914400" indent="0">
              <a:buNone/>
              <a:defRPr sz="1000" cap="none"/>
            </a:lvl3pPr>
            <a:lvl4pPr marL="1371600" indent="0">
              <a:buNone/>
              <a:defRPr sz="900" cap="none"/>
            </a:lvl4pPr>
            <a:lvl5pPr marL="1828800" indent="0">
              <a:buNone/>
              <a:defRPr sz="900" cap="none"/>
            </a:lvl5pPr>
            <a:lvl6pPr marL="2286000" indent="0">
              <a:buNone/>
              <a:defRPr sz="900" cap="none"/>
            </a:lvl6pPr>
            <a:lvl7pPr marL="2743200" indent="0">
              <a:buNone/>
              <a:defRPr sz="900" cap="none"/>
            </a:lvl7pPr>
            <a:lvl8pPr marL="3200400" indent="0">
              <a:buNone/>
              <a:defRPr sz="900" cap="none"/>
            </a:lvl8pPr>
            <a:lvl9pPr marL="3657600" indent="0">
              <a:buNone/>
              <a:defRPr sz="900" cap="none"/>
            </a:lvl9pPr>
          </a:lstStyle>
          <a:p>
            <a:pPr/>
            <a:r>
              <a:t>Click to edit Master text styles</a:t>
            </a:r>
          </a:p>
        </p:txBody>
      </p:sp>
      <p:sp>
        <p:nvSpPr>
          <p:cNvPr id="5"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4B9CA0B3-FDA6-C956-E824-0B03EE6A1E5E}" type="datetime1">
              <a:t/>
            </a:fld>
          </a:p>
        </p:txBody>
      </p:sp>
      <p:sp>
        <p:nvSpPr>
          <p:cNvPr id="6"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7"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6C339E11-5F81-6668-CF8B-A93DD0C539FC}" type="slidenum">
              <a:t/>
            </a:fld>
          </a:p>
        </p:txBody>
      </p:sp>
    </p:spTree>
  </p:cSld>
  <p:clrMapOvr>
    <a:masterClrMapping/>
  </p:clrMapOvr>
  <p:hf hdr="0" ftr="0"/>
</p:sldLayout>
</file>

<file path=ppt/slideLayouts/slideLayout10.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x">
  <p:cSld name="Title and vertical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G49Ij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Click to edit Master title style</a:t>
            </a:r>
          </a:p>
        </p:txBody>
      </p:sp>
      <p:sp>
        <p:nvSpPr>
          <p:cNvPr id="3" name="SlideText1"/>
          <p:cNvSpPr>
            <a:spLocks noGrp="1" noChangeArrowheads="1"/>
            <a:extLst>
              <a:ext uri="smNativeData">
                <pr:smNativeData xmlns:pr="smNativeData" xmlns="smNativeData" val="SMDATA_15_gZeHahMAAAAlAAAAZAAAAA8BAAAAkAAAAEgAAACQAAAASAAAAAAAAAAAAAAAAQ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BARwAAsCUAABAAAAAmAAAACAAAAAIAAAAAAAAA"/>
              </a:ext>
            </a:extLst>
          </p:cNvSpPr>
          <p:nvPr>
            <p:ph idx="1"/>
          </p:nvPr>
        </p:nvSpPr>
        <p:spPr/>
        <p:txBody>
          <a:bodyPr vert="vert" wrap="square" numCol="1" spcCol="215900" anchor="t">
            <a:prstTxWarp prst="textNoShape">
              <a:avLst/>
            </a:prstTxWarp>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6E55540E-4083-00A2-CDED-B6F71AA33BE3}" type="datetime1">
              <a:t/>
            </a:fld>
          </a:p>
        </p:txBody>
      </p:sp>
      <p:sp>
        <p:nvSpPr>
          <p:cNvPr id="5"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GE6c3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38F575BD-F3D5-A083-9B4D-05D63B036D50}" type="slidenum">
              <a:t/>
            </a:fld>
          </a:p>
        </p:txBody>
      </p:sp>
    </p:spTree>
  </p:cSld>
  <p:clrMapOvr>
    <a:masterClrMapping/>
  </p:clrMapOvr>
  <p:hf hdr="0" ftr="0"/>
</p:sldLayout>
</file>

<file path=ppt/slideLayouts/slideLayout11.xml><?xml version="1.0" encoding="utf-8"?>
<p:sldLayout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type="vertTitleAndTx">
  <p:cSld name="Vertical title and text">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CAAAAAQ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DYAALABAABARwAAsCUAABAAAAAmAAAACAAAAIMAAAAAAAAA"/>
              </a:ext>
            </a:extLst>
          </p:cNvSpPr>
          <p:nvPr>
            <p:ph type="title"/>
          </p:nvPr>
        </p:nvSpPr>
        <p:spPr>
          <a:xfrm>
            <a:off x="8839200" y="274320"/>
            <a:ext cx="2743200" cy="5852160"/>
          </a:xfrm>
        </p:spPr>
        <p:txBody>
          <a:bodyPr vert="vert" wrap="square" numCol="1" spcCol="215900" anchor="b">
            <a:prstTxWarp prst="textNoShape">
              <a:avLst/>
            </a:prstTxWarp>
          </a:bodyPr>
          <a:lstStyle/>
          <a:p>
            <a:pPr/>
            <a:r>
              <a:t>Click to edit Master title style</a:t>
            </a:r>
          </a:p>
        </p:txBody>
      </p:sp>
      <p:sp>
        <p:nvSpPr>
          <p:cNvPr id="3" name="SlideText1"/>
          <p:cNvSpPr>
            <a:spLocks noGrp="1" noChangeArrowheads="1"/>
            <a:extLst>
              <a:ext uri="smNativeData">
                <pr:smNativeData xmlns:pr="smNativeData" xmlns="smNativeData" val="SMDATA_15_gZeHahMAAAAlAAAAZAAAAA8BAAAAkAAAAEgAAACQAAAASAAAAAAAAAAAAAAAAQ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AfNQAAsCUAABAAAAAmAAAACAAAAAMAAAAAAAAA"/>
              </a:ext>
            </a:extLst>
          </p:cNvSpPr>
          <p:nvPr>
            <p:ph idx="1"/>
          </p:nvPr>
        </p:nvSpPr>
        <p:spPr>
          <a:xfrm>
            <a:off x="609600" y="274320"/>
            <a:ext cx="8025765" cy="5852160"/>
          </a:xfrm>
        </p:spPr>
        <p:txBody>
          <a:bodyPr vert="vert" wrap="square" numCol="1" spcCol="215900" anchor="t">
            <a:prstTxWarp prst="textNoShape">
              <a:avLst/>
            </a:prstTxWarp>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AAAAAAAAAAA"/>
              </a:ext>
            </a:extLst>
          </p:cNvSpPr>
          <p:nvPr>
            <p:ph type="dt" sz="quarter" idx="10"/>
          </p:nvPr>
        </p:nvSpPr>
        <p:spPr/>
        <p:txBody>
          <a:bodyPr/>
          <a:lstStyle/>
          <a:p>
            <a:pPr/>
            <a:fld id="{2247F8EC-A2CF-120E-81FF-545BB6B17701}" type="datetime1">
              <a:t/>
            </a:fld>
          </a:p>
        </p:txBody>
      </p:sp>
      <p:sp>
        <p:nvSpPr>
          <p:cNvPr id="5"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AAAAAAAAAAA"/>
              </a:ext>
            </a:extLst>
          </p:cNvSpPr>
          <p:nvPr>
            <p:ph type="ftr" sz="quarter" idx="11"/>
          </p:nvPr>
        </p:nvSpPr>
        <p:spPr/>
        <p:txBody>
          <a:bodyPr/>
          <a:lstStyle/>
          <a:p>
            <a:pPr/>
          </a:p>
        </p:txBody>
      </p:sp>
      <p:sp>
        <p:nvSpPr>
          <p:cNvPr id="6"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AAAAAAAAAAA"/>
              </a:ext>
            </a:extLst>
          </p:cNvSpPr>
          <p:nvPr>
            <p:ph type="sldNum" sz="quarter" idx="12"/>
          </p:nvPr>
        </p:nvSpPr>
        <p:spPr/>
        <p:txBody>
          <a:bodyPr/>
          <a:lstStyle/>
          <a:p>
            <a:pPr/>
            <a:fld id="{3B3E0AE3-ADD6-6BFC-9886-5BA944C86E0E}" type="slidenum">
              <a:t/>
            </a:fld>
          </a:p>
        </p:txBody>
      </p:sp>
    </p:spTree>
  </p:cSld>
  <p:clrMapOvr>
    <a:masterClrMapping/>
  </p:clrMapOvr>
  <p:hf hdr="0" ftr="0"/>
</p:sldLayout>
</file>

<file path=ppt/slideMasters/_rels/slideMaster1.xml.rels><?xml version="1.0" encoding="UTF-8" standalone="yes" ?>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p:cSld name="Default design">
    <p:bg>
      <p:bgPr>
        <a:solidFill>
          <a:schemeClr val="bg1"/>
        </a:solidFill>
        <a:effectLst/>
      </p:bgPr>
    </p:bg>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P//////////"/>
              </a:ext>
            </a:extLst>
          </p:cNvSpPr>
          <p:nvPr>
            <p:ph type="title"/>
          </p:nvPr>
        </p:nvSpPr>
        <p:spPr>
          <a:xfrm>
            <a:off x="609600" y="274320"/>
            <a:ext cx="10972800" cy="1143000"/>
          </a:xfrm>
          <a:prstGeom prst="rect">
            <a:avLst/>
          </a:prstGeom>
          <a:noFill/>
          <a:ln>
            <a:noFill/>
          </a:ln>
          <a:effectLst/>
        </p:spPr>
        <p:txBody>
          <a:bodyPr vert="horz" wrap="square" numCol="1" spcCol="215900" anchor="ctr">
            <a:prstTxWarp prst="textNoShape">
              <a:avLst/>
            </a:prstTxWarp>
          </a:bodyPr>
          <a:lstStyle/>
          <a:p>
            <a:pPr/>
            <a:r>
              <a:t>Click to edit Master title style</a:t>
            </a:r>
          </a:p>
        </p:txBody>
      </p:sp>
      <p:sp>
        <p:nvSpPr>
          <p:cNvPr id="3" name="SlideText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BARwAAsCUAABAAAAAmAAAACAAAAP//////////"/>
              </a:ext>
            </a:extLst>
          </p:cNvSpPr>
          <p:nvPr>
            <p:ph type="body" idx="1"/>
          </p:nvPr>
        </p:nvSpPr>
        <p:spPr>
          <a:xfrm>
            <a:off x="609600" y="1600200"/>
            <a:ext cx="10972800" cy="4526280"/>
          </a:xfrm>
          <a:prstGeom prst="rect">
            <a:avLst/>
          </a:prstGeom>
          <a:noFill/>
          <a:ln>
            <a:noFill/>
          </a:ln>
          <a:effectLst/>
        </p:spPr>
        <p:txBody>
          <a:bodyPr vert="horz" wrap="square" numCol="1" spcCol="215900" anchor="t">
            <a:prstTxWarp prst="textNoShape">
              <a:avLst/>
            </a:prstTxWarp>
          </a:bodyPr>
          <a:lstStyle/>
          <a:p>
            <a:pPr/>
            <a:r>
              <a:t>Click to edit Master text styles</a:t>
            </a:r>
          </a:p>
          <a:p>
            <a:pPr lvl="1"/>
            <a:r>
              <a:t>Second level</a:t>
            </a:r>
          </a:p>
          <a:p>
            <a:pPr lvl="2"/>
            <a:r>
              <a:t>Third level</a:t>
            </a:r>
          </a:p>
          <a:p>
            <a:pPr lvl="3"/>
            <a:r>
              <a:t>Fourth level</a:t>
            </a:r>
          </a:p>
          <a:p>
            <a:pPr lvl="4"/>
            <a:r>
              <a:t>Fifth level</a:t>
            </a:r>
          </a:p>
        </p:txBody>
      </p:sp>
      <p:sp>
        <p:nvSpPr>
          <p:cNvPr id="4" name="DateTime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HsAf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BsnAAA/FQAAWSkAABAAAAAmAAAACAAAAP//////////"/>
              </a:ext>
            </a:extLst>
          </p:cNvSpPr>
          <p:nvPr>
            <p:ph type="dt" sz="quarter" idx="2"/>
          </p:nvPr>
        </p:nvSpPr>
        <p:spPr>
          <a:xfrm>
            <a:off x="609600" y="6356985"/>
            <a:ext cx="2844165" cy="364490"/>
          </a:xfrm>
          <a:prstGeom prst="rect">
            <a:avLst/>
          </a:prstGeom>
          <a:noFill/>
          <a:ln>
            <a:noFill/>
          </a:ln>
          <a:effectLst/>
        </p:spPr>
        <p:txBody>
          <a:bodyPr vert="horz" wrap="square" numCol="1" spcCol="215900" anchor="ctr">
            <a:prstTxWarp prst="textNoShape">
              <a:avLst/>
            </a:prstTxWarp>
          </a:bodyPr>
          <a:lstStyle>
            <a:lvl1pPr algn="l">
              <a:defRPr sz="1200" cap="none"/>
            </a:lvl1pPr>
          </a:lstStyle>
          <a:p>
            <a:pPr/>
            <a:fld id="{1D92193D-73F0-C7EF-BE2A-85BA576448D0}" type="datetime1">
              <a:t/>
            </a:fld>
          </a:p>
        </p:txBody>
      </p:sp>
      <p:sp>
        <p:nvSpPr>
          <p:cNvPr id="5" name="Foot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RkAABsnAABfMQAAWSkAABAAAAAmAAAACAAAAP//////////"/>
              </a:ext>
            </a:extLst>
          </p:cNvSpPr>
          <p:nvPr>
            <p:ph type="ftr" sz="quarter" idx="3"/>
          </p:nvPr>
        </p:nvSpPr>
        <p:spPr>
          <a:xfrm>
            <a:off x="4166235" y="6356985"/>
            <a:ext cx="3859530" cy="364490"/>
          </a:xfrm>
          <a:prstGeom prst="rect">
            <a:avLst/>
          </a:prstGeom>
          <a:noFill/>
          <a:ln>
            <a:noFill/>
          </a:ln>
          <a:effectLst/>
        </p:spPr>
        <p:txBody>
          <a:bodyPr vert="horz" wrap="square" numCol="1" spcCol="215900" anchor="ctr">
            <a:prstTxWarp prst="textNoShape">
              <a:avLst/>
            </a:prstTxWarp>
          </a:bodyPr>
          <a:lstStyle>
            <a:lvl1pPr algn="ctr">
              <a:defRPr sz="1200" cap="none"/>
            </a:lvl1pPr>
          </a:lstStyle>
          <a:p>
            <a:pPr/>
          </a:p>
        </p:txBody>
      </p:sp>
      <p:sp>
        <p:nvSpPr>
          <p:cNvPr id="6" name="SlideNumberArea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TUAABsnAABARwAAWSkAABAAAAAmAAAACAAAAP//////////"/>
              </a:ext>
            </a:extLst>
          </p:cNvSpPr>
          <p:nvPr>
            <p:ph type="sldNum" sz="quarter" idx="4"/>
          </p:nvPr>
        </p:nvSpPr>
        <p:spPr>
          <a:xfrm>
            <a:off x="8738235" y="6356985"/>
            <a:ext cx="2844165" cy="364490"/>
          </a:xfrm>
          <a:prstGeom prst="rect">
            <a:avLst/>
          </a:prstGeom>
          <a:noFill/>
          <a:ln>
            <a:noFill/>
          </a:ln>
          <a:effectLst/>
        </p:spPr>
        <p:txBody>
          <a:bodyPr vert="horz" wrap="square" numCol="1" spcCol="215900" anchor="ctr">
            <a:prstTxWarp prst="textNoShape">
              <a:avLst/>
            </a:prstTxWarp>
          </a:bodyPr>
          <a:lstStyle>
            <a:lvl1pPr algn="r">
              <a:defRPr sz="1200" cap="none"/>
            </a:lvl1pPr>
          </a:lstStyle>
          <a:p>
            <a:pPr/>
            <a:fld id="{4F437EC2-8CA2-1688-ECFB-7ADD30B51A2F}" type="slidenum">
              <a:t/>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marR="0" indent="0" algn="ctr" defTabSz="457200">
        <a:lnSpc>
          <a:spcPct val="100000"/>
        </a:lnSpc>
        <a:spcBef>
          <a:spcPts val="0"/>
        </a:spcBef>
        <a:spcAft>
          <a:spcPts val="0"/>
        </a:spcAft>
        <a:buNone/>
        <a:tabLst/>
        <a:defRPr sz="4400" b="0" i="0" u="none" strike="noStrike" kern="1" cap="none" spc="0" baseline="0">
          <a:solidFill>
            <a:schemeClr val="tx2"/>
          </a:solidFill>
          <a:effectLst/>
          <a:latin typeface="Calibri" pitchFamily="2" charset="0"/>
          <a:ea typeface="SimSun" pitchFamily="0" charset="0"/>
          <a:cs typeface="Times New Roman" pitchFamily="1" charset="0"/>
        </a:defRPr>
      </a:lvl1pPr>
      <a:lvl2pPr marL="457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titleStyle>
    <p:bodyStyle>
      <a:lvl1pPr marL="342900" marR="0" indent="-342900" algn="l" defTabSz="457200">
        <a:lnSpc>
          <a:spcPct val="100000"/>
        </a:lnSpc>
        <a:spcBef>
          <a:spcPts val="0"/>
        </a:spcBef>
        <a:spcAft>
          <a:spcPts val="0"/>
        </a:spcAft>
        <a:buClrTx/>
        <a:buSzTx/>
        <a:buFontTx/>
        <a:buChar char="•"/>
        <a:tabLst/>
        <a:defRPr sz="3200" b="0" i="0" u="none" strike="noStrike" kern="1" cap="none" spc="0" baseline="0">
          <a:solidFill>
            <a:schemeClr val="tx1"/>
          </a:solidFill>
          <a:effectLst/>
          <a:latin typeface="Calibri" pitchFamily="2" charset="0"/>
          <a:ea typeface="SimSun" pitchFamily="0" charset="0"/>
          <a:cs typeface="Times New Roman" pitchFamily="1" charset="0"/>
        </a:defRPr>
      </a:lvl1pPr>
      <a:lvl2pPr marL="742950" marR="0" indent="-285750" algn="l" defTabSz="457200">
        <a:lnSpc>
          <a:spcPct val="100000"/>
        </a:lnSpc>
        <a:spcBef>
          <a:spcPts val="0"/>
        </a:spcBef>
        <a:spcAft>
          <a:spcPts val="0"/>
        </a:spcAft>
        <a:buClrTx/>
        <a:buSzTx/>
        <a:buFontTx/>
        <a:buChar char="–"/>
        <a:tabLst/>
        <a:defRPr sz="2800" b="0" i="0" u="none" strike="noStrike" kern="1" cap="none" spc="0" baseline="0">
          <a:solidFill>
            <a:schemeClr val="tx1"/>
          </a:solidFill>
          <a:effectLst/>
          <a:latin typeface="Calibri" pitchFamily="2" charset="0"/>
          <a:ea typeface="SimSun" pitchFamily="0" charset="0"/>
          <a:cs typeface="Times New Roman" pitchFamily="1" charset="0"/>
        </a:defRPr>
      </a:lvl2pPr>
      <a:lvl3pPr marL="1143000" marR="0" indent="-228600" algn="l" defTabSz="457200">
        <a:lnSpc>
          <a:spcPct val="100000"/>
        </a:lnSpc>
        <a:spcBef>
          <a:spcPts val="0"/>
        </a:spcBef>
        <a:spcAft>
          <a:spcPts val="0"/>
        </a:spcAft>
        <a:buClrTx/>
        <a:buSzTx/>
        <a:buFontTx/>
        <a:buChar char="•"/>
        <a:tabLst/>
        <a:defRPr sz="2400" b="0" i="0" u="none" strike="noStrike" kern="1" cap="none" spc="0" baseline="0">
          <a:solidFill>
            <a:schemeClr val="tx1"/>
          </a:solidFill>
          <a:effectLst/>
          <a:latin typeface="Calibri" pitchFamily="2" charset="0"/>
          <a:ea typeface="SimSun" pitchFamily="0" charset="0"/>
          <a:cs typeface="Times New Roman" pitchFamily="1" charset="0"/>
        </a:defRPr>
      </a:lvl3pPr>
      <a:lvl4pPr marL="16002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4pPr>
      <a:lvl5pPr marL="20574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5pPr>
      <a:lvl6pPr marL="25146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6pPr>
      <a:lvl7pPr marL="29718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7pPr>
      <a:lvl8pPr marL="34290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8pPr>
      <a:lvl9pPr marL="3886200" marR="0" indent="-228600" algn="l" defTabSz="457200">
        <a:lnSpc>
          <a:spcPct val="100000"/>
        </a:lnSpc>
        <a:spcBef>
          <a:spcPts val="0"/>
        </a:spcBef>
        <a:spcAft>
          <a:spcPts val="0"/>
        </a:spcAft>
        <a:buClrTx/>
        <a:buSzTx/>
        <a:buFontTx/>
        <a:buChar char="•"/>
        <a:tabLst/>
        <a:defRPr sz="2000" b="0" i="0" u="none" strike="noStrike" kern="1" cap="none" spc="0" baseline="0">
          <a:solidFill>
            <a:schemeClr val="tx1"/>
          </a:solidFill>
          <a:effectLst/>
          <a:latin typeface="Calibri" pitchFamily="2" charset="0"/>
          <a:ea typeface="SimSun" pitchFamily="0" charset="0"/>
          <a:cs typeface="Times New Roman" pitchFamily="1" charset="0"/>
        </a:defRPr>
      </a:lvl9pPr>
    </p:bodyStyle>
    <p:otherStyle>
      <a:lvl1pPr marL="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1pPr>
      <a:lvl2pPr marL="457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2pPr>
      <a:lvl3pPr marL="914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3pPr>
      <a:lvl4pPr marL="1371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4pPr>
      <a:lvl5pPr marL="18288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5pPr>
      <a:lvl6pPr marL="22860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6pPr>
      <a:lvl7pPr marL="27432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7pPr>
      <a:lvl8pPr marL="32004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8pPr>
      <a:lvl9pPr marL="3657600" marR="0" indent="0" algn="l" defTabSz="457200">
        <a:lnSpc>
          <a:spcPct val="100000"/>
        </a:lnSpc>
        <a:spcBef>
          <a:spcPts val="0"/>
        </a:spcBef>
        <a:spcAft>
          <a:spcPts val="0"/>
        </a:spcAft>
        <a:buNone/>
        <a:tabLst/>
        <a:defRPr sz="1800" b="0" i="0" u="none" strike="noStrike" kern="1" cap="none" spc="0" baseline="0">
          <a:solidFill>
            <a:schemeClr val="tx1"/>
          </a:solidFill>
          <a:effectLst/>
          <a:latin typeface="Calibri" pitchFamily="2" charset="0"/>
          <a:ea typeface="SimSun" pitchFamily="0" charset="0"/>
          <a:cs typeface="Times New Roman" pitchFamily="1" charset="0"/>
        </a:defRPr>
      </a:lvl9pPr>
    </p:otherStyle>
  </p:txStyles>
</p:sldMaster>
</file>

<file path=ppt/slides/_rels/slide1.xml.rels><?xml version="1.0" encoding="UTF-8" standalone="yes" ?>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oAUAABoNAABgRQAAJhYAAAAAAAAmAAAACAAAAAEAAAAAAAAA"/>
              </a:ext>
            </a:extLst>
          </p:cNvSpPr>
          <p:nvPr>
            <p:ph type="ctrTitle"/>
          </p:nvPr>
        </p:nvSpPr>
        <p:spPr>
          <a:xfrm>
            <a:off x="914400" y="2129790"/>
            <a:ext cx="10363200" cy="1470660"/>
          </a:xfrm>
        </p:spPr>
        <p:txBody>
          <a:bodyPr/>
          <a:lstStyle/>
          <a:p>
            <a:pPr/>
            <a:r>
              <a:t>Scanner Buffer issue in Java</a:t>
            </a:r>
          </a:p>
        </p:txBody>
      </p:sp>
      <p:sp>
        <p:nvSpPr>
          <p:cNvPr id="3" name="SlideSubtitle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QAsAAOgXAAByQAAAMiQAABAAAAAmAAAACAAAAAEAAAAAAAAA"/>
              </a:ext>
            </a:extLst>
          </p:cNvSpPr>
          <p:nvPr>
            <p:ph type="subTitle" idx="1"/>
          </p:nvPr>
        </p:nvSpPr>
        <p:spPr>
          <a:xfrm>
            <a:off x="1828800" y="3886200"/>
            <a:ext cx="8647430" cy="1997710"/>
          </a:xfrm>
        </p:spPr>
        <p:txBody>
          <a:bodyPr/>
          <a:lstStyle/>
          <a:p>
            <a:pPr/>
            <a:r>
              <a:t>COP 3330</a:t>
            </a:r>
          </a:p>
          <a:p>
            <a:pPr/>
            <a:r>
              <a:t>Department of Computer Science</a:t>
            </a:r>
          </a:p>
          <a:p>
            <a:pPr/>
            <a:r>
              <a:t>University of Central Florida</a:t>
            </a:r>
          </a:p>
          <a:p>
            <a:pPr/>
            <a:r>
              <a:t>Dr. Bacanli</a:t>
            </a:r>
          </a:p>
        </p:txBody>
      </p:sp>
    </p:spTree>
  </p:cSld>
  <p:clrMapOvr>
    <a:masterClrMapping/>
  </p:clrMapOvr>
  <p:timing>
    <p:tnLst>
      <p:par>
        <p:cTn id="1" dur="indefinite" restart="never" nodeType="tmRoot"/>
      </p:par>
    </p:tnLst>
  </p:timing>
</p:sld>
</file>

<file path=ppt/slides/slide2.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extbox1"/>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Mgf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gICAA8zMzADAwP8Af39/AAAAAAAAAAAAAAAAAAAAAAAAAAAAIQAAABgAAAAUAAAAUwEAAFIBAABwMQAAThQAABAAAAAmAAAACAAAAP//////////"/>
              </a:ext>
            </a:extLst>
          </p:cNvSpPr>
          <p:nvPr/>
        </p:nvSpPr>
        <p:spPr>
          <a:xfrm>
            <a:off x="215265" y="214630"/>
            <a:ext cx="7821295" cy="3086100"/>
          </a:xfrm>
          <a:prstGeom prst="rect">
            <a:avLst/>
          </a:prstGeom>
          <a:solidFill>
            <a:schemeClr val="bg1"/>
          </a:solidFill>
          <a:ln w="12700" cap="flat" cmpd="sng" algn="ctr">
            <a:solidFill>
              <a:schemeClr val="tx1"/>
            </a:solidFill>
            <a:prstDash val="solid"/>
            <a:headEnd type="none"/>
            <a:tailEnd type="none"/>
          </a:ln>
          <a:effectLst/>
        </p:spPr>
        <p:txBody>
          <a:bodyPr vert="horz" wrap="square" numCol="1" spcCol="215900" anchor="t"/>
          <a:lstStyle/>
          <a:p>
            <a:pPr>
              <a:defRPr sz="2200" cap="none">
                <a:latin typeface="Courier New" pitchFamily="3" charset="0"/>
                <a:ea typeface="Courier New" pitchFamily="3" charset="0"/>
                <a:cs typeface="Courier New" pitchFamily="3" charset="0"/>
              </a:defRPr>
            </a:pPr>
            <a:r>
              <a:t>System.out.println("Enter age");    </a:t>
            </a:r>
          </a:p>
          <a:p>
            <a:pPr>
              <a:defRPr sz="2200" cap="none">
                <a:latin typeface="Courier New" pitchFamily="3" charset="0"/>
                <a:ea typeface="Courier New" pitchFamily="3" charset="0"/>
                <a:cs typeface="Courier New" pitchFamily="3" charset="0"/>
              </a:defRPr>
            </a:pPr>
            <a:r>
              <a:t>int age;</a:t>
            </a:r>
          </a:p>
          <a:p>
            <a:pPr>
              <a:defRPr sz="2200" cap="none">
                <a:latin typeface="Courier New" pitchFamily="3" charset="0"/>
                <a:ea typeface="Courier New" pitchFamily="3" charset="0"/>
                <a:cs typeface="Courier New" pitchFamily="3" charset="0"/>
              </a:defRPr>
            </a:pPr>
            <a:r>
              <a:t>age = scan.nextInt();</a:t>
            </a:r>
          </a:p>
          <a:p>
            <a:pPr>
              <a:defRPr sz="2200" cap="none">
                <a:latin typeface="Courier New" pitchFamily="3" charset="0"/>
                <a:ea typeface="Courier New" pitchFamily="3" charset="0"/>
                <a:cs typeface="Courier New" pitchFamily="3" charset="0"/>
              </a:defRPr>
            </a:pPr>
            <a:r>
              <a:t>System.out.println("Age is "+age); </a:t>
            </a:r>
          </a:p>
          <a:p>
            <a:pPr>
              <a:defRPr sz="2200" cap="none">
                <a:latin typeface="Courier New" pitchFamily="3" charset="0"/>
                <a:ea typeface="Courier New" pitchFamily="3" charset="0"/>
                <a:cs typeface="Courier New" pitchFamily="3" charset="0"/>
              </a:defRPr>
            </a:pPr>
            <a:r>
              <a:t>System.out.println("Enter full name"); </a:t>
            </a:r>
          </a:p>
          <a:p>
            <a:pPr>
              <a:defRPr sz="2200" cap="none">
                <a:latin typeface="Courier New" pitchFamily="3" charset="0"/>
                <a:ea typeface="Courier New" pitchFamily="3" charset="0"/>
                <a:cs typeface="Courier New" pitchFamily="3" charset="0"/>
              </a:defRPr>
            </a:pPr>
            <a:r>
              <a:t>String name = scan.nextLine(); </a:t>
            </a:r>
          </a:p>
          <a:p>
            <a:pPr>
              <a:defRPr sz="2200" cap="none">
                <a:latin typeface="Courier New" pitchFamily="3" charset="0"/>
                <a:ea typeface="Courier New" pitchFamily="3" charset="0"/>
                <a:cs typeface="Courier New" pitchFamily="3" charset="0"/>
              </a:defRPr>
            </a:pPr>
            <a:r>
              <a:t>System.out.println("Name is &lt;"+name+"&gt;");</a:t>
            </a:r>
          </a:p>
          <a:p>
            <a:pPr>
              <a:defRPr sz="2200" cap="none">
                <a:latin typeface="Courier New" pitchFamily="3" charset="0"/>
                <a:ea typeface="Courier New" pitchFamily="3" charset="0"/>
                <a:cs typeface="Courier New" pitchFamily="3" charset="0"/>
              </a:defRPr>
            </a:pPr>
            <a:r>
              <a:t>System.out.println("Enter name of school");</a:t>
            </a:r>
          </a:p>
          <a:p>
            <a:pPr>
              <a:defRPr sz="2200" cap="none">
                <a:latin typeface="Courier New" pitchFamily="3" charset="0"/>
                <a:ea typeface="Courier New" pitchFamily="3" charset="0"/>
                <a:cs typeface="Courier New" pitchFamily="3" charset="0"/>
              </a:defRPr>
            </a:pPr>
            <a:r>
              <a:t>String school = scan.nextLine(); </a:t>
            </a:r>
          </a:p>
        </p:txBody>
      </p:sp>
      <p:sp>
        <p:nvSpPr>
          <p:cNvPr id="3" name="Textbox2"/>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8AA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GoE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8AAP///wEAAAAAAAAAAAAAAAAAAAAAAAAAAAAAAAAAAAAAAAAAAAAAAAJ/f38AgICAA8zMzADAwP8Af39/AAAAAAAAAAAAAAAAAAAAAAAAAAAAIQAAABgAAAAUAAAAuicAAM8bAACVLAAAqiAAABAAAAAmAAAACAAAAP//////////"/>
              </a:ext>
            </a:extLst>
          </p:cNvSpPr>
          <p:nvPr/>
        </p:nvSpPr>
        <p:spPr>
          <a:xfrm>
            <a:off x="6457950" y="4520565"/>
            <a:ext cx="789305" cy="789305"/>
          </a:xfrm>
          <a:prstGeom prst="rect">
            <a:avLst/>
          </a:prstGeom>
          <a:solidFill>
            <a:srgbClr val="FFFF00"/>
          </a:solidFill>
          <a:ln w="12700" cap="flat" cmpd="sng" algn="ctr">
            <a:solidFill>
              <a:schemeClr val="tx1"/>
            </a:solidFill>
            <a:prstDash val="solid"/>
            <a:headEnd type="none"/>
            <a:tailEnd type="none"/>
          </a:ln>
          <a:effectLst/>
        </p:spPr>
        <p:txBody>
          <a:bodyPr vert="horz" wrap="square" numCol="1" spcCol="215900" anchor="t"/>
          <a:lstStyle/>
          <a:p>
            <a:pPr algn="ctr">
              <a:lnSpc>
                <a:spcPct val="150000"/>
              </a:lnSpc>
              <a:defRPr sz="2400" cap="none"/>
            </a:pPr>
            <a:r>
              <a:t>5</a:t>
            </a:r>
          </a:p>
        </p:txBody>
      </p:sp>
      <p:sp>
        <p:nvSpPr>
          <p:cNvPr id="4" name="Textbox3"/>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8AA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GoE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8AAP///wEAAAAAAAAAAAAAAAAAAAAAAAAAAAAAAAAAAAAAAAAAAAAAAAJ/f38AgICAA8zMzADAwP8Af39/AAAAAAAAAAAAAAAAAAAAAAAAAAAAIQAAABgAAAAUAAAAbiIAAM8bAABJJwAAqiAAABAAAAAmAAAACAAAAP//////////"/>
              </a:ext>
            </a:extLst>
          </p:cNvSpPr>
          <p:nvPr/>
        </p:nvSpPr>
        <p:spPr>
          <a:xfrm>
            <a:off x="5596890" y="4520565"/>
            <a:ext cx="789305" cy="789305"/>
          </a:xfrm>
          <a:prstGeom prst="rect">
            <a:avLst/>
          </a:prstGeom>
          <a:solidFill>
            <a:srgbClr val="FFFF00"/>
          </a:solidFill>
          <a:ln w="12700" cap="flat" cmpd="sng" algn="ctr">
            <a:solidFill>
              <a:schemeClr val="tx1"/>
            </a:solidFill>
            <a:prstDash val="solid"/>
            <a:headEnd type="none"/>
            <a:tailEnd type="none"/>
          </a:ln>
          <a:effectLst/>
        </p:spPr>
        <p:txBody>
          <a:bodyPr vert="horz" wrap="square" numCol="1" spcCol="215900" anchor="t"/>
          <a:lstStyle/>
          <a:p>
            <a:pPr algn="ctr">
              <a:lnSpc>
                <a:spcPct val="150000"/>
              </a:lnSpc>
              <a:defRPr sz="2400" cap="none"/>
            </a:pPr>
            <a:r>
              <a:t>\n</a:t>
            </a:r>
          </a:p>
        </p:txBody>
      </p:sp>
      <p:sp>
        <p:nvSpPr>
          <p:cNvPr id="5" name="Textbox4"/>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P////8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4TEAAFYDAADVSAAA/AUAABAAAAAmAAAACAAAAP//////////"/>
              </a:ext>
            </a:extLst>
          </p:cNvSpPr>
          <p:nvPr/>
        </p:nvSpPr>
        <p:spPr>
          <a:xfrm>
            <a:off x="8108315" y="542290"/>
            <a:ext cx="3731260" cy="430530"/>
          </a:xfrm>
          <a:prstGeom prst="rect">
            <a:avLst/>
          </a:prstGeom>
          <a:solidFill>
            <a:schemeClr val="tx1"/>
          </a:solidFill>
          <a:ln>
            <a:noFill/>
          </a:ln>
          <a:effectLst/>
        </p:spPr>
        <p:txBody>
          <a:bodyPr vert="horz" wrap="square" numCol="1" spcCol="215900" anchor="t"/>
          <a:lstStyle/>
          <a:p>
            <a:pPr>
              <a:defRPr sz="2400" cap="none">
                <a:solidFill>
                  <a:srgbClr val="FFFFFF"/>
                </a:solidFill>
              </a:defRPr>
            </a:pPr>
            <a:r>
              <a:t>Enter age </a:t>
            </a:r>
          </a:p>
        </p:txBody>
      </p:sp>
      <p:sp>
        <p:nvSpPr>
          <p:cNvPr id="6" name="Textbox5"/>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AAAAAQ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4TEAAGMIAADVSAAABwsAABAAAAAmAAAACAAAAP//////////"/>
              </a:ext>
            </a:extLst>
          </p:cNvSpPr>
          <p:nvPr/>
        </p:nvSpPr>
        <p:spPr>
          <a:xfrm>
            <a:off x="8108315" y="1363345"/>
            <a:ext cx="3731260" cy="429260"/>
          </a:xfrm>
          <a:prstGeom prst="rect">
            <a:avLst/>
          </a:prstGeom>
          <a:solidFill>
            <a:schemeClr val="tx1"/>
          </a:solidFill>
          <a:ln>
            <a:noFill/>
          </a:ln>
          <a:effectLst/>
        </p:spPr>
        <p:txBody>
          <a:bodyPr vert="horz" wrap="square" numCol="1" spcCol="215900" anchor="t"/>
          <a:lstStyle/>
          <a:p>
            <a:pPr>
              <a:defRPr sz="2400" cap="none">
                <a:solidFill>
                  <a:srgbClr val="FFFFFF"/>
                </a:solidFill>
              </a:defRPr>
            </a:pPr>
            <a:r>
              <a:t>Age is 5</a:t>
            </a:r>
          </a:p>
        </p:txBody>
      </p:sp>
      <p:sp>
        <p:nvSpPr>
          <p:cNvPr id="7" name="Textbox6"/>
          <p:cNvSpPr txBox="1">
            <a:extLst>
              <a:ext uri="smNativeData">
                <pr:smNativeData xmlns:pr="smNativeData" xmlns="smNativeData" val="SMDATA_15_gZeHahMAAAAlAAAAEgAAAE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4TEAAJMNAADVSAAAYxAAABAgAAAmAAAACAAAAP//////////"/>
              </a:ext>
            </a:extLst>
          </p:cNvSpPr>
          <p:nvPr/>
        </p:nvSpPr>
        <p:spPr>
          <a:xfrm>
            <a:off x="8108315" y="2206625"/>
            <a:ext cx="3731260" cy="457200"/>
          </a:xfrm>
          <a:prstGeom prst="rect">
            <a:avLst/>
          </a:prstGeom>
          <a:solidFill>
            <a:schemeClr val="tx1"/>
          </a:solidFill>
          <a:ln>
            <a:noFill/>
          </a:ln>
          <a:effectLst/>
        </p:spPr>
        <p:txBody>
          <a:bodyPr vert="horz" wrap="square" numCol="1" spcCol="215900" anchor="t"/>
          <a:lstStyle/>
          <a:p>
            <a:pPr>
              <a:defRPr sz="2400" cap="none">
                <a:solidFill>
                  <a:schemeClr val="bg1"/>
                </a:solidFill>
              </a:defRPr>
            </a:pPr>
            <a:r>
              <a:t>Name is&lt;&gt;</a:t>
            </a:r>
          </a:p>
        </p:txBody>
      </p:sp>
      <p:sp>
        <p:nvSpPr>
          <p:cNvPr id="8" name="Legend2"/>
          <p:cNvSpPr>
            <a:extLst>
              <a:ext uri="smNativeData">
                <pr:smNativeData xmlns:pr="smNativeData" xmlns="smNativeData" val="SMDATA_15_gZeHahMAAAAlAAAA9QEAAA8BAAAAkAAAAEgAAACQAAAASAAAAAAAAAAAAAAAAAAAAAEAAABQAAAA4BdD60KA+L9/SODthwTSvwAAAAAAAOA/AAAAAAAA4D8AAAAAAADgPwAAAAAAAOA/AAAAAAAA4D8AAAAAAADgPwAAAAAAAOA/AAAAAAAA4D8CAAAAjAAAAAEAAAAAAAAAu+Dj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NDMAAEcYAAAoSgAAZyYAAAAAAAAmAAAACAAAAP//////////"/>
              </a:ext>
            </a:extLst>
          </p:cNvSpPr>
          <p:nvPr/>
        </p:nvSpPr>
        <p:spPr>
          <a:xfrm>
            <a:off x="8323580" y="3946525"/>
            <a:ext cx="3731260" cy="2296160"/>
          </a:xfrm>
          <a:prstGeom prst="wedgeRoundRectCallout">
            <a:avLst>
              <a:gd name="adj1" fmla="val -76566"/>
              <a:gd name="adj2" fmla="val -14076"/>
              <a:gd name="adj3" fmla="val 12500"/>
            </a:avLst>
          </a:prstGeom>
          <a:solidFill>
            <a:schemeClr val="accent1"/>
          </a:solidFill>
          <a:ln w="12700" cap="flat" cmpd="sng" algn="ctr">
            <a:solidFill>
              <a:schemeClr val="tx1"/>
            </a:solidFill>
            <a:prstDash val="solid"/>
            <a:headEnd type="none"/>
            <a:tailEnd type="none"/>
          </a:ln>
          <a:effectLst/>
        </p:spPr>
        <p:txBody>
          <a:bodyPr vert="horz" wrap="square" numCol="1" spcCol="215900" anchor="t"/>
          <a:lstStyle/>
          <a:p>
            <a:pPr algn="l">
              <a:defRPr sz="2200" cap="none"/>
            </a:pPr>
            <a:r>
              <a:t>As nextInt(), I reads characters up to — </a:t>
            </a:r>
            <a:r>
              <a:rPr b="1" cap="none"/>
              <a:t>but not including</a:t>
            </a:r>
            <a:r>
              <a:t> — the next empty space character (tab, space, enter), and try to parse that chunk as an int.</a:t>
            </a:r>
          </a:p>
        </p:txBody>
      </p:sp>
      <p:sp>
        <p:nvSpPr>
          <p:cNvPr id="9" name="Legend3"/>
          <p:cNvSpPr>
            <a:extLst>
              <a:ext uri="smNativeData">
                <pr:smNativeData xmlns:pr="smNativeData" xmlns="smNativeData" val="SMDATA_15_gZeHahMAAAAlAAAA9QEAAA8BAAAAkAAAAEgAAACQAAAASAAAAAAAAAAAAAAAAAAAAAEAAABQAAAAk75eTQ3h/T9G0ENhBD3UvwAAAAAAAOA/AAAAAAAA4D8AAAAAAADgPwAAAAAAAOA/AAAAAAAA4D8AAAAAAADgPwAAAAAAAOA/AAAAAAAA4D8CAAAAjAAAAAEAAAAAAAAAu+Dj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UwEAALgYAABtFwAA9iUAABAAAAAmAAAACAAAAP//////////"/>
              </a:ext>
            </a:extLst>
          </p:cNvSpPr>
          <p:nvPr/>
        </p:nvSpPr>
        <p:spPr>
          <a:xfrm>
            <a:off x="215265" y="4018280"/>
            <a:ext cx="3592830" cy="2152650"/>
          </a:xfrm>
          <a:prstGeom prst="wedgeRoundRectCallout">
            <a:avLst>
              <a:gd name="adj1" fmla="val 93372"/>
              <a:gd name="adj2" fmla="val -15811"/>
              <a:gd name="adj3" fmla="val 12500"/>
            </a:avLst>
          </a:prstGeom>
          <a:solidFill>
            <a:schemeClr val="accent1"/>
          </a:solidFill>
          <a:ln w="12700" cap="flat" cmpd="sng" algn="ctr">
            <a:solidFill>
              <a:schemeClr val="tx1"/>
            </a:solidFill>
            <a:prstDash val="solid"/>
            <a:headEnd type="none"/>
            <a:tailEnd type="none"/>
          </a:ln>
          <a:effectLst/>
        </p:spPr>
        <p:txBody>
          <a:bodyPr vert="horz" wrap="square" numCol="1" spcCol="215900" anchor="t"/>
          <a:lstStyle/>
          <a:p>
            <a:pPr algn="l">
              <a:defRPr sz="2200" cap="none"/>
            </a:pPr>
            <a:r>
              <a:t>As nextLine(), I read everything in the buffer until I see a newline(enter character).Apart from \n,  I read nothing legally. It was ending with newline.</a:t>
            </a:r>
          </a:p>
        </p:txBody>
      </p:sp>
      <p:sp>
        <p:nvSpPr>
          <p:cNvPr id="10" name="Textbox7"/>
          <p:cNvSpPr txBox="1">
            <a:extLst>
              <a:ext uri="smNativeData">
                <pr:smNativeData xmlns:pr="smNativeData" xmlns="smNativeData" val="SMDATA_15_gZeHahMAAAAlAAAAEgAAAE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4TEAAFUQAADVSAAAJRMAABAgAAAmAAAACAAAAP//////////"/>
              </a:ext>
            </a:extLst>
          </p:cNvSpPr>
          <p:nvPr/>
        </p:nvSpPr>
        <p:spPr>
          <a:xfrm>
            <a:off x="8108315" y="2654935"/>
            <a:ext cx="3731260" cy="457200"/>
          </a:xfrm>
          <a:prstGeom prst="rect">
            <a:avLst/>
          </a:prstGeom>
          <a:solidFill>
            <a:schemeClr val="tx1"/>
          </a:solidFill>
          <a:ln>
            <a:noFill/>
          </a:ln>
          <a:effectLst/>
        </p:spPr>
        <p:txBody>
          <a:bodyPr vert="horz" wrap="square" numCol="1" spcCol="215900" anchor="t"/>
          <a:lstStyle/>
          <a:p>
            <a:pPr>
              <a:defRPr sz="2400" cap="none">
                <a:solidFill>
                  <a:schemeClr val="bg1"/>
                </a:solidFill>
              </a:defRPr>
            </a:pPr>
            <a:r>
              <a:t>Enter name of school</a:t>
            </a:r>
          </a:p>
        </p:txBody>
      </p:sp>
      <p:sp>
        <p:nvSpPr>
          <p:cNvPr id="11" name="Textbox8"/>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4TEAAL0FAADVSAAAYwgAABAAAAAmAAAACAAAAP//////////"/>
              </a:ext>
            </a:extLst>
          </p:cNvSpPr>
          <p:nvPr/>
        </p:nvSpPr>
        <p:spPr>
          <a:xfrm>
            <a:off x="8108315" y="932815"/>
            <a:ext cx="3731260" cy="430530"/>
          </a:xfrm>
          <a:prstGeom prst="rect">
            <a:avLst/>
          </a:prstGeom>
          <a:solidFill>
            <a:schemeClr val="tx1"/>
          </a:solidFill>
          <a:ln>
            <a:noFill/>
          </a:ln>
          <a:effectLst/>
        </p:spPr>
        <p:txBody>
          <a:bodyPr vert="horz" wrap="square" numCol="1" spcCol="215900" anchor="t"/>
          <a:lstStyle/>
          <a:p>
            <a:pPr>
              <a:defRPr sz="2400" cap="none">
                <a:solidFill>
                  <a:srgbClr val="FFFFFF"/>
                </a:solidFill>
              </a:defRPr>
            </a:pPr>
            <a:r>
              <a:t>5</a:t>
            </a:r>
          </a:p>
        </p:txBody>
      </p:sp>
      <p:sp>
        <p:nvSpPr>
          <p:cNvPr id="12" name="Textbox9"/>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5TEAAPEKAADZSAAAlQ0AABAAAAAmAAAACAAAAP//////////"/>
              </a:ext>
            </a:extLst>
          </p:cNvSpPr>
          <p:nvPr/>
        </p:nvSpPr>
        <p:spPr>
          <a:xfrm>
            <a:off x="8110855" y="1778635"/>
            <a:ext cx="3731260" cy="429260"/>
          </a:xfrm>
          <a:prstGeom prst="rect">
            <a:avLst/>
          </a:prstGeom>
          <a:solidFill>
            <a:schemeClr val="tx1"/>
          </a:solidFill>
          <a:ln>
            <a:noFill/>
          </a:ln>
          <a:effectLst/>
        </p:spPr>
        <p:txBody>
          <a:bodyPr vert="horz" wrap="square" numCol="1" spcCol="215900" anchor="t"/>
          <a:lstStyle/>
          <a:p>
            <a:pPr>
              <a:defRPr sz="2400" cap="none">
                <a:solidFill>
                  <a:srgbClr val="FFFFFF"/>
                </a:solidFill>
              </a:defRPr>
            </a:pPr>
            <a:r>
              <a:t>Enter full name</a:t>
            </a:r>
          </a:p>
        </p:txBody>
      </p:sp>
      <p:sp>
        <p:nvSpPr>
          <p:cNvPr id="13" name="Line1"/>
          <p:cNvSpPr>
            <a:extLst>
              <a:ext uri="smNativeData">
                <pr:smNativeData xmlns:pr="smNativeData" xmlns="smNativeData" val="SMDATA_15_gZeHahMAAAAlAAAACg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BAAAAAgAAAAAAAAlQAAAAAQAAAAQ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XhsAAHsaAAD/MAAAfRoAABAAAAAmAAAACAAAAP//////////"/>
              </a:ext>
            </a:extLst>
          </p:cNvSpPr>
          <p:nvPr/>
        </p:nvSpPr>
        <p:spPr>
          <a:xfrm>
            <a:off x="4448810" y="4304665"/>
            <a:ext cx="3515995" cy="1270"/>
          </a:xfrm>
          <a:prstGeom prst="line">
            <a:avLst/>
          </a:prstGeom>
          <a:noFill/>
          <a:ln w="50800" cap="flat" cmpd="sng" algn="ctr">
            <a:solidFill>
              <a:schemeClr val="tx1"/>
            </a:solidFill>
            <a:prstDash val="sysDash"/>
            <a:headEnd type="none"/>
            <a:tailEnd type="none"/>
          </a:ln>
          <a:effectLst/>
        </p:spPr>
      </p:sp>
      <p:sp>
        <p:nvSpPr>
          <p:cNvPr id="14" name="Line2"/>
          <p:cNvSpPr>
            <a:extLst>
              <a:ext uri="smNativeData">
                <pr:smNativeData xmlns:pr="smNativeData" xmlns="smNativeData" val="SMDATA_15_gZeHahMAAAAlAAAACg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BAAAAAgAAAAAAAAlQAAAAAQAAAAQ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DQ/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BsAAIchAACZMQAAiSEAABAAAAAmAAAACAAAAP//////////"/>
              </a:ext>
            </a:extLst>
          </p:cNvSpPr>
          <p:nvPr/>
        </p:nvSpPr>
        <p:spPr>
          <a:xfrm>
            <a:off x="4546600" y="5450205"/>
            <a:ext cx="3515995" cy="1270"/>
          </a:xfrm>
          <a:prstGeom prst="line">
            <a:avLst/>
          </a:prstGeom>
          <a:noFill/>
          <a:ln w="50800" cap="flat" cmpd="sng" algn="ctr">
            <a:solidFill>
              <a:schemeClr val="tx1"/>
            </a:solidFill>
            <a:prstDash val="sysDash"/>
            <a:headEnd type="none"/>
            <a:tailEnd type="none"/>
          </a:ln>
          <a:effectLst/>
        </p:spPr>
      </p:sp>
      <p:sp>
        <p:nvSpPr>
          <p:cNvPr id="15" name="Textbox10"/>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J8GAAD/fwAA/38AAAAAAAAJAAAABAAAAAE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8BcAADwiAABsMgAAaigAAAAAAAAmAAAACAAAAP//////////"/>
              </a:ext>
            </a:extLst>
          </p:cNvSpPr>
          <p:nvPr/>
        </p:nvSpPr>
        <p:spPr>
          <a:xfrm>
            <a:off x="3891280" y="5565140"/>
            <a:ext cx="4305300" cy="1004570"/>
          </a:xfrm>
          <a:prstGeom prst="rect">
            <a:avLst/>
          </a:prstGeom>
          <a:noFill/>
          <a:ln>
            <a:noFill/>
          </a:ln>
          <a:effectLst/>
        </p:spPr>
        <p:txBody>
          <a:bodyPr vert="horz" wrap="square" numCol="1" spcCol="215900" anchor="t"/>
          <a:lstStyle/>
          <a:p>
            <a:pPr>
              <a:defRPr sz="2000" cap="none"/>
            </a:pPr>
            <a:r>
              <a:t>Input buffer is like a queue.</a:t>
            </a:r>
          </a:p>
          <a:p>
            <a:pPr>
              <a:defRPr sz="2000" cap="none"/>
            </a:pPr>
            <a:r>
              <a:t>Here it is consumed from the right side.</a:t>
            </a:r>
          </a:p>
          <a:p>
            <a:pPr>
              <a:defRPr sz="2000" cap="none"/>
            </a:pPr>
            <a:r>
              <a:t>User input enters from the left side.</a:t>
            </a:r>
          </a:p>
        </p:txBody>
      </p:sp>
      <p:sp>
        <p:nvSpPr>
          <p:cNvPr id="16" name="Textbox11"/>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DUCAAD/fwAA/38AAAAAAAAJAAAABAAAADY/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biIAANYXAAAkLAAACxoAABAAAAAmAAAACAAAAP//////////"/>
              </a:ext>
            </a:extLst>
          </p:cNvSpPr>
          <p:nvPr/>
        </p:nvSpPr>
        <p:spPr>
          <a:xfrm>
            <a:off x="5596890" y="3874770"/>
            <a:ext cx="1578610" cy="358775"/>
          </a:xfrm>
          <a:prstGeom prst="rect">
            <a:avLst/>
          </a:prstGeom>
          <a:noFill/>
          <a:ln>
            <a:noFill/>
          </a:ln>
          <a:effectLst/>
        </p:spPr>
        <p:txBody>
          <a:bodyPr vert="horz" wrap="square" numCol="1" spcCol="215900" anchor="t"/>
          <a:lstStyle/>
          <a:p>
            <a:pPr/>
            <a:r>
              <a:t>INPUT BUFFER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1" nodeType="clickEffect">
                                  <p:stCondLst>
                                    <p:cond delay="0"/>
                                  </p:stCondLst>
                                  <p:childTnLst>
                                    <p:animEffect transition="out" filter="dissolve">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dissolv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dissolv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dissolve">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xit" presetSubtype="0" fill="hold" grpId="1" nodeType="clickEffect">
                                  <p:stCondLst>
                                    <p:cond delay="0"/>
                                  </p:stCondLst>
                                  <p:childTnLst>
                                    <p:animEffect transition="out" filter="dissolve">
                                      <p:cBhvr>
                                        <p:cTn id="46" dur="500"/>
                                        <p:tgtEl>
                                          <p:spTgt spid="4"/>
                                        </p:tgtEl>
                                      </p:cBhvr>
                                    </p:animEffect>
                                    <p:set>
                                      <p:cBhvr>
                                        <p:cTn id="47" dur="1" fill="hold">
                                          <p:stCondLst>
                                            <p:cond delay="499"/>
                                          </p:stCondLst>
                                        </p:cTn>
                                        <p:tgtEl>
                                          <p:spTgt spid="4"/>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dissolve">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dissolve">
                                      <p:cBhvr>
                                        <p:cTn id="5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dvAuto="0"/>
      <p:bldP spid="3" grpId="1" animBg="1" advAuto="0"/>
      <p:bldP spid="4" grpId="0" animBg="1" advAuto="0"/>
      <p:bldP spid="4" grpId="1" animBg="1" advAuto="0"/>
      <p:bldP spid="6" grpId="0" animBg="1" advAuto="0"/>
      <p:bldP spid="7" grpId="0" animBg="1" advAuto="0"/>
      <p:bldP spid="8" grpId="0" animBg="1" advAuto="0"/>
      <p:bldP spid="9" grpId="0" animBg="1" advAuto="0"/>
      <p:bldP spid="10" grpId="0" animBg="1" advAuto="0"/>
      <p:bldP spid="11" grpId="0" animBg="1" advAuto="0"/>
      <p:bldP spid="12" grpId="0" animBg="1" advAuto="0"/>
    </p:bldLst>
    <p:extLst>
      <p:ext uri="smNativeData">
        <pr:smNativeData xmlns:pr="smNativeData" xmlns="smNativeData" val="gZeHagsAAAAFAAAA/f///wEAAAAJAAAAAAAAAAAAAAAAAAAAAAAAAAoAAAD9////AQAAAAkAAAAAAAAAAAAAAAAAAAAAAAAADwAAAP3///8BAAAACQAAAAAAAAAAAAAAAAAAAAAAAAAUAAAA/f///wIAAAAJAAAAAAAAAAAAAAAAAAAAAAAAABkAAAD9////AQAAAAkAAAAAAAAAAAAAAAAAAAAAAAAAHgAAAP3///8BAAAACQAAAAAAAAAAAAAAAAAAAAAAAAAjAAAA/f///wEAAAAJAAAAAAAAAAAAAAAAAAAAAAAAACgAAAD9////AQAAAAkAAAAAAAAAAAAAAAAAAAAAAAAALQAAAP3///8CAAAACQAAAAAAAAAAAAAAAAAAAAAAAAAyAAAA/f///wEAAAAJAAAAAAAAAAAAAAAAAAAAAAAAADcAAAD9////AQAAAAkAAAAAAAAAAAAAAAAAAAAAAAAA"/>
      </p:ext>
    </p:extLst>
  </p:timing>
</p:sld>
</file>

<file path=ppt/slides/slide3.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vQUAABAAAAAmAAAACAAAAAEAAAAAAAAA"/>
              </a:ext>
            </a:extLst>
          </p:cNvSpPr>
          <p:nvPr>
            <p:ph type="title"/>
          </p:nvPr>
        </p:nvSpPr>
        <p:spPr>
          <a:xfrm>
            <a:off x="609600" y="274320"/>
            <a:ext cx="10972800" cy="658495"/>
          </a:xfrm>
        </p:spPr>
        <p:txBody>
          <a:bodyPr/>
          <a:lstStyle/>
          <a:p>
            <a:pPr/>
            <a:r>
              <a:t>Full code of the problem case</a:t>
            </a:r>
          </a:p>
        </p:txBody>
      </p:sp>
      <p:sp>
        <p:nvSpPr>
          <p:cNvPr id="3" name="Textbox1"/>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P0hAAD/fwAA/38AAAAAAAAJAAAABAAAAPIAu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gICAA8zMzADAwP8Af39/AAAAAAAAAAAAAAAAAAAAAAAAAAAAIQAAABgAAAAUAAAAoAMAAAkGAAAPOAAAmikAABAAAAAmAAAACAAAAP//////////"/>
              </a:ext>
            </a:extLst>
          </p:cNvSpPr>
          <p:nvPr/>
        </p:nvSpPr>
        <p:spPr>
          <a:xfrm>
            <a:off x="589280" y="981075"/>
            <a:ext cx="8523605" cy="5781675"/>
          </a:xfrm>
          <a:prstGeom prst="rect">
            <a:avLst/>
          </a:prstGeom>
          <a:solidFill>
            <a:schemeClr val="bg1"/>
          </a:solidFill>
          <a:ln w="12700" cap="flat" cmpd="sng" algn="ctr">
            <a:solidFill>
              <a:schemeClr val="tx1"/>
            </a:solidFill>
            <a:prstDash val="solid"/>
            <a:headEnd type="none"/>
            <a:tailEnd type="none"/>
          </a:ln>
          <a:effectLst/>
        </p:spPr>
        <p:txBody>
          <a:bodyPr vert="horz" wrap="square" numCol="1" spcCol="215900" anchor="t"/>
          <a:lstStyle/>
          <a:p>
            <a:pPr>
              <a:defRPr sz="2200" cap="none">
                <a:latin typeface="Courier New" pitchFamily="3" charset="0"/>
                <a:ea typeface="Courier New" pitchFamily="3" charset="0"/>
                <a:cs typeface="Courier New" pitchFamily="3" charset="0"/>
              </a:defRPr>
            </a:pPr>
            <a:r>
              <a:t>package testjava;</a:t>
            </a:r>
          </a:p>
          <a:p>
            <a:pPr>
              <a:defRPr sz="2200" cap="none">
                <a:latin typeface="Courier New" pitchFamily="3" charset="0"/>
                <a:ea typeface="Courier New" pitchFamily="3" charset="0"/>
                <a:cs typeface="Courier New" pitchFamily="3" charset="0"/>
              </a:defRPr>
            </a:pPr>
            <a:r>
              <a:t>import java.util.Scanner;</a:t>
            </a:r>
          </a:p>
          <a:p>
            <a:pPr>
              <a:defRPr sz="2200" cap="none">
                <a:latin typeface="Courier New" pitchFamily="3" charset="0"/>
                <a:ea typeface="Courier New" pitchFamily="3" charset="0"/>
                <a:cs typeface="Courier New" pitchFamily="3" charset="0"/>
              </a:defRPr>
            </a:pPr>
            <a:r>
              <a:t>public class test{</a:t>
            </a:r>
          </a:p>
          <a:p>
            <a:pPr>
              <a:defRPr sz="2200" cap="none">
                <a:latin typeface="Courier New" pitchFamily="3" charset="0"/>
                <a:ea typeface="Courier New" pitchFamily="3" charset="0"/>
                <a:cs typeface="Courier New" pitchFamily="3" charset="0"/>
              </a:defRPr>
            </a:pPr>
            <a:r>
              <a:t>	public static void main(String[] args){</a:t>
            </a:r>
          </a:p>
          <a:p>
            <a:pPr>
              <a:defRPr sz="2200" cap="none">
                <a:latin typeface="Courier New" pitchFamily="3" charset="0"/>
                <a:ea typeface="Courier New" pitchFamily="3" charset="0"/>
                <a:cs typeface="Courier New" pitchFamily="3" charset="0"/>
              </a:defRPr>
            </a:pPr>
            <a:r>
              <a:t>		Scanner scan=new Scanner(System.in);</a:t>
            </a:r>
          </a:p>
          <a:p>
            <a:pPr>
              <a:defRPr sz="2200" cap="none">
                <a:latin typeface="Courier New" pitchFamily="3" charset="0"/>
                <a:ea typeface="Courier New" pitchFamily="3" charset="0"/>
                <a:cs typeface="Courier New" pitchFamily="3" charset="0"/>
              </a:defRPr>
            </a:pPr>
            <a:r>
              <a:t>		System.out.println("Enter age");    </a:t>
            </a:r>
          </a:p>
          <a:p>
            <a:pPr>
              <a:defRPr sz="2200" cap="none">
                <a:latin typeface="Courier New" pitchFamily="3" charset="0"/>
                <a:ea typeface="Courier New" pitchFamily="3" charset="0"/>
                <a:cs typeface="Courier New" pitchFamily="3" charset="0"/>
              </a:defRPr>
            </a:pPr>
            <a:r>
              <a:t>		int age;</a:t>
            </a:r>
          </a:p>
          <a:p>
            <a:pPr>
              <a:defRPr sz="2200" cap="none">
                <a:latin typeface="Courier New" pitchFamily="3" charset="0"/>
                <a:ea typeface="Courier New" pitchFamily="3" charset="0"/>
                <a:cs typeface="Courier New" pitchFamily="3" charset="0"/>
              </a:defRPr>
            </a:pPr>
            <a:r>
              <a:t>		age = scan.nextInt();</a:t>
            </a:r>
          </a:p>
          <a:p>
            <a:pPr>
              <a:defRPr sz="2200" cap="none">
                <a:latin typeface="Courier New" pitchFamily="3" charset="0"/>
                <a:ea typeface="Courier New" pitchFamily="3" charset="0"/>
                <a:cs typeface="Courier New" pitchFamily="3" charset="0"/>
              </a:defRPr>
            </a:pPr>
            <a:r>
              <a:t>		System.out.println("Age is"+age); </a:t>
            </a:r>
          </a:p>
          <a:p>
            <a:pPr>
              <a:defRPr sz="2200" cap="none">
                <a:latin typeface="Courier New" pitchFamily="3" charset="0"/>
                <a:ea typeface="Courier New" pitchFamily="3" charset="0"/>
                <a:cs typeface="Courier New" pitchFamily="3" charset="0"/>
              </a:defRPr>
            </a:pPr>
            <a:r>
              <a:t>		System.out.println("Enter full name"); </a:t>
            </a:r>
          </a:p>
          <a:p>
            <a:pPr>
              <a:defRPr sz="2200" cap="none">
                <a:latin typeface="Courier New" pitchFamily="3" charset="0"/>
                <a:ea typeface="Courier New" pitchFamily="3" charset="0"/>
                <a:cs typeface="Courier New" pitchFamily="3" charset="0"/>
              </a:defRPr>
            </a:pPr>
            <a:r>
              <a:t>		String name = scan.nextLine(); </a:t>
            </a:r>
          </a:p>
          <a:p>
            <a:pPr>
              <a:defRPr sz="2200" cap="none">
                <a:latin typeface="Courier New" pitchFamily="3" charset="0"/>
                <a:ea typeface="Courier New" pitchFamily="3" charset="0"/>
                <a:cs typeface="Courier New" pitchFamily="3" charset="0"/>
              </a:defRPr>
            </a:pPr>
            <a:r>
              <a:t>		System.out.println("Name is &lt;"+name+"&gt;");</a:t>
            </a:r>
          </a:p>
          <a:p>
            <a:pPr>
              <a:defRPr sz="2200" cap="none">
                <a:latin typeface="Courier New" pitchFamily="3" charset="0"/>
                <a:ea typeface="Courier New" pitchFamily="3" charset="0"/>
                <a:cs typeface="Courier New" pitchFamily="3" charset="0"/>
              </a:defRPr>
            </a:pPr>
            <a:r>
              <a:t>		System.out.println("Enter name of school");</a:t>
            </a:r>
          </a:p>
          <a:p>
            <a:pPr>
              <a:defRPr sz="2200" cap="none">
                <a:latin typeface="Courier New" pitchFamily="3" charset="0"/>
                <a:ea typeface="Courier New" pitchFamily="3" charset="0"/>
                <a:cs typeface="Courier New" pitchFamily="3" charset="0"/>
              </a:defRPr>
            </a:pPr>
            <a:r>
              <a:t>		String school = scan.nextLine(); </a:t>
            </a:r>
          </a:p>
          <a:p>
            <a:pPr>
              <a:defRPr sz="2200" cap="none">
                <a:latin typeface="Courier New" pitchFamily="3" charset="0"/>
                <a:ea typeface="Courier New" pitchFamily="3" charset="0"/>
                <a:cs typeface="Courier New" pitchFamily="3" charset="0"/>
              </a:defRPr>
            </a:pPr>
            <a:r>
              <a:t>	}</a:t>
            </a:r>
          </a:p>
          <a:p>
            <a:pPr>
              <a:defRPr sz="2200" cap="none">
                <a:latin typeface="Courier New" pitchFamily="3" charset="0"/>
                <a:ea typeface="Courier New" pitchFamily="3" charset="0"/>
                <a:cs typeface="Courier New" pitchFamily="3" charset="0"/>
              </a:defRPr>
            </a:pPr>
            <a:r>
              <a:t>}</a:t>
            </a:r>
          </a:p>
        </p:txBody>
      </p:sp>
      <p:sp>
        <p:nvSpPr>
          <p:cNvPr id="4" name="Textbox2"/>
          <p:cNvSpPr txBox="1">
            <a:extLst>
              <a:ext uri="smNativeData">
                <pr:smNativeData xmlns:pr="smNativeData" xmlns="smNativeData" val="SMDATA_15_gZeHahMAAAAlAAAAEgAAAE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MP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8TgAAJgKAADVSAAAaBMAABAgAAAmAAAACAAAAP//////////"/>
              </a:ext>
            </a:extLst>
          </p:cNvSpPr>
          <p:nvPr/>
        </p:nvSpPr>
        <p:spPr>
          <a:xfrm>
            <a:off x="9256395" y="1722120"/>
            <a:ext cx="2583180" cy="1432560"/>
          </a:xfrm>
          <a:prstGeom prst="rect">
            <a:avLst/>
          </a:prstGeom>
          <a:noFill/>
          <a:ln>
            <a:noFill/>
          </a:ln>
          <a:effectLst/>
        </p:spPr>
        <p:txBody>
          <a:bodyPr vert="horz" wrap="square" numCol="1" spcCol="215900" anchor="t"/>
          <a:lstStyle/>
          <a:p>
            <a:pPr>
              <a:defRPr sz="2200" b="1" cap="none"/>
            </a:pPr>
            <a:r>
              <a:t>The test.java is inside testjava package.</a:t>
            </a:r>
          </a:p>
          <a:p>
            <a:pPr>
              <a:defRPr sz="2200" b="1" cap="none"/>
            </a:pPr>
            <a:r>
              <a:t>Scanner is imported.</a:t>
            </a:r>
          </a:p>
        </p:txBody>
      </p:sp>
    </p:spTree>
  </p:cSld>
  <p:clrMapOvr>
    <a:masterClrMapping/>
  </p:clrMapOvr>
  <p:timing>
    <p:tnLst>
      <p:par>
        <p:cTn id="1" dur="indefinite" restart="never" nodeType="tmRoot"/>
      </p:par>
    </p:tnLst>
  </p:timing>
</p:sld>
</file>

<file path=ppt/slides/slide4.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nwYAAAAAAAAmAAAACAAAAAEAAAAAAAAA"/>
              </a:ext>
            </a:extLst>
          </p:cNvSpPr>
          <p:nvPr>
            <p:ph type="title"/>
          </p:nvPr>
        </p:nvSpPr>
        <p:spPr>
          <a:xfrm>
            <a:off x="609600" y="274320"/>
            <a:ext cx="10972800" cy="802005"/>
          </a:xfrm>
        </p:spPr>
        <p:txBody>
          <a:bodyPr/>
          <a:lstStyle/>
          <a:p>
            <a:pPr/>
            <a:r>
              <a:t>What is the problem?</a:t>
            </a:r>
          </a:p>
        </p:txBody>
      </p:sp>
      <p:sp>
        <p:nvSpPr>
          <p:cNvPr id="3" name="SlideText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NQx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PIHAAAoSgAAnCgAAAAAAAAmAAAACAAAAAEAAAAAAAAA"/>
              </a:ext>
            </a:extLst>
          </p:cNvSpPr>
          <p:nvPr>
            <p:ph type="body" idx="1"/>
          </p:nvPr>
        </p:nvSpPr>
        <p:spPr>
          <a:xfrm>
            <a:off x="609600" y="1291590"/>
            <a:ext cx="11445240" cy="5309870"/>
          </a:xfrm>
        </p:spPr>
        <p:txBody>
          <a:bodyPr/>
          <a:lstStyle/>
          <a:p>
            <a:pPr/>
            <a:r>
              <a:t>scan.nextInt() only reads until new line/tab/space character</a:t>
            </a:r>
          </a:p>
          <a:p>
            <a:pPr/>
            <a:r>
              <a:rPr sz="2800" cap="none"/>
              <a:t>If this new line character stays in the buffer</a:t>
            </a:r>
            <a:endParaRPr sz="2800" cap="none"/>
          </a:p>
          <a:p>
            <a:pPr lvl="1"/>
            <a:r>
              <a:t>It creates problem for other read operations</a:t>
            </a:r>
          </a:p>
          <a:p>
            <a:pPr lvl="1"/>
            <a:r>
              <a:t>The other read operation will read what is “left” in the buffer.</a:t>
            </a:r>
          </a:p>
          <a:p>
            <a:pPr lvl="1"/>
            <a:r>
              <a:t>Someone needs to clean the buffer when we will read from it.</a:t>
            </a:r>
          </a:p>
          <a:p>
            <a:pPr lvl="1"/>
            <a:r>
              <a:t>NO! There is no buffer clear in Java. The only appropriate way to read character from the buffer so that it will be removed from the buffer.</a:t>
            </a:r>
          </a:p>
        </p:txBody>
      </p:sp>
    </p:spTree>
  </p:cSld>
  <p:clrMapOvr>
    <a:masterClrMapping/>
  </p:clrMapOvr>
  <p:timing>
    <p:tnLst>
      <p:par>
        <p:cTn id="1" dur="indefinite" restart="never" nodeType="tmRoot"/>
      </p:par>
    </p:tnLst>
  </p:timing>
</p:sld>
</file>

<file path=ppt/slides/slide5.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nwYAAAAAAAAmAAAACAAAAAEAAAAAAAAA"/>
              </a:ext>
            </a:extLst>
          </p:cNvSpPr>
          <p:nvPr>
            <p:ph type="title"/>
          </p:nvPr>
        </p:nvSpPr>
        <p:spPr>
          <a:xfrm>
            <a:off x="609600" y="274320"/>
            <a:ext cx="10972800" cy="802005"/>
          </a:xfrm>
        </p:spPr>
        <p:txBody>
          <a:bodyPr/>
          <a:lstStyle/>
          <a:p>
            <a:pPr/>
            <a:r>
              <a:t>How to fix it?</a:t>
            </a:r>
          </a:p>
        </p:txBody>
      </p:sp>
      <p:sp>
        <p:nvSpPr>
          <p:cNvPr id="3" name="SlideText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PIHAAAoSgAAnCgAAAAAAAAmAAAACAAAAAEAAAAAAAAA"/>
              </a:ext>
            </a:extLst>
          </p:cNvSpPr>
          <p:nvPr>
            <p:ph type="body" idx="1"/>
          </p:nvPr>
        </p:nvSpPr>
        <p:spPr>
          <a:xfrm>
            <a:off x="609600" y="1291590"/>
            <a:ext cx="11445240" cy="5309870"/>
          </a:xfrm>
        </p:spPr>
        <p:txBody>
          <a:bodyPr/>
          <a:lstStyle/>
          <a:p>
            <a:pPr>
              <a:defRPr b="1" cap="none"/>
            </a:pPr>
            <a:r>
              <a:t>The only way to remove a character from buffer is to read it.</a:t>
            </a:r>
          </a:p>
          <a:p>
            <a:pPr lvl="1">
              <a:defRPr b="1" cap="none"/>
            </a:pPr>
            <a:r>
              <a:t>You may read and not use that character</a:t>
            </a:r>
          </a:p>
          <a:p>
            <a:pPr>
              <a:defRPr sz="2800" cap="none"/>
            </a:pPr>
            <a:r>
              <a:t>We have 2 solutions for this</a:t>
            </a:r>
          </a:p>
          <a:p>
            <a:pPr lvl="1"/>
            <a:r>
              <a:t>Do NOT use next.., Always use nextLine(). If you need to read only one word, parse the string for the first word. Ignore the remaining if the user has input more than one word</a:t>
            </a:r>
          </a:p>
          <a:p>
            <a:pPr lvl="1"/>
            <a:r>
              <a:t>Consume the newline character whenever you use next(),nextInt() etc.. since it is not consumed automatically.All the nextXXXX() and next() functions read until empty space. They won’t read empty space. </a:t>
            </a:r>
          </a:p>
        </p:txBody>
      </p:sp>
    </p:spTree>
  </p:cSld>
  <p:clrMapOvr>
    <a:masterClrMapping/>
  </p:clrMapOvr>
  <p:timing>
    <p:tnLst>
      <p:par>
        <p:cTn id="1" dur="indefinite" restart="never" nodeType="tmRoot"/>
      </p:par>
    </p:tnLst>
  </p:timing>
</p:sld>
</file>

<file path=ppt/slides/slide6.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Textbox1"/>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MgfAAD/fwAA/38AAAAAAAAJAAAABAAAAODuxDk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gICAA8zMzADAwP8Af39/AAAAAAAAAAAAAAAAAAAAAAAAAAAAIQAAABgAAAAUAAAAUwEAAFIBAABwMQAAgxYAABAAAAAmAAAACAAAAP//////////"/>
              </a:ext>
            </a:extLst>
          </p:cNvSpPr>
          <p:nvPr/>
        </p:nvSpPr>
        <p:spPr>
          <a:xfrm>
            <a:off x="215265" y="214630"/>
            <a:ext cx="7821295" cy="3444875"/>
          </a:xfrm>
          <a:prstGeom prst="rect">
            <a:avLst/>
          </a:prstGeom>
          <a:solidFill>
            <a:schemeClr val="bg1"/>
          </a:solidFill>
          <a:ln w="12700" cap="flat" cmpd="sng" algn="ctr">
            <a:solidFill>
              <a:schemeClr val="tx1"/>
            </a:solidFill>
            <a:prstDash val="solid"/>
            <a:headEnd type="none"/>
            <a:tailEnd type="none"/>
          </a:ln>
          <a:effectLst/>
        </p:spPr>
        <p:txBody>
          <a:bodyPr vert="horz" wrap="square" numCol="1" spcCol="215900" anchor="t"/>
          <a:lstStyle/>
          <a:p>
            <a:pPr>
              <a:defRPr sz="2200" cap="none">
                <a:latin typeface="Courier New" pitchFamily="3" charset="0"/>
                <a:ea typeface="Courier New" pitchFamily="3" charset="0"/>
                <a:cs typeface="Courier New" pitchFamily="3" charset="0"/>
              </a:defRPr>
            </a:pPr>
            <a:r>
              <a:t>System.out.println("Enter age");    </a:t>
            </a:r>
          </a:p>
          <a:p>
            <a:pPr>
              <a:defRPr sz="2200" cap="none">
                <a:latin typeface="Courier New" pitchFamily="3" charset="0"/>
                <a:ea typeface="Courier New" pitchFamily="3" charset="0"/>
                <a:cs typeface="Courier New" pitchFamily="3" charset="0"/>
              </a:defRPr>
            </a:pPr>
            <a:r>
              <a:t>int age;</a:t>
            </a:r>
          </a:p>
          <a:p>
            <a:pPr>
              <a:defRPr sz="2200" cap="none">
                <a:latin typeface="Courier New" pitchFamily="3" charset="0"/>
                <a:ea typeface="Courier New" pitchFamily="3" charset="0"/>
                <a:cs typeface="Courier New" pitchFamily="3" charset="0"/>
              </a:defRPr>
            </a:pPr>
            <a:r>
              <a:t>age = scan.nextInt();</a:t>
            </a:r>
          </a:p>
          <a:p>
            <a:pPr>
              <a:defRPr sz="2200" cap="none">
                <a:latin typeface="Courier New" pitchFamily="3" charset="0"/>
                <a:ea typeface="Courier New" pitchFamily="3" charset="0"/>
                <a:cs typeface="Courier New" pitchFamily="3" charset="0"/>
              </a:defRPr>
            </a:pPr>
            <a:r>
              <a:t>scan.nextLine();</a:t>
            </a:r>
          </a:p>
          <a:p>
            <a:pPr>
              <a:defRPr sz="2200" cap="none">
                <a:latin typeface="Courier New" pitchFamily="3" charset="0"/>
                <a:ea typeface="Courier New" pitchFamily="3" charset="0"/>
                <a:cs typeface="Courier New" pitchFamily="3" charset="0"/>
              </a:defRPr>
            </a:pPr>
            <a:r>
              <a:t>System.out.println("Age is"+age); </a:t>
            </a:r>
          </a:p>
          <a:p>
            <a:pPr>
              <a:defRPr sz="2200" cap="none">
                <a:latin typeface="Courier New" pitchFamily="3" charset="0"/>
                <a:ea typeface="Courier New" pitchFamily="3" charset="0"/>
                <a:cs typeface="Courier New" pitchFamily="3" charset="0"/>
              </a:defRPr>
            </a:pPr>
            <a:r>
              <a:t>System.out.println("Enter full name"); </a:t>
            </a:r>
          </a:p>
          <a:p>
            <a:pPr>
              <a:defRPr sz="2200" cap="none">
                <a:latin typeface="Courier New" pitchFamily="3" charset="0"/>
                <a:ea typeface="Courier New" pitchFamily="3" charset="0"/>
                <a:cs typeface="Courier New" pitchFamily="3" charset="0"/>
              </a:defRPr>
            </a:pPr>
            <a:r>
              <a:t>String name = scan.nextLine(); </a:t>
            </a:r>
          </a:p>
          <a:p>
            <a:pPr>
              <a:defRPr sz="2200" cap="none">
                <a:latin typeface="Courier New" pitchFamily="3" charset="0"/>
                <a:ea typeface="Courier New" pitchFamily="3" charset="0"/>
                <a:cs typeface="Courier New" pitchFamily="3" charset="0"/>
              </a:defRPr>
            </a:pPr>
            <a:r>
              <a:t>System.out.println("Name is &lt;"+name+"&gt;");</a:t>
            </a:r>
          </a:p>
          <a:p>
            <a:pPr>
              <a:defRPr sz="2200" cap="none">
                <a:latin typeface="Courier New" pitchFamily="3" charset="0"/>
                <a:ea typeface="Courier New" pitchFamily="3" charset="0"/>
                <a:cs typeface="Courier New" pitchFamily="3" charset="0"/>
              </a:defRPr>
            </a:pPr>
            <a:r>
              <a:t>System.out.println("Enter name of school");</a:t>
            </a:r>
          </a:p>
          <a:p>
            <a:pPr>
              <a:defRPr sz="2200" cap="none">
                <a:latin typeface="Courier New" pitchFamily="3" charset="0"/>
                <a:ea typeface="Courier New" pitchFamily="3" charset="0"/>
                <a:cs typeface="Courier New" pitchFamily="3" charset="0"/>
              </a:defRPr>
            </a:pPr>
            <a:r>
              <a:t>String school = scan.nextLine(); </a:t>
            </a:r>
          </a:p>
        </p:txBody>
      </p:sp>
      <p:sp>
        <p:nvSpPr>
          <p:cNvPr id="3" name="Textbox2"/>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8AA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GoE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8AAP///wEAAAAAAAAAAAAAAAAAAAAAAAAAAAAAAAAAAAAAAAAAAAAAAAJ/f38AgICAA8zMzADAwP8Af39/AAAAAAAAAAAAAAAAAAAAAAAAAAAAIQAAABgAAAAUAAAAuicAAM8bAACVLAAAqiAAABAAAAAmAAAACAAAAP//////////"/>
              </a:ext>
            </a:extLst>
          </p:cNvSpPr>
          <p:nvPr/>
        </p:nvSpPr>
        <p:spPr>
          <a:xfrm>
            <a:off x="6457950" y="4520565"/>
            <a:ext cx="789305" cy="789305"/>
          </a:xfrm>
          <a:prstGeom prst="rect">
            <a:avLst/>
          </a:prstGeom>
          <a:solidFill>
            <a:srgbClr val="FFFF00"/>
          </a:solidFill>
          <a:ln w="12700" cap="flat" cmpd="sng" algn="ctr">
            <a:solidFill>
              <a:schemeClr val="tx1"/>
            </a:solidFill>
            <a:prstDash val="solid"/>
            <a:headEnd type="none"/>
            <a:tailEnd type="none"/>
          </a:ln>
          <a:effectLst/>
        </p:spPr>
        <p:txBody>
          <a:bodyPr vert="horz" wrap="square" numCol="1" spcCol="215900" anchor="t"/>
          <a:lstStyle/>
          <a:p>
            <a:pPr algn="ctr">
              <a:lnSpc>
                <a:spcPct val="150000"/>
              </a:lnSpc>
              <a:defRPr sz="2400" cap="none"/>
            </a:pPr>
            <a:r>
              <a:t>5</a:t>
            </a:r>
          </a:p>
        </p:txBody>
      </p:sp>
      <p:sp>
        <p:nvSpPr>
          <p:cNvPr id="4" name="Textbox3"/>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8AA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GoE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8AAP///wEAAAAAAAAAAAAAAAAAAAAAAAAAAAAAAAAAAAAAAAAAAAAAAAJ/f38AgICAA8zMzADAwP8Af39/AAAAAAAAAAAAAAAAAAAAAAAAAAAAIQAAABgAAAAUAAAAbiIAAM8bAABJJwAAqiAAABAAAAAmAAAACAAAAP//////////"/>
              </a:ext>
            </a:extLst>
          </p:cNvSpPr>
          <p:nvPr/>
        </p:nvSpPr>
        <p:spPr>
          <a:xfrm>
            <a:off x="5596890" y="4520565"/>
            <a:ext cx="789305" cy="789305"/>
          </a:xfrm>
          <a:prstGeom prst="rect">
            <a:avLst/>
          </a:prstGeom>
          <a:solidFill>
            <a:srgbClr val="FFFF00"/>
          </a:solidFill>
          <a:ln w="12700" cap="flat" cmpd="sng" algn="ctr">
            <a:solidFill>
              <a:schemeClr val="tx1"/>
            </a:solidFill>
            <a:prstDash val="solid"/>
            <a:headEnd type="none"/>
            <a:tailEnd type="none"/>
          </a:ln>
          <a:effectLst/>
        </p:spPr>
        <p:txBody>
          <a:bodyPr vert="horz" wrap="square" numCol="1" spcCol="215900" anchor="t"/>
          <a:lstStyle/>
          <a:p>
            <a:pPr algn="ctr">
              <a:lnSpc>
                <a:spcPct val="150000"/>
              </a:lnSpc>
              <a:defRPr sz="2400" cap="none"/>
            </a:pPr>
            <a:r>
              <a:t>\n</a:t>
            </a:r>
          </a:p>
        </p:txBody>
      </p:sp>
      <p:sp>
        <p:nvSpPr>
          <p:cNvPr id="5" name="Textbox4"/>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4TEAAFYDAADVSAAA/AUAABAAAAAmAAAACAAAAP//////////"/>
              </a:ext>
            </a:extLst>
          </p:cNvSpPr>
          <p:nvPr/>
        </p:nvSpPr>
        <p:spPr>
          <a:xfrm>
            <a:off x="8108315" y="542290"/>
            <a:ext cx="3731260" cy="430530"/>
          </a:xfrm>
          <a:prstGeom prst="rect">
            <a:avLst/>
          </a:prstGeom>
          <a:solidFill>
            <a:schemeClr val="tx1"/>
          </a:solidFill>
          <a:ln>
            <a:noFill/>
          </a:ln>
          <a:effectLst/>
        </p:spPr>
        <p:txBody>
          <a:bodyPr vert="horz" wrap="square" numCol="1" spcCol="215900" anchor="t"/>
          <a:lstStyle/>
          <a:p>
            <a:pPr>
              <a:defRPr sz="2400" cap="none">
                <a:solidFill>
                  <a:srgbClr val="FFFFFF"/>
                </a:solidFill>
              </a:defRPr>
            </a:pPr>
            <a:r>
              <a:t>Enter age </a:t>
            </a:r>
          </a:p>
        </p:txBody>
      </p:sp>
      <p:sp>
        <p:nvSpPr>
          <p:cNvPr id="6" name="Textbox5"/>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4TEAAGMIAADVSAAABwsAABAAAAAmAAAACAAAAP//////////"/>
              </a:ext>
            </a:extLst>
          </p:cNvSpPr>
          <p:nvPr/>
        </p:nvSpPr>
        <p:spPr>
          <a:xfrm>
            <a:off x="8108315" y="1363345"/>
            <a:ext cx="3731260" cy="429260"/>
          </a:xfrm>
          <a:prstGeom prst="rect">
            <a:avLst/>
          </a:prstGeom>
          <a:solidFill>
            <a:schemeClr val="tx1"/>
          </a:solidFill>
          <a:ln>
            <a:noFill/>
          </a:ln>
          <a:effectLst/>
        </p:spPr>
        <p:txBody>
          <a:bodyPr vert="horz" wrap="square" numCol="1" spcCol="215900" anchor="t"/>
          <a:lstStyle/>
          <a:p>
            <a:pPr>
              <a:defRPr sz="2400" cap="none">
                <a:solidFill>
                  <a:srgbClr val="FFFFFF"/>
                </a:solidFill>
              </a:defRPr>
            </a:pPr>
            <a:r>
              <a:t>Age is 5</a:t>
            </a:r>
          </a:p>
        </p:txBody>
      </p:sp>
      <p:sp>
        <p:nvSpPr>
          <p:cNvPr id="7" name="Textbox6"/>
          <p:cNvSpPr txBox="1">
            <a:extLst>
              <a:ext uri="smNativeData">
                <pr:smNativeData xmlns:pr="smNativeData" xmlns="smNativeData" val="SMDATA_15_gZeHahMAAAAlAAAAEgAAAE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4TEAAJMNAADVSAAAYxAAABAgAAAmAAAACAAAAP//////////"/>
              </a:ext>
            </a:extLst>
          </p:cNvSpPr>
          <p:nvPr/>
        </p:nvSpPr>
        <p:spPr>
          <a:xfrm>
            <a:off x="8108315" y="2206625"/>
            <a:ext cx="3731260" cy="457200"/>
          </a:xfrm>
          <a:prstGeom prst="rect">
            <a:avLst/>
          </a:prstGeom>
          <a:solidFill>
            <a:schemeClr val="tx1"/>
          </a:solidFill>
          <a:ln>
            <a:noFill/>
          </a:ln>
          <a:effectLst/>
        </p:spPr>
        <p:txBody>
          <a:bodyPr vert="horz" wrap="square" numCol="1" spcCol="215900" anchor="t"/>
          <a:lstStyle/>
          <a:p>
            <a:pPr>
              <a:defRPr sz="2400" cap="none">
                <a:solidFill>
                  <a:schemeClr val="bg1"/>
                </a:solidFill>
              </a:defRPr>
            </a:pPr>
            <a:r>
              <a:t>john</a:t>
            </a:r>
          </a:p>
        </p:txBody>
      </p:sp>
      <p:sp>
        <p:nvSpPr>
          <p:cNvPr id="8" name="Textbox7"/>
          <p:cNvSpPr txBox="1">
            <a:extLst>
              <a:ext uri="smNativeData">
                <pr:smNativeData xmlns:pr="smNativeData" xmlns="smNativeData" val="SMDATA_15_gZeHahMAAAAlAAAAEgAAAE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4TEAAPsSAADVSAAAyxUAABAgAAAmAAAACAAAAP//////////"/>
              </a:ext>
            </a:extLst>
          </p:cNvSpPr>
          <p:nvPr/>
        </p:nvSpPr>
        <p:spPr>
          <a:xfrm>
            <a:off x="8108315" y="3085465"/>
            <a:ext cx="3731260" cy="457200"/>
          </a:xfrm>
          <a:prstGeom prst="rect">
            <a:avLst/>
          </a:prstGeom>
          <a:solidFill>
            <a:schemeClr val="tx1"/>
          </a:solidFill>
          <a:ln>
            <a:noFill/>
          </a:ln>
          <a:effectLst/>
        </p:spPr>
        <p:txBody>
          <a:bodyPr vert="horz" wrap="square" numCol="1" spcCol="215900" anchor="t"/>
          <a:lstStyle/>
          <a:p>
            <a:pPr>
              <a:defRPr sz="2400" cap="none">
                <a:solidFill>
                  <a:schemeClr val="bg1"/>
                </a:solidFill>
              </a:defRPr>
            </a:pPr>
            <a:r>
              <a:t>Enter name of school</a:t>
            </a:r>
          </a:p>
        </p:txBody>
      </p:sp>
      <p:sp>
        <p:nvSpPr>
          <p:cNvPr id="9" name="Textbox8"/>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4TEAAL0FAADVSAAAYwgAABAAAAAmAAAACAAAAP//////////"/>
              </a:ext>
            </a:extLst>
          </p:cNvSpPr>
          <p:nvPr/>
        </p:nvSpPr>
        <p:spPr>
          <a:xfrm>
            <a:off x="8108315" y="932815"/>
            <a:ext cx="3731260" cy="430530"/>
          </a:xfrm>
          <a:prstGeom prst="rect">
            <a:avLst/>
          </a:prstGeom>
          <a:solidFill>
            <a:schemeClr val="tx1"/>
          </a:solidFill>
          <a:ln>
            <a:noFill/>
          </a:ln>
          <a:effectLst/>
        </p:spPr>
        <p:txBody>
          <a:bodyPr vert="horz" wrap="square" numCol="1" spcCol="215900" anchor="t"/>
          <a:lstStyle/>
          <a:p>
            <a:pPr>
              <a:defRPr sz="2400" cap="none">
                <a:solidFill>
                  <a:srgbClr val="FFFFFF"/>
                </a:solidFill>
              </a:defRPr>
            </a:pPr>
            <a:r>
              <a:t>5</a:t>
            </a:r>
          </a:p>
        </p:txBody>
      </p:sp>
      <p:sp>
        <p:nvSpPr>
          <p:cNvPr id="10" name="Textbox9"/>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5TEAAPEKAADZSAAAlQ0AABAAAAAmAAAACAAAAP//////////"/>
              </a:ext>
            </a:extLst>
          </p:cNvSpPr>
          <p:nvPr/>
        </p:nvSpPr>
        <p:spPr>
          <a:xfrm>
            <a:off x="8110855" y="1778635"/>
            <a:ext cx="3731260" cy="429260"/>
          </a:xfrm>
          <a:prstGeom prst="rect">
            <a:avLst/>
          </a:prstGeom>
          <a:solidFill>
            <a:schemeClr val="tx1"/>
          </a:solidFill>
          <a:ln>
            <a:noFill/>
          </a:ln>
          <a:effectLst/>
        </p:spPr>
        <p:txBody>
          <a:bodyPr vert="horz" wrap="square" numCol="1" spcCol="215900" anchor="t"/>
          <a:lstStyle/>
          <a:p>
            <a:pPr>
              <a:defRPr sz="2400" cap="none">
                <a:solidFill>
                  <a:srgbClr val="FFFFFF"/>
                </a:solidFill>
              </a:defRPr>
            </a:pPr>
            <a:r>
              <a:t>Enter full name</a:t>
            </a:r>
          </a:p>
        </p:txBody>
      </p:sp>
      <p:sp>
        <p:nvSpPr>
          <p:cNvPr id="11" name="Line1"/>
          <p:cNvSpPr>
            <a:extLst>
              <a:ext uri="smNativeData">
                <pr:smNativeData xmlns:pr="smNativeData" xmlns="smNativeData" val="SMDATA_15_gZeHahMAAAAlAAAACg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BAAAAAgAAAAAAAAlQAAAAAQAAAAQ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TAUAAHwaAAD/MAAAfRoAABAAAAAmAAAACAAAAP//////////"/>
              </a:ext>
            </a:extLst>
          </p:cNvSpPr>
          <p:nvPr/>
        </p:nvSpPr>
        <p:spPr>
          <a:xfrm>
            <a:off x="861060" y="4305300"/>
            <a:ext cx="7103745" cy="635"/>
          </a:xfrm>
          <a:prstGeom prst="line">
            <a:avLst/>
          </a:prstGeom>
          <a:noFill/>
          <a:ln w="50800" cap="flat" cmpd="sng" algn="ctr">
            <a:solidFill>
              <a:schemeClr val="tx1"/>
            </a:solidFill>
            <a:prstDash val="sysDash"/>
            <a:headEnd type="none"/>
            <a:tailEnd type="none"/>
          </a:ln>
          <a:effectLst/>
        </p:spPr>
      </p:sp>
      <p:sp>
        <p:nvSpPr>
          <p:cNvPr id="12" name="Line2"/>
          <p:cNvSpPr>
            <a:extLst>
              <a:ext uri="smNativeData">
                <pr:smNativeData xmlns:pr="smNativeData" xmlns="smNativeData" val="SMDATA_15_gZeHahMAAAAlAAAACg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BAAAAAgAAAAAAAAlQAAAAAQAAAAQ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TAUAAIkhAACZMQAAjCEAABAAAAAmAAAACAAAAP//////////"/>
              </a:ext>
            </a:extLst>
          </p:cNvSpPr>
          <p:nvPr/>
        </p:nvSpPr>
        <p:spPr>
          <a:xfrm flipV="1">
            <a:off x="861060" y="5451475"/>
            <a:ext cx="7201535" cy="1905"/>
          </a:xfrm>
          <a:prstGeom prst="line">
            <a:avLst/>
          </a:prstGeom>
          <a:noFill/>
          <a:ln w="50800" cap="flat" cmpd="sng" algn="ctr">
            <a:solidFill>
              <a:schemeClr val="tx1"/>
            </a:solidFill>
            <a:prstDash val="sysDash"/>
            <a:headEnd type="none"/>
            <a:tailEnd type="none"/>
          </a:ln>
          <a:effectLst/>
        </p:spPr>
      </p:sp>
      <p:sp>
        <p:nvSpPr>
          <p:cNvPr id="13" name="Textbox10"/>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J8G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uBgAAG4iAAA0MwAAnCgAABAAAAAmAAAACAAAAP//////////"/>
              </a:ext>
            </a:extLst>
          </p:cNvSpPr>
          <p:nvPr/>
        </p:nvSpPr>
        <p:spPr>
          <a:xfrm>
            <a:off x="4018280" y="5596890"/>
            <a:ext cx="4305300" cy="1004570"/>
          </a:xfrm>
          <a:prstGeom prst="rect">
            <a:avLst/>
          </a:prstGeom>
          <a:noFill/>
          <a:ln>
            <a:noFill/>
          </a:ln>
          <a:effectLst/>
        </p:spPr>
        <p:txBody>
          <a:bodyPr vert="horz" wrap="square" numCol="1" spcCol="215900" anchor="t"/>
          <a:lstStyle/>
          <a:p>
            <a:pPr>
              <a:defRPr sz="2000" cap="none"/>
            </a:pPr>
            <a:r>
              <a:t>Input buffer is like a queue.</a:t>
            </a:r>
          </a:p>
          <a:p>
            <a:pPr>
              <a:defRPr sz="2000" cap="none"/>
            </a:pPr>
            <a:r>
              <a:t>Here it is consumed from the right side.</a:t>
            </a:r>
          </a:p>
          <a:p>
            <a:pPr>
              <a:defRPr sz="2000" cap="none"/>
            </a:pPr>
            <a:r>
              <a:t>User enters input from the left side.</a:t>
            </a:r>
          </a:p>
        </p:txBody>
      </p:sp>
      <p:sp>
        <p:nvSpPr>
          <p:cNvPr id="14" name="Textbox11"/>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DUC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biIAANYXAAAkLAAACxoAABAAAAAmAAAACAAAAP//////////"/>
              </a:ext>
            </a:extLst>
          </p:cNvSpPr>
          <p:nvPr/>
        </p:nvSpPr>
        <p:spPr>
          <a:xfrm>
            <a:off x="5596890" y="3874770"/>
            <a:ext cx="1578610" cy="358775"/>
          </a:xfrm>
          <a:prstGeom prst="rect">
            <a:avLst/>
          </a:prstGeom>
          <a:noFill/>
          <a:ln>
            <a:noFill/>
          </a:ln>
          <a:effectLst/>
        </p:spPr>
        <p:txBody>
          <a:bodyPr vert="horz" wrap="square" numCol="1" spcCol="215900" anchor="t"/>
          <a:lstStyle/>
          <a:p>
            <a:pPr/>
            <a:r>
              <a:t>INPUT BUFFER</a:t>
            </a:r>
          </a:p>
        </p:txBody>
      </p:sp>
      <p:sp>
        <p:nvSpPr>
          <p:cNvPr id="15" name="Textbox12"/>
          <p:cNvSpPr txBox="1">
            <a:extLst>
              <a:ext uri="smNativeData">
                <pr:smNativeData xmlns:pr="smNativeData" xmlns="smNativeData" val="SMDATA_15_gZeHahMAAAAlAAAAEgAAAE8BAAAAkAAAAEgAAACQAAAASAAAAAAAAAAAAAAAAAAAAAEAAABQAAAAAAAAAAAA4D8AAAAAAADgPwAAAAAAAOA/AAAAAAAA4D8AAAAAAADgPwAAAAAAAOA/AAAAAAAA4D8AAAAAAADgPwAAAAAAAOA/AAAAAAAA4D8CAAAAjAAAAAEAAAAAAAAAAAAACf///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kO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v///wEAAAAAAAAAAAAAAAAAAAAAAAAAAAAAAAAAAAAAAAAAAAAAAAJ/f38AgICAA8zMzADAwP8Af39/AAAAAAAAAAAAAAAAAAAAAAAAAAAAIQAAABgAAAAUAAAA5TEAACEQAADZSAAA8RIAABAgAAAmAAAACAAAAP//////////"/>
              </a:ext>
            </a:extLst>
          </p:cNvSpPr>
          <p:nvPr/>
        </p:nvSpPr>
        <p:spPr>
          <a:xfrm>
            <a:off x="8110855" y="2621915"/>
            <a:ext cx="3731260" cy="457200"/>
          </a:xfrm>
          <a:prstGeom prst="rect">
            <a:avLst/>
          </a:prstGeom>
          <a:solidFill>
            <a:schemeClr val="tx1"/>
          </a:solidFill>
          <a:ln>
            <a:noFill/>
          </a:ln>
          <a:effectLst/>
        </p:spPr>
        <p:txBody>
          <a:bodyPr vert="horz" wrap="square" numCol="1" spcCol="215900" anchor="t"/>
          <a:lstStyle/>
          <a:p>
            <a:pPr>
              <a:defRPr sz="2400" cap="none">
                <a:solidFill>
                  <a:schemeClr val="bg1"/>
                </a:solidFill>
              </a:defRPr>
            </a:pPr>
            <a:r>
              <a:t>Name  is  &lt;john&gt;</a:t>
            </a:r>
          </a:p>
        </p:txBody>
      </p:sp>
      <p:sp>
        <p:nvSpPr>
          <p:cNvPr id="16" name="Textbox13"/>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8AA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GoE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8AAP///wEAAAAAAAAAAAAAAAAAAAAAAAAAAAAAAAAAAAAAAAAAAAAAAAJ/f38AgICAA8zMzADAwP8Af39/AAAAAAAAAAAAAAAAAAAAAAAAAAAAIQAAABgAAAAUAAAAIh0AAM8bAAD9IQAAqiAAABAAAAAmAAAACAAAAP//////////"/>
              </a:ext>
            </a:extLst>
          </p:cNvSpPr>
          <p:nvPr/>
        </p:nvSpPr>
        <p:spPr>
          <a:xfrm>
            <a:off x="4735830" y="4520565"/>
            <a:ext cx="789305" cy="789305"/>
          </a:xfrm>
          <a:prstGeom prst="rect">
            <a:avLst/>
          </a:prstGeom>
          <a:solidFill>
            <a:srgbClr val="FFFF00"/>
          </a:solidFill>
          <a:ln w="12700" cap="flat" cmpd="sng" algn="ctr">
            <a:solidFill>
              <a:schemeClr val="tx1"/>
            </a:solidFill>
            <a:prstDash val="solid"/>
            <a:headEnd type="none"/>
            <a:tailEnd type="none"/>
          </a:ln>
          <a:effectLst/>
        </p:spPr>
        <p:txBody>
          <a:bodyPr vert="horz" wrap="square" numCol="1" spcCol="215900" anchor="t"/>
          <a:lstStyle/>
          <a:p>
            <a:pPr algn="ctr">
              <a:lnSpc>
                <a:spcPct val="150000"/>
              </a:lnSpc>
              <a:defRPr sz="2400" cap="none"/>
            </a:pPr>
            <a:r>
              <a:t>j</a:t>
            </a:r>
          </a:p>
        </p:txBody>
      </p:sp>
      <p:sp>
        <p:nvSpPr>
          <p:cNvPr id="17" name="Textbox14"/>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8AA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GoEAAD/fwAA/38AAAAAAAAJAAAABAAAAGABY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8AAP///wEAAAAAAAAAAAAAAAAAAAAAAAAAAAAAAAAAAAAAAAAAAAAAAAJ/f38AgICAA8zMzADAwP8Af39/AAAAAAAAAAAAAAAAAAAAAAAAAAAAIQAAABgAAAAUAAAADhgAAM8bAADpHAAAqiAAABAAAAAmAAAACAAAAP//////////"/>
              </a:ext>
            </a:extLst>
          </p:cNvSpPr>
          <p:nvPr/>
        </p:nvSpPr>
        <p:spPr>
          <a:xfrm>
            <a:off x="3910330" y="4520565"/>
            <a:ext cx="789305" cy="789305"/>
          </a:xfrm>
          <a:prstGeom prst="rect">
            <a:avLst/>
          </a:prstGeom>
          <a:solidFill>
            <a:srgbClr val="FFFF00"/>
          </a:solidFill>
          <a:ln w="12700" cap="flat" cmpd="sng" algn="ctr">
            <a:solidFill>
              <a:schemeClr val="tx1"/>
            </a:solidFill>
            <a:prstDash val="solid"/>
            <a:headEnd type="none"/>
            <a:tailEnd type="none"/>
          </a:ln>
          <a:effectLst/>
        </p:spPr>
        <p:txBody>
          <a:bodyPr vert="horz" wrap="square" numCol="1" spcCol="215900" anchor="t"/>
          <a:lstStyle/>
          <a:p>
            <a:pPr algn="ctr">
              <a:lnSpc>
                <a:spcPct val="150000"/>
              </a:lnSpc>
              <a:defRPr sz="2400" cap="none"/>
            </a:pPr>
            <a:r>
              <a:t>o</a:t>
            </a:r>
          </a:p>
        </p:txBody>
      </p:sp>
      <p:sp>
        <p:nvSpPr>
          <p:cNvPr id="18" name="Textbox15"/>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8AA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GoE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8AAP///wEAAAAAAAAAAAAAAAAAAAAAAAAAAAAAAAAAAAAAAAAAAAAAAAJ/f38AgICAA8zMzADAwP8Af39/AAAAAAAAAAAAAAAAAAAAAAAAAAAAIQAAABgAAAAUAAAAihIAAM8bAABlFwAAqiAAABAAAAAmAAAACAAAAP//////////"/>
              </a:ext>
            </a:extLst>
          </p:cNvSpPr>
          <p:nvPr/>
        </p:nvSpPr>
        <p:spPr>
          <a:xfrm>
            <a:off x="3013710" y="4520565"/>
            <a:ext cx="789305" cy="789305"/>
          </a:xfrm>
          <a:prstGeom prst="rect">
            <a:avLst/>
          </a:prstGeom>
          <a:solidFill>
            <a:srgbClr val="FFFF00"/>
          </a:solidFill>
          <a:ln w="12700" cap="flat" cmpd="sng" algn="ctr">
            <a:solidFill>
              <a:schemeClr val="tx1"/>
            </a:solidFill>
            <a:prstDash val="solid"/>
            <a:headEnd type="none"/>
            <a:tailEnd type="none"/>
          </a:ln>
          <a:effectLst/>
        </p:spPr>
        <p:txBody>
          <a:bodyPr vert="horz" wrap="square" numCol="1" spcCol="215900" anchor="t"/>
          <a:lstStyle/>
          <a:p>
            <a:pPr algn="ctr">
              <a:lnSpc>
                <a:spcPct val="150000"/>
              </a:lnSpc>
              <a:defRPr sz="2400" cap="none"/>
            </a:pPr>
            <a:r>
              <a:t>h</a:t>
            </a:r>
          </a:p>
        </p:txBody>
      </p:sp>
      <p:sp>
        <p:nvSpPr>
          <p:cNvPr id="19" name="Textbox16"/>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8AA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GoE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8AAP///wEAAAAAAAAAAAAAAAAAAAAAAAAAAAAAAAAAAAAAAAAAAAAAAAJ/f38AgICAA8zMzADAwP8Af39/AAAAAAAAAAAAAAAAAAAAAAAAAAAAIQAAABgAAAAUAAAAPg0AAM8bAAAZEgAAqiAAABAAAAAmAAAACAAAAP//////////"/>
              </a:ext>
            </a:extLst>
          </p:cNvSpPr>
          <p:nvPr/>
        </p:nvSpPr>
        <p:spPr>
          <a:xfrm>
            <a:off x="2152650" y="4520565"/>
            <a:ext cx="789305" cy="789305"/>
          </a:xfrm>
          <a:prstGeom prst="rect">
            <a:avLst/>
          </a:prstGeom>
          <a:solidFill>
            <a:srgbClr val="FFFF00"/>
          </a:solidFill>
          <a:ln w="12700" cap="flat" cmpd="sng" algn="ctr">
            <a:solidFill>
              <a:schemeClr val="tx1"/>
            </a:solidFill>
            <a:prstDash val="solid"/>
            <a:headEnd type="none"/>
            <a:tailEnd type="none"/>
          </a:ln>
          <a:effectLst/>
        </p:spPr>
        <p:txBody>
          <a:bodyPr vert="horz" wrap="square" numCol="1" spcCol="215900" anchor="t"/>
          <a:lstStyle/>
          <a:p>
            <a:pPr algn="ctr">
              <a:lnSpc>
                <a:spcPct val="150000"/>
              </a:lnSpc>
              <a:defRPr sz="2400" cap="none"/>
            </a:pPr>
            <a:r>
              <a:t>n</a:t>
            </a:r>
          </a:p>
        </p:txBody>
      </p:sp>
      <p:sp>
        <p:nvSpPr>
          <p:cNvPr id="20" name="Textbox17"/>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8AA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GoE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8AAP///wEAAAAAAAAAAAAAAAAAAAAAAAAAAAAAAAAAAAAAAAAAAAAAAAJ/f38AgICAA8zMzADAwP8Af39/AAAAAAAAAAAAAAAAAAAAAAAAAAAAIQAAABgAAAAUAAAAgQcAAM8bAABcDAAAqiAAABAAAAAmAAAACAAAAP//////////"/>
              </a:ext>
            </a:extLst>
          </p:cNvSpPr>
          <p:nvPr/>
        </p:nvSpPr>
        <p:spPr>
          <a:xfrm>
            <a:off x="1219835" y="4520565"/>
            <a:ext cx="789305" cy="789305"/>
          </a:xfrm>
          <a:prstGeom prst="rect">
            <a:avLst/>
          </a:prstGeom>
          <a:solidFill>
            <a:srgbClr val="FFFF00"/>
          </a:solidFill>
          <a:ln w="12700" cap="flat" cmpd="sng" algn="ctr">
            <a:solidFill>
              <a:schemeClr val="tx1"/>
            </a:solidFill>
            <a:prstDash val="solid"/>
            <a:headEnd type="none"/>
            <a:tailEnd type="none"/>
          </a:ln>
          <a:effectLst/>
        </p:spPr>
        <p:txBody>
          <a:bodyPr vert="horz" wrap="square" numCol="1" spcCol="215900" anchor="t"/>
          <a:lstStyle/>
          <a:p>
            <a:pPr algn="ctr">
              <a:lnSpc>
                <a:spcPct val="150000"/>
              </a:lnSpc>
              <a:defRPr sz="2400" cap="none"/>
            </a:pPr>
            <a:r>
              <a:t>\n</a:t>
            </a:r>
          </a:p>
        </p:txBody>
      </p:sp>
      <p:sp>
        <p:nvSpPr>
          <p:cNvPr id="21" name="Legend1"/>
          <p:cNvSpPr>
            <a:extLst>
              <a:ext uri="smNativeData">
                <pr:smNativeData xmlns:pr="smNativeData" xmlns="smNativeData" val="SMDATA_15_gZeHahMAAAAlAAAA9QEAAA8BAAAAkAAAAEgAAACQAAAASAAAAAAAAAAAAAAAAAAAAAEAAABQAAAAK9lAjJSa+r/HKM51jOLcvwAAAAAAAOA/AAAAAAAA4D8AAAAAAADgPwAAAAAAAOA/AAAAAAAA4D8AAAAAAADgPwAAAAAAAOA/AAAAAAAA4D8CAAAAjAAAAAEAAAAAAAAAu+DjDP///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JKyvbY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8DQAACkZAAAoSgAAhSUAABAAAAAmAAAACAAAAP//////////"/>
              </a:ext>
            </a:extLst>
          </p:cNvSpPr>
          <p:nvPr/>
        </p:nvSpPr>
        <p:spPr>
          <a:xfrm>
            <a:off x="8605520" y="4090035"/>
            <a:ext cx="3449320" cy="2009140"/>
          </a:xfrm>
          <a:prstGeom prst="wedgeRoundRectCallout">
            <a:avLst>
              <a:gd name="adj1" fmla="val -83137"/>
              <a:gd name="adj2" fmla="val -22566"/>
              <a:gd name="adj3" fmla="val 12500"/>
            </a:avLst>
          </a:prstGeom>
          <a:solidFill>
            <a:schemeClr val="accent1"/>
          </a:solidFill>
          <a:ln w="12700" cap="flat" cmpd="sng" algn="ctr">
            <a:solidFill>
              <a:schemeClr val="tx1"/>
            </a:solidFill>
            <a:prstDash val="solid"/>
            <a:headEnd type="none"/>
            <a:tailEnd type="none"/>
          </a:ln>
          <a:effectLst/>
        </p:spPr>
        <p:txBody>
          <a:bodyPr vert="horz" wrap="square" numCol="1" spcCol="215900" anchor="t"/>
          <a:lstStyle/>
          <a:p>
            <a:pPr algn="l">
              <a:defRPr sz="2200" cap="none"/>
            </a:pPr>
            <a:r>
              <a:t>Enter character(\n) after 5 is removed(read) by the </a:t>
            </a:r>
            <a:r>
              <a:rPr i="1" cap="none"/>
              <a:t>scan.nextInt();</a:t>
            </a:r>
            <a:r>
              <a:t> line. It is read from buffer but ignored afterwards.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xit" presetSubtype="0" fill="hold" grpId="1" nodeType="clickEffect">
                                  <p:stCondLst>
                                    <p:cond delay="0"/>
                                  </p:stCondLst>
                                  <p:childTnLst>
                                    <p:animEffect transition="out" filter="dissolve">
                                      <p:cBhvr>
                                        <p:cTn id="21" dur="500"/>
                                        <p:tgtEl>
                                          <p:spTgt spid="3"/>
                                        </p:tgtEl>
                                      </p:cBhvr>
                                    </p:animEffect>
                                    <p:set>
                                      <p:cBhvr>
                                        <p:cTn id="22" dur="1" fill="hold">
                                          <p:stCondLst>
                                            <p:cond delay="499"/>
                                          </p:stCondLst>
                                        </p:cTn>
                                        <p:tgtEl>
                                          <p:spTgt spid="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9" presetClass="exit" presetSubtype="0" fill="hold" grpId="1" nodeType="clickEffect">
                                  <p:stCondLst>
                                    <p:cond delay="0"/>
                                  </p:stCondLst>
                                  <p:childTnLst>
                                    <p:animEffect transition="out" filter="dissolve">
                                      <p:cBhvr>
                                        <p:cTn id="26" dur="500"/>
                                        <p:tgtEl>
                                          <p:spTgt spid="4"/>
                                        </p:tgtEl>
                                      </p:cBhvr>
                                    </p:animEffect>
                                    <p:set>
                                      <p:cBhvr>
                                        <p:cTn id="27" dur="1" fill="hold">
                                          <p:stCondLst>
                                            <p:cond delay="499"/>
                                          </p:stCondLst>
                                        </p:cTn>
                                        <p:tgtEl>
                                          <p:spTgt spid="4"/>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xit" presetSubtype="0" fill="hold" grpId="1" nodeType="clickEffect">
                                  <p:stCondLst>
                                    <p:cond delay="0"/>
                                  </p:stCondLst>
                                  <p:childTnLst>
                                    <p:animEffect transition="out" filter="dissolve">
                                      <p:cBhvr>
                                        <p:cTn id="36" dur="500"/>
                                        <p:tgtEl>
                                          <p:spTgt spid="21"/>
                                        </p:tgtEl>
                                      </p:cBhvr>
                                    </p:animEffect>
                                    <p:set>
                                      <p:cBhvr>
                                        <p:cTn id="37" dur="1" fill="hold">
                                          <p:stCondLst>
                                            <p:cond delay="499"/>
                                          </p:stCondLst>
                                        </p:cTn>
                                        <p:tgtEl>
                                          <p:spTgt spid="21"/>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dissolve">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dissolve">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7"/>
                                        </p:tgtEl>
                                        <p:attrNameLst>
                                          <p:attrName>style.visibility</p:attrName>
                                        </p:attrNameLst>
                                      </p:cBhvr>
                                      <p:to>
                                        <p:strVal val="visible"/>
                                      </p:to>
                                    </p:set>
                                    <p:animEffect transition="in" filter="dissolve">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dissolve">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dissolve">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dissolve">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dissolve">
                                      <p:cBhvr>
                                        <p:cTn id="72" dur="500"/>
                                        <p:tgtEl>
                                          <p:spTgt spid="19"/>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dissolve">
                                      <p:cBhvr>
                                        <p:cTn id="77" dur="500"/>
                                        <p:tgtEl>
                                          <p:spTgt spid="20"/>
                                        </p:tgtEl>
                                      </p:cBhvr>
                                    </p:animEffect>
                                  </p:childTnLst>
                                </p:cTn>
                              </p:par>
                            </p:childTnLst>
                          </p:cTn>
                        </p:par>
                      </p:childTnLst>
                    </p:cTn>
                  </p:par>
                  <p:par>
                    <p:cTn id="78" fill="hold">
                      <p:stCondLst>
                        <p:cond delay="indefinite"/>
                      </p:stCondLst>
                      <p:childTnLst>
                        <p:par>
                          <p:cTn id="79" fill="hold">
                            <p:stCondLst>
                              <p:cond delay="0"/>
                            </p:stCondLst>
                            <p:childTnLst>
                              <p:par>
                                <p:cTn id="80" presetID="9" presetClass="exit" presetSubtype="0" fill="hold" grpId="1" nodeType="clickEffect">
                                  <p:stCondLst>
                                    <p:cond delay="0"/>
                                  </p:stCondLst>
                                  <p:childTnLst>
                                    <p:animEffect transition="out" filter="dissolve">
                                      <p:cBhvr>
                                        <p:cTn id="81" dur="500"/>
                                        <p:tgtEl>
                                          <p:spTgt spid="16"/>
                                        </p:tgtEl>
                                      </p:cBhvr>
                                    </p:animEffect>
                                    <p:set>
                                      <p:cBhvr>
                                        <p:cTn id="82" dur="1" fill="hold">
                                          <p:stCondLst>
                                            <p:cond delay="499"/>
                                          </p:stCondLst>
                                        </p:cTn>
                                        <p:tgtEl>
                                          <p:spTgt spid="16"/>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9" presetClass="exit" presetSubtype="0" fill="hold" grpId="1" nodeType="clickEffect">
                                  <p:stCondLst>
                                    <p:cond delay="0"/>
                                  </p:stCondLst>
                                  <p:childTnLst>
                                    <p:animEffect transition="out" filter="dissolve">
                                      <p:cBhvr>
                                        <p:cTn id="86" dur="500"/>
                                        <p:tgtEl>
                                          <p:spTgt spid="17"/>
                                        </p:tgtEl>
                                      </p:cBhvr>
                                    </p:animEffect>
                                    <p:set>
                                      <p:cBhvr>
                                        <p:cTn id="87" dur="1" fill="hold">
                                          <p:stCondLst>
                                            <p:cond delay="499"/>
                                          </p:stCondLst>
                                        </p:cTn>
                                        <p:tgtEl>
                                          <p:spTgt spid="17"/>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9" presetClass="exit" presetSubtype="0" fill="hold" grpId="1" nodeType="clickEffect">
                                  <p:stCondLst>
                                    <p:cond delay="0"/>
                                  </p:stCondLst>
                                  <p:childTnLst>
                                    <p:animEffect transition="out" filter="dissolve">
                                      <p:cBhvr>
                                        <p:cTn id="91" dur="500"/>
                                        <p:tgtEl>
                                          <p:spTgt spid="18"/>
                                        </p:tgtEl>
                                      </p:cBhvr>
                                    </p:animEffect>
                                    <p:set>
                                      <p:cBhvr>
                                        <p:cTn id="92" dur="1" fill="hold">
                                          <p:stCondLst>
                                            <p:cond delay="499"/>
                                          </p:stCondLst>
                                        </p:cTn>
                                        <p:tgtEl>
                                          <p:spTgt spid="18"/>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9" presetClass="exit" presetSubtype="0" fill="hold" grpId="1" nodeType="clickEffect">
                                  <p:stCondLst>
                                    <p:cond delay="0"/>
                                  </p:stCondLst>
                                  <p:childTnLst>
                                    <p:animEffect transition="out" filter="dissolve">
                                      <p:cBhvr>
                                        <p:cTn id="96" dur="500"/>
                                        <p:tgtEl>
                                          <p:spTgt spid="19"/>
                                        </p:tgtEl>
                                      </p:cBhvr>
                                    </p:animEffect>
                                    <p:set>
                                      <p:cBhvr>
                                        <p:cTn id="97" dur="1" fill="hold">
                                          <p:stCondLst>
                                            <p:cond delay="499"/>
                                          </p:stCondLst>
                                        </p:cTn>
                                        <p:tgtEl>
                                          <p:spTgt spid="19"/>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9" presetClass="exit" presetSubtype="0" fill="hold" grpId="1" nodeType="clickEffect">
                                  <p:stCondLst>
                                    <p:cond delay="0"/>
                                  </p:stCondLst>
                                  <p:childTnLst>
                                    <p:animEffect transition="out" filter="dissolve">
                                      <p:cBhvr>
                                        <p:cTn id="101" dur="500"/>
                                        <p:tgtEl>
                                          <p:spTgt spid="20"/>
                                        </p:tgtEl>
                                      </p:cBhvr>
                                    </p:animEffect>
                                    <p:set>
                                      <p:cBhvr>
                                        <p:cTn id="102" dur="1" fill="hold">
                                          <p:stCondLst>
                                            <p:cond delay="499"/>
                                          </p:stCondLst>
                                        </p:cTn>
                                        <p:tgtEl>
                                          <p:spTgt spid="20"/>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15"/>
                                        </p:tgtEl>
                                        <p:attrNameLst>
                                          <p:attrName>style.visibility</p:attrName>
                                        </p:attrNameLst>
                                      </p:cBhvr>
                                      <p:to>
                                        <p:strVal val="visible"/>
                                      </p:to>
                                    </p:set>
                                    <p:animEffect transition="in" filter="dissolve">
                                      <p:cBhvr>
                                        <p:cTn id="107" dur="500"/>
                                        <p:tgtEl>
                                          <p:spTgt spid="15"/>
                                        </p:tgtEl>
                                      </p:cBhvr>
                                    </p:animEffect>
                                  </p:childTnLst>
                                </p:cTn>
                              </p:par>
                            </p:childTnLst>
                          </p:cTn>
                        </p:par>
                      </p:childTnLst>
                    </p:cTn>
                  </p:par>
                  <p:par>
                    <p:cTn id="108" fill="hold">
                      <p:stCondLst>
                        <p:cond delay="indefinite"/>
                      </p:stCondLst>
                      <p:childTnLst>
                        <p:par>
                          <p:cTn id="109" fill="hold">
                            <p:stCondLst>
                              <p:cond delay="0"/>
                            </p:stCondLst>
                            <p:childTnLst>
                              <p:par>
                                <p:cTn id="110" presetID="9" presetClass="entr" presetSubtype="0" fill="hold" grpId="0" nodeType="clickEffect">
                                  <p:stCondLst>
                                    <p:cond delay="0"/>
                                  </p:stCondLst>
                                  <p:childTnLst>
                                    <p:set>
                                      <p:cBhvr>
                                        <p:cTn id="111" dur="1" fill="hold">
                                          <p:stCondLst>
                                            <p:cond delay="0"/>
                                          </p:stCondLst>
                                        </p:cTn>
                                        <p:tgtEl>
                                          <p:spTgt spid="8"/>
                                        </p:tgtEl>
                                        <p:attrNameLst>
                                          <p:attrName>style.visibility</p:attrName>
                                        </p:attrNameLst>
                                      </p:cBhvr>
                                      <p:to>
                                        <p:strVal val="visible"/>
                                      </p:to>
                                    </p:set>
                                    <p:animEffect transition="in" filter="dissolve">
                                      <p:cBhvr>
                                        <p:cTn id="1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dvAuto="0"/>
      <p:bldP spid="3" grpId="1" animBg="1" advAuto="0"/>
      <p:bldP spid="4" grpId="0" animBg="1" advAuto="0"/>
      <p:bldP spid="4" grpId="1" animBg="1" advAuto="0"/>
      <p:bldP spid="6" grpId="0" animBg="1" advAuto="0"/>
      <p:bldP spid="7" grpId="0" animBg="1" advAuto="0"/>
      <p:bldP spid="8" grpId="0" animBg="1" advAuto="0"/>
      <p:bldP spid="9" grpId="0" animBg="1" advAuto="0"/>
      <p:bldP spid="10" grpId="0" animBg="1" advAuto="0"/>
      <p:bldP spid="15" grpId="0" animBg="1" advAuto="0"/>
      <p:bldP spid="16" grpId="0" animBg="1" advAuto="0"/>
      <p:bldP spid="16" grpId="1" animBg="1" advAuto="0"/>
      <p:bldP spid="17" grpId="0" animBg="1" advAuto="0"/>
      <p:bldP spid="17" grpId="1" animBg="1" advAuto="0"/>
      <p:bldP spid="18" grpId="0" animBg="1" advAuto="0"/>
      <p:bldP spid="18" grpId="1" animBg="1" advAuto="0"/>
      <p:bldP spid="19" grpId="0" animBg="1" advAuto="0"/>
      <p:bldP spid="19" grpId="1" animBg="1" advAuto="0"/>
      <p:bldP spid="20" grpId="0" animBg="1" advAuto="0"/>
      <p:bldP spid="20" grpId="1" animBg="1" advAuto="0"/>
      <p:bldP spid="21" grpId="0" animBg="1" advAuto="0"/>
      <p:bldP spid="21" grpId="1" animBg="1" advAuto="0"/>
    </p:bldLst>
    <p:extLst>
      <p:ext uri="smNativeData">
        <pr:smNativeData xmlns:pr="smNativeData" xmlns="smNativeData" val="gZeHahYAAAAFAAAA/f///wEAAAAJAAAAAAAAAAAAAAAAAAAAAAAAAAoAAAD9////AQAAAAkAAAAAAAAAAAAAAAAAAAAAAAAADwAAAP3///8BAAAACQAAAAAAAAAAAAAAAAAAAAAAAAAUAAAA/f///wIAAAAJAAAAAAAAAAAAAAAAAAAAAAAAABkAAAD9////AgAAAAkAAAAAAAAAAAAAAAAAAAAAAAAAHgAAAP3///8BAAAACQAAAAAAAAAAAAAAAAAAAAAAAAAjAAAA/f///wIAAAAJAAAAAAAAAAAAAAAAAAAAAAAAACgAAAD9////AQAAAAkAAAAAAAAAAAAAAAAAAAAAAAAALQAAAP3///8BAAAACQAAAAAAAAAAAAAAAAAAAAAAAAAyAAAA/f///wEAAAAJAAAAAAAAAAAAAAAAAAAAAAAAADcAAAD9////AQAAAAkAAAAAAAAAAAAAAAAAAAAAAAAAPAAAAP3///8BAAAACQAAAAAAAAAAAAAAAAAAAAAAAABBAAAA/f///wEAAAAJAAAAAAAAAAAAAAAAAAAAAAAAAEYAAAD9////AQAAAAkAAAAAAAAAAAAAAAAAAAAAAAAASwAAAP3///8BAAAACQAAAAAAAAAAAAAAAAAAAAAAAABQAAAA/f///wIAAAAJAAAAAAAAAAAAAAAAAAAAAAAAAFUAAAD9////AgAAAAkAAAAAAAAAAAAAAAAAAAAAAAAAWgAAAP3///8CAAAACQAAAAAAAAAAAAAAAAAAAAAAAABfAAAA/f///wIAAAAJAAAAAAAAAAAAAAAAAAAAAAAAAGQAAAD9////AgAAAAkAAAAAAAAAAAAAAAAAAAAAAAAAaQAAAP3///8BAAAACQAAAAAAAAAAAAAAAAAAAAAAAABuAAAA/f///wEAAAAJAAAAAAAAAAAAAAAAAAAAAAAAAA=="/>
      </p:ext>
    </p:extLst>
  </p:timing>
</p:sld>
</file>

<file path=ppt/slides/slide7.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vQUAABAAAAAmAAAACAAAAAEAAAAAAAAA"/>
              </a:ext>
            </a:extLst>
          </p:cNvSpPr>
          <p:nvPr>
            <p:ph type="title"/>
          </p:nvPr>
        </p:nvSpPr>
        <p:spPr>
          <a:xfrm>
            <a:off x="609600" y="274320"/>
            <a:ext cx="10972800" cy="658495"/>
          </a:xfrm>
        </p:spPr>
        <p:txBody>
          <a:bodyPr/>
          <a:lstStyle/>
          <a:p>
            <a:pPr/>
            <a:r>
              <a:t>Fixed code of the problem case</a:t>
            </a:r>
          </a:p>
        </p:txBody>
      </p:sp>
      <p:sp>
        <p:nvSpPr>
          <p:cNvPr id="3" name="Textbox1"/>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P0h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gICAA8zMzADAwP8Af39/AAAAAAAAAAAAAAAAAAAAAAAAAAAAIQAAABgAAAAUAAAAoAMAAAkGAACeNwAAmikAABAAAAAmAAAACAAAAP//////////"/>
              </a:ext>
            </a:extLst>
          </p:cNvSpPr>
          <p:nvPr/>
        </p:nvSpPr>
        <p:spPr>
          <a:xfrm>
            <a:off x="589280" y="981075"/>
            <a:ext cx="8451850" cy="5781675"/>
          </a:xfrm>
          <a:prstGeom prst="rect">
            <a:avLst/>
          </a:prstGeom>
          <a:solidFill>
            <a:schemeClr val="bg1"/>
          </a:solidFill>
          <a:ln w="12700" cap="flat" cmpd="sng" algn="ctr">
            <a:solidFill>
              <a:schemeClr val="tx1"/>
            </a:solidFill>
            <a:prstDash val="solid"/>
            <a:headEnd type="none"/>
            <a:tailEnd type="none"/>
          </a:ln>
          <a:effectLst/>
        </p:spPr>
        <p:txBody>
          <a:bodyPr vert="horz" wrap="square" numCol="1" spcCol="215900" anchor="t"/>
          <a:lstStyle/>
          <a:p>
            <a:pPr>
              <a:defRPr sz="2200" cap="none">
                <a:latin typeface="Courier New" pitchFamily="3" charset="0"/>
                <a:ea typeface="Courier New" pitchFamily="3" charset="0"/>
                <a:cs typeface="Courier New" pitchFamily="3" charset="0"/>
              </a:defRPr>
            </a:pPr>
            <a:r>
              <a:t>package testjava;</a:t>
            </a:r>
          </a:p>
          <a:p>
            <a:pPr>
              <a:defRPr sz="2200" cap="none">
                <a:latin typeface="Courier New" pitchFamily="3" charset="0"/>
                <a:ea typeface="Courier New" pitchFamily="3" charset="0"/>
                <a:cs typeface="Courier New" pitchFamily="3" charset="0"/>
              </a:defRPr>
            </a:pPr>
            <a:r>
              <a:t>import java.util.Scanner;</a:t>
            </a:r>
          </a:p>
          <a:p>
            <a:pPr>
              <a:defRPr sz="2200" cap="none">
                <a:latin typeface="Courier New" pitchFamily="3" charset="0"/>
                <a:ea typeface="Courier New" pitchFamily="3" charset="0"/>
                <a:cs typeface="Courier New" pitchFamily="3" charset="0"/>
              </a:defRPr>
            </a:pPr>
            <a:r>
              <a:t>public class test{</a:t>
            </a:r>
          </a:p>
          <a:p>
            <a:pPr>
              <a:defRPr sz="2200" cap="none">
                <a:latin typeface="Courier New" pitchFamily="3" charset="0"/>
                <a:ea typeface="Courier New" pitchFamily="3" charset="0"/>
                <a:cs typeface="Courier New" pitchFamily="3" charset="0"/>
              </a:defRPr>
            </a:pPr>
            <a:r>
              <a:t>	public static void main(String[] args){</a:t>
            </a:r>
          </a:p>
          <a:p>
            <a:pPr>
              <a:defRPr sz="2200" cap="none">
                <a:latin typeface="Courier New" pitchFamily="3" charset="0"/>
                <a:ea typeface="Courier New" pitchFamily="3" charset="0"/>
                <a:cs typeface="Courier New" pitchFamily="3" charset="0"/>
              </a:defRPr>
            </a:pPr>
            <a:r>
              <a:t>		Scanner scan=new Scanner(System.in);</a:t>
            </a:r>
          </a:p>
          <a:p>
            <a:pPr>
              <a:defRPr sz="2200" cap="none">
                <a:latin typeface="Courier New" pitchFamily="3" charset="0"/>
                <a:ea typeface="Courier New" pitchFamily="3" charset="0"/>
                <a:cs typeface="Courier New" pitchFamily="3" charset="0"/>
              </a:defRPr>
            </a:pPr>
            <a:r>
              <a:t>		System.out.println("Enter age");    </a:t>
            </a:r>
          </a:p>
          <a:p>
            <a:pPr>
              <a:defRPr sz="2200" cap="none">
                <a:latin typeface="Courier New" pitchFamily="3" charset="0"/>
                <a:ea typeface="Courier New" pitchFamily="3" charset="0"/>
                <a:cs typeface="Courier New" pitchFamily="3" charset="0"/>
              </a:defRPr>
            </a:pPr>
            <a:r>
              <a:t>		int age;</a:t>
            </a:r>
          </a:p>
          <a:p>
            <a:pPr>
              <a:defRPr sz="2200" cap="none">
                <a:latin typeface="Courier New" pitchFamily="3" charset="0"/>
                <a:ea typeface="Courier New" pitchFamily="3" charset="0"/>
                <a:cs typeface="Courier New" pitchFamily="3" charset="0"/>
              </a:defRPr>
            </a:pPr>
            <a:r>
              <a:t>		age = scan.nextInt();</a:t>
            </a:r>
          </a:p>
          <a:p>
            <a:pPr>
              <a:defRPr sz="2200" cap="none">
                <a:latin typeface="Courier New" pitchFamily="3" charset="0"/>
                <a:ea typeface="Courier New" pitchFamily="3" charset="0"/>
                <a:cs typeface="Courier New" pitchFamily="3" charset="0"/>
              </a:defRPr>
            </a:pPr>
            <a:r>
              <a:t>		</a:t>
            </a:r>
            <a:r>
              <a:rPr i="1" cap="none"/>
              <a:t>scan.nextLine();</a:t>
            </a:r>
            <a:endParaRPr i="1" cap="none"/>
          </a:p>
          <a:p>
            <a:pPr>
              <a:defRPr sz="2200" cap="none">
                <a:latin typeface="Courier New" pitchFamily="3" charset="0"/>
                <a:ea typeface="Courier New" pitchFamily="3" charset="0"/>
                <a:cs typeface="Courier New" pitchFamily="3" charset="0"/>
              </a:defRPr>
            </a:pPr>
            <a:r>
              <a:t>		System.out.println("Age is"+age); </a:t>
            </a:r>
          </a:p>
          <a:p>
            <a:pPr>
              <a:defRPr sz="2200" cap="none">
                <a:latin typeface="Courier New" pitchFamily="3" charset="0"/>
                <a:ea typeface="Courier New" pitchFamily="3" charset="0"/>
                <a:cs typeface="Courier New" pitchFamily="3" charset="0"/>
              </a:defRPr>
            </a:pPr>
            <a:r>
              <a:t>		System.out.println("Enter full name"); </a:t>
            </a:r>
          </a:p>
          <a:p>
            <a:pPr>
              <a:defRPr sz="2200" cap="none">
                <a:latin typeface="Courier New" pitchFamily="3" charset="0"/>
                <a:ea typeface="Courier New" pitchFamily="3" charset="0"/>
                <a:cs typeface="Courier New" pitchFamily="3" charset="0"/>
              </a:defRPr>
            </a:pPr>
            <a:r>
              <a:t>		String name = scan.nextLine(); </a:t>
            </a:r>
          </a:p>
          <a:p>
            <a:pPr>
              <a:defRPr sz="2200" cap="none">
                <a:latin typeface="Courier New" pitchFamily="3" charset="0"/>
                <a:ea typeface="Courier New" pitchFamily="3" charset="0"/>
                <a:cs typeface="Courier New" pitchFamily="3" charset="0"/>
              </a:defRPr>
            </a:pPr>
            <a:r>
              <a:t>		System.out.println("Name is &lt;"+name+"&gt;");</a:t>
            </a:r>
          </a:p>
          <a:p>
            <a:pPr>
              <a:defRPr sz="2200" cap="none">
                <a:latin typeface="Courier New" pitchFamily="3" charset="0"/>
                <a:ea typeface="Courier New" pitchFamily="3" charset="0"/>
                <a:cs typeface="Courier New" pitchFamily="3" charset="0"/>
              </a:defRPr>
            </a:pPr>
            <a:r>
              <a:t>		System.out.println("Enter name of school");</a:t>
            </a:r>
          </a:p>
          <a:p>
            <a:pPr>
              <a:defRPr sz="2200" cap="none">
                <a:latin typeface="Courier New" pitchFamily="3" charset="0"/>
                <a:ea typeface="Courier New" pitchFamily="3" charset="0"/>
                <a:cs typeface="Courier New" pitchFamily="3" charset="0"/>
              </a:defRPr>
            </a:pPr>
            <a:r>
              <a:t>		String school = scan.nextLine(); </a:t>
            </a:r>
          </a:p>
          <a:p>
            <a:pPr>
              <a:defRPr sz="2200" cap="none">
                <a:latin typeface="Courier New" pitchFamily="3" charset="0"/>
                <a:ea typeface="Courier New" pitchFamily="3" charset="0"/>
                <a:cs typeface="Courier New" pitchFamily="3" charset="0"/>
              </a:defRPr>
            </a:pPr>
            <a:r>
              <a:t>	}</a:t>
            </a:r>
          </a:p>
          <a:p>
            <a:pPr>
              <a:defRPr sz="2200" cap="none">
                <a:latin typeface="Courier New" pitchFamily="3" charset="0"/>
                <a:ea typeface="Courier New" pitchFamily="3" charset="0"/>
                <a:cs typeface="Courier New" pitchFamily="3" charset="0"/>
              </a:defRPr>
            </a:pPr>
            <a:r>
              <a:t>}</a:t>
            </a:r>
          </a:p>
        </p:txBody>
      </p:sp>
      <p:sp>
        <p:nvSpPr>
          <p:cNvPr id="4" name="Textbox2"/>
          <p:cNvSpPr txBox="1">
            <a:extLst>
              <a:ext uri="smNativeData">
                <pr:smNativeData xmlns:pr="smNativeData" xmlns="smNativeData" val="SMDATA_15_gZeHahMAAAAlAAAAEgAAAE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HMP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u+DjBf///wEAAAAAAAAAAAAAAAAAAAAAAAAAAAAAAAAAAAAAAAAAAAAAAAJ/f38AgICAA8zMzADAwP8Af39/AAAAAAAAAAAAAAAAAAAAAAAAAAAAIQAAABgAAAAUAAAA8TgAAJgKAADVSAAAaBMAABAgAAAmAAAACAAAAP//////////"/>
              </a:ext>
            </a:extLst>
          </p:cNvSpPr>
          <p:nvPr/>
        </p:nvSpPr>
        <p:spPr>
          <a:xfrm>
            <a:off x="9256395" y="1722120"/>
            <a:ext cx="2583180" cy="1432560"/>
          </a:xfrm>
          <a:prstGeom prst="rect">
            <a:avLst/>
          </a:prstGeom>
          <a:noFill/>
          <a:ln>
            <a:noFill/>
          </a:ln>
          <a:effectLst/>
        </p:spPr>
        <p:txBody>
          <a:bodyPr vert="horz" wrap="square" numCol="1" spcCol="215900" anchor="t"/>
          <a:lstStyle/>
          <a:p>
            <a:pPr>
              <a:defRPr sz="2200" b="1" cap="none"/>
            </a:pPr>
            <a:r>
              <a:t>The test.java is inside testjava package.</a:t>
            </a:r>
          </a:p>
          <a:p>
            <a:pPr>
              <a:defRPr sz="2200" b="1" cap="none"/>
            </a:pPr>
            <a:r>
              <a:t>Scanner is imported.</a:t>
            </a:r>
          </a:p>
        </p:txBody>
      </p:sp>
    </p:spTree>
  </p:cSld>
  <p:clrMapOvr>
    <a:masterClrMapping/>
  </p:clrMapOvr>
  <p:timing>
    <p:tnLst>
      <p:par>
        <p:cTn id="1" dur="indefinite" restart="never" nodeType="tmRoot"/>
      </p:par>
    </p:tnLst>
  </p:timing>
</p:sld>
</file>

<file path=ppt/slides/slide8.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Cc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BAAAAAmAAAACAAAAAAAAAAAAAAA"/>
              </a:ext>
            </a:extLst>
          </p:cNvSpPr>
          <p:nvPr>
            <p:ph type="title"/>
          </p:nvPr>
        </p:nvSpPr>
        <p:spPr/>
        <p:txBody>
          <a:bodyPr/>
          <a:lstStyle/>
          <a:p>
            <a:pPr/>
            <a:r>
              <a:t>Another solution</a:t>
            </a:r>
          </a:p>
        </p:txBody>
      </p:sp>
      <p:sp>
        <p:nvSpPr>
          <p:cNvPr id="3" name="SlideText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JJi5A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BARwAAsCUAABAAAAAmAAAACAAAAAAAAAAAAAAA"/>
              </a:ext>
            </a:extLst>
          </p:cNvSpPr>
          <p:nvPr>
            <p:ph type="body" idx="1"/>
          </p:nvPr>
        </p:nvSpPr>
        <p:spPr/>
        <p:txBody>
          <a:bodyPr/>
          <a:lstStyle/>
          <a:p>
            <a:pPr/>
            <a:r>
              <a:t>Do not use nextInt() for our case.</a:t>
            </a:r>
          </a:p>
          <a:p>
            <a:pPr/>
            <a:r>
              <a:t>Read the user input with nextLine()</a:t>
            </a:r>
          </a:p>
          <a:p>
            <a:pPr/>
            <a:r>
              <a:t>Then convert the String input(age) to Integer</a:t>
            </a:r>
          </a:p>
          <a:p>
            <a:pPr/>
            <a:r>
              <a:t>Please try to code before seeing the solution</a:t>
            </a:r>
          </a:p>
        </p:txBody>
      </p:sp>
    </p:spTree>
  </p:cSld>
  <p:clrMapOvr>
    <a:masterClrMapping/>
  </p:clrMapOvr>
  <p:timing>
    <p:tnLst>
      <p:par>
        <p:cTn id="1" dur="indefinite" restart="never" nodeType="tmRoot"/>
      </p:par>
    </p:tnLst>
  </p:timing>
</p:sld>
</file>

<file path=ppt/slides/slide9.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JJi5As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vQUAABAAAAAmAAAACAAAAAEAAAAAAAAA"/>
              </a:ext>
            </a:extLst>
          </p:cNvSpPr>
          <p:nvPr>
            <p:ph type="title"/>
          </p:nvPr>
        </p:nvSpPr>
        <p:spPr>
          <a:xfrm>
            <a:off x="609600" y="274320"/>
            <a:ext cx="10972800" cy="658495"/>
          </a:xfrm>
        </p:spPr>
        <p:txBody>
          <a:bodyPr/>
          <a:lstStyle/>
          <a:p>
            <a:pPr/>
            <a:r>
              <a:t>Fixed code of the problem case</a:t>
            </a:r>
          </a:p>
        </p:txBody>
      </p:sp>
      <p:sp>
        <p:nvSpPr>
          <p:cNvPr id="3" name="Textbox1"/>
          <p:cNvSpPr txBox="1">
            <a:extLst>
              <a:ext uri="smNativeData">
                <pr:smNativeData xmlns:pr="smNativeData" xmlns="smNativeData" val="SMDATA_15_gZeHahMAAAAlAAAAEgAAAA8BAAAAkAAAAEgAAACQAAAASAAAAAAAAAAAAAAAAAAAAAEAAABQAAAAAAAAAAAA4D8AAAAAAADgPwAAAAAAAOA/AAAAAAAA4D8AAAAAAADgPwAAAAAAAOA/AAAAAAAA4D8AAAAAAADgPwAAAAAAAOA/AAAAAAAA4D8CAAAAjAAAAAEAAAAAAAAA////CP///wgAAAAAAAAAAAAAAAAAAAAAAAAAAAAAAAAAAAAAZAAAAAEAAABAAAAAAAAAAAAAAAAAAAAAAAAAAAAAAAAAAAAAAAAAAAAAAAAAAAAAAAAAAAAAAAAAAAAAAAAAAAAAAAAAAAAAAAAAAAAAAAAAAAAAAAAAAAAAAAAAAAAAFAAAADwAAAABAAAAAAAAAAAAAAkUAAAAAQAAAAEAAAAAAAAAAAAAAAA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P0h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f///wEAAAAAAAAAAAAAAAAAAAAAAAAAAAAAAAAAAAAAAAAAAAAAAAJ/f38AgICAA8zMzADAwP8Af39/AAAAAAAAAAAAAAAAAAAAAAAAAAAAIQAAABgAAAAUAAAAoQMAAAkGAAC3SQAAmikAABAAAAAmAAAACAAAAP//////////"/>
              </a:ext>
            </a:extLst>
          </p:cNvSpPr>
          <p:nvPr/>
        </p:nvSpPr>
        <p:spPr>
          <a:xfrm>
            <a:off x="589915" y="981075"/>
            <a:ext cx="11393170" cy="5781675"/>
          </a:xfrm>
          <a:prstGeom prst="rect">
            <a:avLst/>
          </a:prstGeom>
          <a:solidFill>
            <a:schemeClr val="bg1"/>
          </a:solidFill>
          <a:ln w="12700" cap="flat" cmpd="sng" algn="ctr">
            <a:solidFill>
              <a:schemeClr val="tx1"/>
            </a:solidFill>
            <a:prstDash val="solid"/>
            <a:headEnd type="none"/>
            <a:tailEnd type="none"/>
          </a:ln>
          <a:effectLst/>
        </p:spPr>
        <p:txBody>
          <a:bodyPr vert="horz" wrap="square" numCol="1" spcCol="215900" anchor="t"/>
          <a:lstStyle/>
          <a:p>
            <a:pPr>
              <a:defRPr sz="2200" cap="none">
                <a:latin typeface="Courier New" pitchFamily="3" charset="0"/>
                <a:ea typeface="Courier New" pitchFamily="3" charset="0"/>
                <a:cs typeface="Courier New" pitchFamily="3" charset="0"/>
              </a:defRPr>
            </a:pPr>
            <a:r>
              <a:t>package testjava;</a:t>
            </a:r>
          </a:p>
          <a:p>
            <a:pPr>
              <a:defRPr sz="2200" cap="none">
                <a:latin typeface="Courier New" pitchFamily="3" charset="0"/>
                <a:ea typeface="Courier New" pitchFamily="3" charset="0"/>
                <a:cs typeface="Courier New" pitchFamily="3" charset="0"/>
              </a:defRPr>
            </a:pPr>
            <a:r>
              <a:t>import java.util.*;</a:t>
            </a:r>
          </a:p>
          <a:p>
            <a:pPr>
              <a:defRPr sz="2200" cap="none">
                <a:latin typeface="Courier New" pitchFamily="3" charset="0"/>
                <a:ea typeface="Courier New" pitchFamily="3" charset="0"/>
                <a:cs typeface="Courier New" pitchFamily="3" charset="0"/>
              </a:defRPr>
            </a:pPr>
            <a:r>
              <a:t>public class test{</a:t>
            </a:r>
          </a:p>
          <a:p>
            <a:pPr>
              <a:defRPr sz="2200" cap="none">
                <a:latin typeface="Courier New" pitchFamily="3" charset="0"/>
                <a:ea typeface="Courier New" pitchFamily="3" charset="0"/>
                <a:cs typeface="Courier New" pitchFamily="3" charset="0"/>
              </a:defRPr>
            </a:pPr>
            <a:r>
              <a:t>	public static void main(String[] args){</a:t>
            </a:r>
          </a:p>
          <a:p>
            <a:pPr>
              <a:defRPr sz="2200" cap="none">
                <a:latin typeface="Courier New" pitchFamily="3" charset="0"/>
                <a:ea typeface="Courier New" pitchFamily="3" charset="0"/>
                <a:cs typeface="Courier New" pitchFamily="3" charset="0"/>
              </a:defRPr>
            </a:pPr>
            <a:r>
              <a:t>		Scanner scan=new Scanner(System.in);</a:t>
            </a:r>
          </a:p>
          <a:p>
            <a:pPr>
              <a:defRPr sz="2200" cap="none">
                <a:latin typeface="Courier New" pitchFamily="3" charset="0"/>
                <a:ea typeface="Courier New" pitchFamily="3" charset="0"/>
                <a:cs typeface="Courier New" pitchFamily="3" charset="0"/>
              </a:defRPr>
            </a:pPr>
            <a:r>
              <a:t>		System.out.println("Enter age");    </a:t>
            </a:r>
          </a:p>
          <a:p>
            <a:pPr>
              <a:defRPr sz="2200" cap="none">
                <a:latin typeface="Courier New" pitchFamily="3" charset="0"/>
                <a:ea typeface="Courier New" pitchFamily="3" charset="0"/>
                <a:cs typeface="Courier New" pitchFamily="3" charset="0"/>
              </a:defRPr>
            </a:pPr>
            <a:r>
              <a:t>		int age;</a:t>
            </a:r>
          </a:p>
          <a:p>
            <a:pPr>
              <a:defRPr sz="2200" cap="none">
                <a:latin typeface="Courier New" pitchFamily="3" charset="0"/>
                <a:ea typeface="Courier New" pitchFamily="3" charset="0"/>
                <a:cs typeface="Courier New" pitchFamily="3" charset="0"/>
              </a:defRPr>
            </a:pPr>
            <a:r>
              <a:t>		String acquired=scan.nextLine(); //this is our age in string</a:t>
            </a:r>
          </a:p>
          <a:p>
            <a:pPr>
              <a:defRPr sz="2200" cap="none">
                <a:latin typeface="Courier New" pitchFamily="3" charset="0"/>
                <a:ea typeface="Courier New" pitchFamily="3" charset="0"/>
                <a:cs typeface="Courier New" pitchFamily="3" charset="0"/>
              </a:defRPr>
            </a:pPr>
            <a:r>
              <a:t>		age = Integer.parseInt(acquired); //convert it to int</a:t>
            </a:r>
          </a:p>
          <a:p>
            <a:pPr>
              <a:defRPr sz="2200" cap="none">
                <a:latin typeface="Courier New" pitchFamily="3" charset="0"/>
                <a:ea typeface="Courier New" pitchFamily="3" charset="0"/>
                <a:cs typeface="Courier New" pitchFamily="3" charset="0"/>
              </a:defRPr>
            </a:pPr>
            <a:r>
              <a:t>		System.out.println("Age is "+age); </a:t>
            </a:r>
          </a:p>
          <a:p>
            <a:pPr>
              <a:defRPr sz="2200" cap="none">
                <a:latin typeface="Courier New" pitchFamily="3" charset="0"/>
                <a:ea typeface="Courier New" pitchFamily="3" charset="0"/>
                <a:cs typeface="Courier New" pitchFamily="3" charset="0"/>
              </a:defRPr>
            </a:pPr>
            <a:r>
              <a:t>		System.out.println("Enter full name"); </a:t>
            </a:r>
          </a:p>
          <a:p>
            <a:pPr>
              <a:defRPr sz="2200" cap="none">
                <a:latin typeface="Courier New" pitchFamily="3" charset="0"/>
                <a:ea typeface="Courier New" pitchFamily="3" charset="0"/>
                <a:cs typeface="Courier New" pitchFamily="3" charset="0"/>
              </a:defRPr>
            </a:pPr>
            <a:r>
              <a:t>		String name = scan.nextLine(); </a:t>
            </a:r>
          </a:p>
          <a:p>
            <a:pPr>
              <a:defRPr sz="2200" cap="none">
                <a:latin typeface="Courier New" pitchFamily="3" charset="0"/>
                <a:ea typeface="Courier New" pitchFamily="3" charset="0"/>
                <a:cs typeface="Courier New" pitchFamily="3" charset="0"/>
              </a:defRPr>
            </a:pPr>
            <a:r>
              <a:t>		System.out.println("Name is &lt;"+name+"&gt;");</a:t>
            </a:r>
          </a:p>
          <a:p>
            <a:pPr>
              <a:defRPr sz="2200" cap="none">
                <a:latin typeface="Courier New" pitchFamily="3" charset="0"/>
                <a:ea typeface="Courier New" pitchFamily="3" charset="0"/>
                <a:cs typeface="Courier New" pitchFamily="3" charset="0"/>
              </a:defRPr>
            </a:pPr>
            <a:r>
              <a:t>		System.out.println("Enter name of school");</a:t>
            </a:r>
          </a:p>
          <a:p>
            <a:pPr>
              <a:defRPr sz="2200" cap="none">
                <a:latin typeface="Courier New" pitchFamily="3" charset="0"/>
                <a:ea typeface="Courier New" pitchFamily="3" charset="0"/>
                <a:cs typeface="Courier New" pitchFamily="3" charset="0"/>
              </a:defRPr>
            </a:pPr>
            <a:r>
              <a:t>		String school = scan.nextLine(); </a:t>
            </a:r>
          </a:p>
          <a:p>
            <a:pPr>
              <a:defRPr sz="2200" cap="none">
                <a:latin typeface="Courier New" pitchFamily="3" charset="0"/>
                <a:ea typeface="Courier New" pitchFamily="3" charset="0"/>
                <a:cs typeface="Courier New" pitchFamily="3" charset="0"/>
              </a:defRPr>
            </a:pPr>
            <a:r>
              <a:t>	}	</a:t>
            </a:r>
          </a:p>
          <a:p>
            <a:pPr>
              <a:defRPr sz="2200" cap="none">
                <a:latin typeface="Courier New" pitchFamily="3" charset="0"/>
                <a:ea typeface="Courier New" pitchFamily="3" charset="0"/>
                <a:cs typeface="Courier New" pitchFamily="3" charset="0"/>
              </a:defRPr>
            </a:pPr>
            <a:r>
              <a:t>}</a:t>
            </a:r>
          </a:p>
        </p:txBody>
      </p:sp>
    </p:spTree>
  </p:cSld>
  <p:clrMapOvr>
    <a:masterClrMapping/>
  </p:clrMapOvr>
  <p:timing>
    <p:tnLst>
      <p:par>
        <p:cTn id="1" dur="indefinite" restart="never" nodeType="tmRoot"/>
      </p:par>
    </p:tnLst>
  </p:timing>
</p:sld>
</file>

<file path=ppt/slides/slide10.xml><?xml version="1.0" encoding="utf-8"?>
<p:sld xmlns:p="http://schemas.openxmlformats.org/presentationml/2006/main" xmlns:mc="http://schemas.openxmlformats.org/markup-compatibility/2006" xmlns:p14="http://schemas.microsoft.com/office/powerpoint/2010/main" xmlns:p15="http://schemas.microsoft.com/office/powerpoint/2012/main" xmlns:r="http://schemas.openxmlformats.org/officeDocument/2006/relationships" xmlns:a="http://schemas.openxmlformats.org/drawingml/2006/main" mc:Ignorable="p14">
  <p:cSld>
    <p:spTree>
      <p:nvGrpSpPr>
        <p:cNvPr id="1" name=""/>
        <p:cNvGrpSpPr/>
        <p:nvPr/>
      </p:nvGrpSpPr>
      <p:grpSpPr>
        <a:xfrm>
          <a:off x="0" y="0"/>
          <a:ext cx="0" cy="0"/>
          <a:chOff x="0" y="0"/>
          <a:chExt cx="0" cy="0"/>
        </a:xfrm>
      </p:grpSpPr>
      <p:sp>
        <p:nvSpPr>
          <p:cNvPr id="2" name="SlideTitle1"/>
          <p:cNvSpPr>
            <a:spLocks noGrp="1" noChangeArrowheads="1"/>
            <a:extLst>
              <a:ext uri="smNativeData">
                <pr:smNativeData xmlns:pr="smNativeData" xmlns="smNativeData" val="SMDATA_15_gZeHahMAAAAlAAAAZAAAAA8BAAAAkAAAAEgAAACQAAAASAAAAAAAAAAB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AEAAA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LABAABARwAAuAgAAAAAAAAmAAAACAAAAAEAAAAAAAAA"/>
              </a:ext>
            </a:extLst>
          </p:cNvSpPr>
          <p:nvPr>
            <p:ph type="title"/>
          </p:nvPr>
        </p:nvSpPr>
        <p:spPr>
          <a:xfrm>
            <a:off x="609600" y="274320"/>
            <a:ext cx="10972800" cy="1143000"/>
          </a:xfrm>
        </p:spPr>
        <p:txBody>
          <a:bodyPr/>
          <a:lstStyle/>
          <a:p>
            <a:pPr/>
            <a:r>
              <a:t>Some scenarios to try</a:t>
            </a:r>
          </a:p>
        </p:txBody>
      </p:sp>
      <p:sp>
        <p:nvSpPr>
          <p:cNvPr id="3" name="SlideText1"/>
          <p:cNvSpPr>
            <a:spLocks noGrp="1" noChangeArrowheads="1"/>
            <a:extLst>
              <a:ext uri="smNativeData">
                <pr:smNativeData xmlns:pr="smNativeData" xmlns="smNativeData" val="SMDATA_15_gZeHahMAAAAlAAAAZAAAAA8BAAAAkAAAAEgAAACQAAAASAAAAAAAAAAAAAAAAAAAAAEAAABQAAAAAAAAAAAA4D8AAAAAAADgPwAAAAAAAOA/AAAAAAAA4D8AAAAAAADgPwAAAAAAAOA/AAAAAAAA4D8AAAAAAADgPwAAAAAAAOA/AAAAAAAA4D8CAAAAjAAAAAAAAAAAAAAAu+Dj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CAgIAKAAAAACgAAAAoAAAAZAAAAGQAAAAAAAAAzMzMAAAAAABQAAAAUAAAAGQAAABkAAAAAAAAABcAAAAUAAAAAAAAAAAAAAD/fwAA/38AAAAAAAAJAAAABAAAAD7o2a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wAMAANgJAABARwAAsCUAAAAAAAAmAAAACAAAAAEAAAAAAAAA"/>
              </a:ext>
            </a:extLst>
          </p:cNvSpPr>
          <p:nvPr>
            <p:ph type="body" idx="1"/>
          </p:nvPr>
        </p:nvSpPr>
        <p:spPr>
          <a:xfrm>
            <a:off x="609600" y="1600200"/>
            <a:ext cx="10972800" cy="4526280"/>
          </a:xfrm>
        </p:spPr>
        <p:txBody>
          <a:bodyPr/>
          <a:lstStyle/>
          <a:p>
            <a:pPr/>
            <a:r>
              <a:t>Try inputting a space before entering age, name etc.. and see what happens</a:t>
            </a:r>
          </a:p>
          <a:p>
            <a:pPr/>
            <a:r>
              <a:t>Try inputting space after entering age, name and see what happens.</a:t>
            </a:r>
          </a:p>
          <a:p>
            <a:pPr/>
            <a:r>
              <a:t>Try asking user their salary as float after age.</a:t>
            </a:r>
          </a:p>
          <a:p>
            <a:pPr lvl="1"/>
            <a:r>
              <a:t>Then fix the code (or write the unfixed(broken) code first)</a:t>
            </a:r>
          </a:p>
          <a:p>
            <a:pPr/>
            <a:r>
              <a:t>Try those with the fix and without the fix.</a:t>
            </a:r>
          </a:p>
          <a:p>
            <a:p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Presentation 1">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fontScheme name="Presentation">
      <a:majorFont>
        <a:latin typeface="Calibri"/>
        <a:ea typeface="SimSun"/>
        <a:cs typeface="Times New Roman"/>
      </a:majorFont>
      <a:minorFont>
        <a:latin typeface="Calibri"/>
        <a:ea typeface="SimSun"/>
        <a:cs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000000"/>
        </a:dk2>
        <a:lt2>
          <a:srgbClr val="969696"/>
        </a:lt2>
        <a:accent1>
          <a:srgbClr val="FBDF53"/>
        </a:accent1>
        <a:accent2>
          <a:srgbClr val="FF9966"/>
        </a:accent2>
        <a:accent3>
          <a:srgbClr val="DF7986"/>
        </a:accent3>
        <a:accent4>
          <a:srgbClr val="BF59A6"/>
        </a:accent4>
        <a:accent5>
          <a:srgbClr val="9F39C6"/>
        </a:accent5>
        <a:accent6>
          <a:srgbClr val="7F19E6"/>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000000"/>
        </a:dk2>
        <a:lt2>
          <a:srgbClr val="808080"/>
        </a:lt2>
        <a:accent1>
          <a:srgbClr val="99CCFF"/>
        </a:accent1>
        <a:accent2>
          <a:srgbClr val="CCCCFF"/>
        </a:accent2>
        <a:accent3>
          <a:srgbClr val="ACACDF"/>
        </a:accent3>
        <a:accent4>
          <a:srgbClr val="9C9CBF"/>
        </a:accent4>
        <a:accent5>
          <a:srgbClr val="7C7C9F"/>
        </a:accent5>
        <a:accent6>
          <a:srgbClr val="5C5C7F"/>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DEF6F1"/>
        </a:lt1>
        <a:dk2>
          <a:srgbClr val="000000"/>
        </a:dk2>
        <a:lt2>
          <a:srgbClr val="969696"/>
        </a:lt2>
        <a:accent1>
          <a:srgbClr val="FFFFFF"/>
        </a:accent1>
        <a:accent2>
          <a:srgbClr val="8DC6FF"/>
        </a:accent2>
        <a:accent3>
          <a:srgbClr val="6DA6DF"/>
        </a:accent3>
        <a:accent4>
          <a:srgbClr val="4D86BF"/>
        </a:accent4>
        <a:accent5>
          <a:srgbClr val="2D669F"/>
        </a:accent5>
        <a:accent6>
          <a:srgbClr val="0D467F"/>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D9"/>
        </a:lt1>
        <a:dk2>
          <a:srgbClr val="000000"/>
        </a:dk2>
        <a:lt2>
          <a:srgbClr val="777777"/>
        </a:lt2>
        <a:accent1>
          <a:srgbClr val="FFFFF7"/>
        </a:accent1>
        <a:accent2>
          <a:srgbClr val="33CCCC"/>
        </a:accent2>
        <a:accent3>
          <a:srgbClr val="53ACAC"/>
        </a:accent3>
        <a:accent4>
          <a:srgbClr val="738C8C"/>
        </a:accent4>
        <a:accent5>
          <a:srgbClr val="936C6C"/>
        </a:accent5>
        <a:accent6>
          <a:srgbClr val="B34C4C"/>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resentation 6">
        <a:dk1>
          <a:srgbClr val="FFFFFF"/>
        </a:dk1>
        <a:lt1>
          <a:srgbClr val="008080"/>
        </a:lt1>
        <a:dk2>
          <a:srgbClr val="FFFF99"/>
        </a:dk2>
        <a:lt2>
          <a:srgbClr val="005A58"/>
        </a:lt2>
        <a:accent1>
          <a:srgbClr val="006462"/>
        </a:accent1>
        <a:accent2>
          <a:srgbClr val="6D6FC7"/>
        </a:accent2>
        <a:accent3>
          <a:srgbClr val="6D8FA7"/>
        </a:accent3>
        <a:accent4>
          <a:srgbClr val="8DAF87"/>
        </a:accent4>
        <a:accent5>
          <a:srgbClr val="ADCF67"/>
        </a:accent5>
        <a:accent6>
          <a:srgbClr val="CDEF47"/>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Presentation 7">
        <a:dk1>
          <a:srgbClr val="FFFFFF"/>
        </a:dk1>
        <a:lt1>
          <a:srgbClr val="800000"/>
        </a:lt1>
        <a:dk2>
          <a:srgbClr val="DFD293"/>
        </a:dk2>
        <a:lt2>
          <a:srgbClr val="5C1F00"/>
        </a:lt2>
        <a:accent1>
          <a:srgbClr val="CC3300"/>
        </a:accent1>
        <a:accent2>
          <a:srgbClr val="BE7960"/>
        </a:accent2>
        <a:accent3>
          <a:srgbClr val="9E9980"/>
        </a:accent3>
        <a:accent4>
          <a:srgbClr val="7EB9A0"/>
        </a:accent4>
        <a:accent5>
          <a:srgbClr val="5EC9C0"/>
        </a:accent5>
        <a:accent6>
          <a:srgbClr val="3EE9E0"/>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Presentation 8">
        <a:dk1>
          <a:srgbClr val="FFFFFF"/>
        </a:dk1>
        <a:lt1>
          <a:srgbClr val="000099"/>
        </a:lt1>
        <a:dk2>
          <a:srgbClr val="CCFFFF"/>
        </a:dk2>
        <a:lt2>
          <a:srgbClr val="003366"/>
        </a:lt2>
        <a:accent1>
          <a:srgbClr val="3366CC"/>
        </a:accent1>
        <a:accent2>
          <a:srgbClr val="00B000"/>
        </a:accent2>
        <a:accent3>
          <a:srgbClr val="209020"/>
        </a:accent3>
        <a:accent4>
          <a:srgbClr val="407040"/>
        </a:accent4>
        <a:accent5>
          <a:srgbClr val="605060"/>
        </a:accent5>
        <a:accent6>
          <a:srgbClr val="80308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Presentation 9">
        <a:dk1>
          <a:srgbClr val="FFFFFF"/>
        </a:dk1>
        <a:lt1>
          <a:srgbClr val="000000"/>
        </a:lt1>
        <a:dk2>
          <a:srgbClr val="E3EBF1"/>
        </a:dk2>
        <a:lt2>
          <a:srgbClr val="336699"/>
        </a:lt2>
        <a:accent1>
          <a:srgbClr val="003399"/>
        </a:accent1>
        <a:accent2>
          <a:srgbClr val="468A4B"/>
        </a:accent2>
        <a:accent3>
          <a:srgbClr val="666A6B"/>
        </a:accent3>
        <a:accent4>
          <a:srgbClr val="864A8B"/>
        </a:accent4>
        <a:accent5>
          <a:srgbClr val="A62AAB"/>
        </a:accent5>
        <a:accent6>
          <a:srgbClr val="C60ACB"/>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Presentation 10">
        <a:dk1>
          <a:srgbClr val="FFFFFF"/>
        </a:dk1>
        <a:lt1>
          <a:srgbClr val="686B5D"/>
        </a:lt1>
        <a:dk2>
          <a:srgbClr val="D1D1CB"/>
        </a:dk2>
        <a:lt2>
          <a:srgbClr val="777777"/>
        </a:lt2>
        <a:accent1>
          <a:srgbClr val="909082"/>
        </a:accent1>
        <a:accent2>
          <a:srgbClr val="809EA8"/>
        </a:accent2>
        <a:accent3>
          <a:srgbClr val="A07E88"/>
        </a:accent3>
        <a:accent4>
          <a:srgbClr val="C05E68"/>
        </a:accent4>
        <a:accent5>
          <a:srgbClr val="E03E48"/>
        </a:accent5>
        <a:accent6>
          <a:srgbClr val="FF1E28"/>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Presentation 11">
        <a:dk1>
          <a:srgbClr val="FFFFFF"/>
        </a:dk1>
        <a:lt1>
          <a:srgbClr val="666699"/>
        </a:lt1>
        <a:dk2>
          <a:srgbClr val="FFFFFF"/>
        </a:dk2>
        <a:lt2>
          <a:srgbClr val="3E3E5C"/>
        </a:lt2>
        <a:accent1>
          <a:srgbClr val="60597B"/>
        </a:accent1>
        <a:accent2>
          <a:srgbClr val="6666FF"/>
        </a:accent2>
        <a:accent3>
          <a:srgbClr val="8686DF"/>
        </a:accent3>
        <a:accent4>
          <a:srgbClr val="A6A6BF"/>
        </a:accent4>
        <a:accent5>
          <a:srgbClr val="C6C69F"/>
        </a:accent5>
        <a:accent6>
          <a:srgbClr val="E6E67F"/>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Presentation 12">
        <a:dk1>
          <a:srgbClr val="FFFFFF"/>
        </a:dk1>
        <a:lt1>
          <a:srgbClr val="523E26"/>
        </a:lt1>
        <a:dk2>
          <a:srgbClr val="DFC08D"/>
        </a:dk2>
        <a:lt2>
          <a:srgbClr val="2D2015"/>
        </a:lt2>
        <a:accent1>
          <a:srgbClr val="8C7B70"/>
        </a:accent1>
        <a:accent2>
          <a:srgbClr val="8F5F2F"/>
        </a:accent2>
        <a:accent3>
          <a:srgbClr val="8F7F4F"/>
        </a:accent3>
        <a:accent4>
          <a:srgbClr val="6F9F6F"/>
        </a:accent4>
        <a:accent5>
          <a:srgbClr val="4FBF8F"/>
        </a:accent5>
        <a:accent6>
          <a:srgbClr val="2FDFAF"/>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Presentation 13">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 14">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resentation 15">
        <a:dk1>
          <a:srgbClr val="000000"/>
        </a:dk1>
        <a:lt1>
          <a:srgbClr val="FFFFFF"/>
        </a:lt1>
        <a:dk2>
          <a:srgbClr val="000000"/>
        </a:dk2>
        <a:lt2>
          <a:srgbClr val="808080"/>
        </a:lt2>
        <a:accent1>
          <a:srgbClr val="BBE0E3"/>
        </a:accent1>
        <a:accent2>
          <a:srgbClr val="333399"/>
        </a:accent2>
        <a:accent3>
          <a:srgbClr val="535379"/>
        </a:accent3>
        <a:accent4>
          <a:srgbClr val="737359"/>
        </a:accent4>
        <a:accent5>
          <a:srgbClr val="939339"/>
        </a:accent5>
        <a:accent6>
          <a:srgbClr val="B3B319"/>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kara</cp:lastModifiedBy>
  <cp:revision>0</cp:revision>
  <dcterms:created xsi:type="dcterms:W3CDTF">2026-08-19T20:25:43Z</dcterms:created>
  <dcterms:modified xsi:type="dcterms:W3CDTF">2026-08-21T00:10:41Z</dcterms:modified>
</cp:coreProperties>
</file>